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rels" ContentType="application/vnd.openxmlformats-package.relationships+xml"/>
  <Default Extension="emf" ContentType="image/x-emf"/>
  <Default Extension="vml" ContentType="application/vnd.openxmlformats-officedocument.vmlDrawing"/>
  <Default Extension="bin" ContentType="application/vnd.openxmlformats-officedocument.presentationml.printerSettings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embeddings/oleObject5.bin" ContentType="application/vnd.openxmlformats-officedocument.oleObject"/>
  <Override PartName="/ppt/notesSlides/notesSlide7.xml" ContentType="application/vnd.openxmlformats-officedocument.presentationml.notesSlide+xml"/>
  <Override PartName="/ppt/embeddings/oleObject6.bin" ContentType="application/vnd.openxmlformats-officedocument.oleObject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embeddings/oleObject7.bin" ContentType="application/vnd.openxmlformats-officedocument.oleObject"/>
  <Override PartName="/ppt/embeddings/oleObject8.bin" ContentType="application/vnd.openxmlformats-officedocument.oleObject"/>
  <Override PartName="/ppt/notesSlides/notesSlide14.xml" ContentType="application/vnd.openxmlformats-officedocument.presentationml.notesSlide+xml"/>
  <Override PartName="/ppt/embeddings/oleObject9.bin" ContentType="application/vnd.openxmlformats-officedocument.oleObject"/>
  <Override PartName="/ppt/embeddings/oleObject10.bin" ContentType="application/vnd.openxmlformats-officedocument.oleObject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embeddings/oleObject11.bin" ContentType="application/vnd.openxmlformats-officedocument.oleObject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embeddings/oleObject12.bin" ContentType="application/vnd.openxmlformats-officedocument.oleObject"/>
  <Override PartName="/ppt/embeddings/oleObject13.bin" ContentType="application/vnd.openxmlformats-officedocument.oleObject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embeddings/oleObject14.bin" ContentType="application/vnd.openxmlformats-officedocument.oleObject"/>
  <Override PartName="/ppt/notesSlides/notesSlide21.xml" ContentType="application/vnd.openxmlformats-officedocument.presentationml.notesSlide+xml"/>
  <Override PartName="/ppt/embeddings/oleObject15.bin" ContentType="application/vnd.openxmlformats-officedocument.oleObject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embeddings/oleObject16.bin" ContentType="application/vnd.openxmlformats-officedocument.oleObject"/>
  <Override PartName="/ppt/embeddings/oleObject17.bin" ContentType="application/vnd.openxmlformats-officedocument.oleObject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embeddings/oleObject18.bin" ContentType="application/vnd.openxmlformats-officedocument.oleObject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embeddings/oleObject19.bin" ContentType="application/vnd.openxmlformats-officedocument.oleObject"/>
  <Override PartName="/ppt/notesSlides/notesSlide49.xml" ContentType="application/vnd.openxmlformats-officedocument.presentationml.notesSlide+xml"/>
  <Override PartName="/ppt/embeddings/oleObject20.bin" ContentType="application/vnd.openxmlformats-officedocument.oleObject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embeddings/oleObject21.bin" ContentType="application/vnd.openxmlformats-officedocument.oleObject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57" r:id="rId1"/>
  </p:sldMasterIdLst>
  <p:notesMasterIdLst>
    <p:notesMasterId r:id="rId67"/>
  </p:notesMasterIdLst>
  <p:handoutMasterIdLst>
    <p:handoutMasterId r:id="rId68"/>
  </p:handoutMasterIdLst>
  <p:sldIdLst>
    <p:sldId id="519" r:id="rId2"/>
    <p:sldId id="520" r:id="rId3"/>
    <p:sldId id="456" r:id="rId4"/>
    <p:sldId id="457" r:id="rId5"/>
    <p:sldId id="458" r:id="rId6"/>
    <p:sldId id="459" r:id="rId7"/>
    <p:sldId id="460" r:id="rId8"/>
    <p:sldId id="461" r:id="rId9"/>
    <p:sldId id="462" r:id="rId10"/>
    <p:sldId id="463" r:id="rId11"/>
    <p:sldId id="464" r:id="rId12"/>
    <p:sldId id="465" r:id="rId13"/>
    <p:sldId id="466" r:id="rId14"/>
    <p:sldId id="467" r:id="rId15"/>
    <p:sldId id="468" r:id="rId16"/>
    <p:sldId id="469" r:id="rId17"/>
    <p:sldId id="470" r:id="rId18"/>
    <p:sldId id="471" r:id="rId19"/>
    <p:sldId id="472" r:id="rId20"/>
    <p:sldId id="473" r:id="rId21"/>
    <p:sldId id="474" r:id="rId22"/>
    <p:sldId id="475" r:id="rId23"/>
    <p:sldId id="476" r:id="rId24"/>
    <p:sldId id="477" r:id="rId25"/>
    <p:sldId id="478" r:id="rId26"/>
    <p:sldId id="479" r:id="rId27"/>
    <p:sldId id="480" r:id="rId28"/>
    <p:sldId id="481" r:id="rId29"/>
    <p:sldId id="482" r:id="rId30"/>
    <p:sldId id="483" r:id="rId31"/>
    <p:sldId id="484" r:id="rId32"/>
    <p:sldId id="485" r:id="rId33"/>
    <p:sldId id="486" r:id="rId34"/>
    <p:sldId id="487" r:id="rId35"/>
    <p:sldId id="488" r:id="rId36"/>
    <p:sldId id="489" r:id="rId37"/>
    <p:sldId id="490" r:id="rId38"/>
    <p:sldId id="491" r:id="rId39"/>
    <p:sldId id="492" r:id="rId40"/>
    <p:sldId id="493" r:id="rId41"/>
    <p:sldId id="494" r:id="rId42"/>
    <p:sldId id="495" r:id="rId43"/>
    <p:sldId id="496" r:id="rId44"/>
    <p:sldId id="497" r:id="rId45"/>
    <p:sldId id="498" r:id="rId46"/>
    <p:sldId id="499" r:id="rId47"/>
    <p:sldId id="500" r:id="rId48"/>
    <p:sldId id="501" r:id="rId49"/>
    <p:sldId id="502" r:id="rId50"/>
    <p:sldId id="503" r:id="rId51"/>
    <p:sldId id="504" r:id="rId52"/>
    <p:sldId id="505" r:id="rId53"/>
    <p:sldId id="506" r:id="rId54"/>
    <p:sldId id="507" r:id="rId55"/>
    <p:sldId id="508" r:id="rId56"/>
    <p:sldId id="509" r:id="rId57"/>
    <p:sldId id="510" r:id="rId58"/>
    <p:sldId id="511" r:id="rId59"/>
    <p:sldId id="512" r:id="rId60"/>
    <p:sldId id="513" r:id="rId61"/>
    <p:sldId id="514" r:id="rId62"/>
    <p:sldId id="515" r:id="rId63"/>
    <p:sldId id="516" r:id="rId64"/>
    <p:sldId id="517" r:id="rId65"/>
    <p:sldId id="518" r:id="rId6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3200" kern="1200">
        <a:solidFill>
          <a:schemeClr val="tx1"/>
        </a:solidFill>
        <a:latin typeface="Comic Sans MS" charset="0"/>
        <a:ea typeface="ＭＳ Ｐゴシック" charset="0"/>
        <a:cs typeface="ＭＳ Ｐゴシック" charset="0"/>
      </a:defRPr>
    </a:lvl1pPr>
    <a:lvl2pPr marL="457200" algn="l" rtl="0" fontAlgn="base">
      <a:spcBef>
        <a:spcPct val="0"/>
      </a:spcBef>
      <a:spcAft>
        <a:spcPct val="0"/>
      </a:spcAft>
      <a:defRPr sz="3200" kern="1200">
        <a:solidFill>
          <a:schemeClr val="tx1"/>
        </a:solidFill>
        <a:latin typeface="Comic Sans MS" charset="0"/>
        <a:ea typeface="ＭＳ Ｐゴシック" charset="0"/>
        <a:cs typeface="ＭＳ Ｐゴシック" charset="0"/>
      </a:defRPr>
    </a:lvl2pPr>
    <a:lvl3pPr marL="914400" algn="l" rtl="0" fontAlgn="base">
      <a:spcBef>
        <a:spcPct val="0"/>
      </a:spcBef>
      <a:spcAft>
        <a:spcPct val="0"/>
      </a:spcAft>
      <a:defRPr sz="3200" kern="1200">
        <a:solidFill>
          <a:schemeClr val="tx1"/>
        </a:solidFill>
        <a:latin typeface="Comic Sans MS" charset="0"/>
        <a:ea typeface="ＭＳ Ｐゴシック" charset="0"/>
        <a:cs typeface="ＭＳ Ｐゴシック" charset="0"/>
      </a:defRPr>
    </a:lvl3pPr>
    <a:lvl4pPr marL="1371600" algn="l" rtl="0" fontAlgn="base">
      <a:spcBef>
        <a:spcPct val="0"/>
      </a:spcBef>
      <a:spcAft>
        <a:spcPct val="0"/>
      </a:spcAft>
      <a:defRPr sz="3200" kern="1200">
        <a:solidFill>
          <a:schemeClr val="tx1"/>
        </a:solidFill>
        <a:latin typeface="Comic Sans MS" charset="0"/>
        <a:ea typeface="ＭＳ Ｐゴシック" charset="0"/>
        <a:cs typeface="ＭＳ Ｐゴシック" charset="0"/>
      </a:defRPr>
    </a:lvl4pPr>
    <a:lvl5pPr marL="1828800" algn="l" rtl="0" fontAlgn="base">
      <a:spcBef>
        <a:spcPct val="0"/>
      </a:spcBef>
      <a:spcAft>
        <a:spcPct val="0"/>
      </a:spcAft>
      <a:defRPr sz="3200" kern="1200">
        <a:solidFill>
          <a:schemeClr val="tx1"/>
        </a:solidFill>
        <a:latin typeface="Comic Sans MS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sz="3200" kern="1200">
        <a:solidFill>
          <a:schemeClr val="tx1"/>
        </a:solidFill>
        <a:latin typeface="Comic Sans MS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sz="3200" kern="1200">
        <a:solidFill>
          <a:schemeClr val="tx1"/>
        </a:solidFill>
        <a:latin typeface="Comic Sans MS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sz="3200" kern="1200">
        <a:solidFill>
          <a:schemeClr val="tx1"/>
        </a:solidFill>
        <a:latin typeface="Comic Sans MS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sz="3200" kern="1200">
        <a:solidFill>
          <a:schemeClr val="tx1"/>
        </a:solidFill>
        <a:latin typeface="Comic Sans MS" charset="0"/>
        <a:ea typeface="ＭＳ Ｐゴシック" charset="0"/>
        <a:cs typeface="ＭＳ Ｐゴシック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9B0"/>
    <a:srgbClr val="004070"/>
    <a:srgbClr val="005FA6"/>
    <a:srgbClr val="F97407"/>
    <a:srgbClr val="013C69"/>
    <a:srgbClr val="60E6E1"/>
    <a:srgbClr val="201FF0"/>
    <a:srgbClr val="3D9E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>
    <p:restoredLeft sz="15620"/>
    <p:restoredTop sz="94660"/>
  </p:normalViewPr>
  <p:slideViewPr>
    <p:cSldViewPr>
      <p:cViewPr>
        <p:scale>
          <a:sx n="100" d="100"/>
          <a:sy n="100" d="100"/>
        </p:scale>
        <p:origin x="-656" y="-19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notesMaster" Target="notesMasters/notesMaster1.xml"/><Relationship Id="rId68" Type="http://schemas.openxmlformats.org/officeDocument/2006/relationships/handoutMaster" Target="handoutMasters/handoutMaster1.xml"/><Relationship Id="rId69" Type="http://schemas.openxmlformats.org/officeDocument/2006/relationships/printerSettings" Target="printerSettings/printerSettings1.bin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70" Type="http://schemas.openxmlformats.org/officeDocument/2006/relationships/presProps" Target="presProps.xml"/><Relationship Id="rId71" Type="http://schemas.openxmlformats.org/officeDocument/2006/relationships/viewProps" Target="viewProps.xml"/><Relationship Id="rId72" Type="http://schemas.openxmlformats.org/officeDocument/2006/relationships/theme" Target="theme/theme1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73" Type="http://schemas.openxmlformats.org/officeDocument/2006/relationships/tableStyles" Target="tableStyles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Relationship Id="rId2" Type="http://schemas.openxmlformats.org/officeDocument/2006/relationships/image" Target="../media/image4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Relationship Id="rId2" Type="http://schemas.openxmlformats.org/officeDocument/2006/relationships/image" Target="../media/image6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emf"/><Relationship Id="rId2" Type="http://schemas.openxmlformats.org/officeDocument/2006/relationships/image" Target="../media/image10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emf"/><Relationship Id="rId2" Type="http://schemas.openxmlformats.org/officeDocument/2006/relationships/image" Target="../media/image12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emf"/><Relationship Id="rId2" Type="http://schemas.openxmlformats.org/officeDocument/2006/relationships/image" Target="../media/image15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e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emf"/><Relationship Id="rId2" Type="http://schemas.openxmlformats.org/officeDocument/2006/relationships/image" Target="../media/image19.e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e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e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.e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2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ahom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26829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ahom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26829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ahom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26829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ahoma" charset="0"/>
              </a:defRPr>
            </a:lvl1pPr>
          </a:lstStyle>
          <a:p>
            <a:pPr>
              <a:defRPr/>
            </a:pPr>
            <a:fld id="{C0C0A947-1BBA-AD47-880C-8075A2EF1038}" type="slidenum">
              <a:rPr lang="it-IT"/>
              <a:pPr>
                <a:defRPr/>
              </a:pPr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8451890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ahom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17408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ahom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143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17408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7408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ahom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17408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ahoma" charset="0"/>
              </a:defRPr>
            </a:lvl1pPr>
          </a:lstStyle>
          <a:p>
            <a:pPr>
              <a:defRPr/>
            </a:pPr>
            <a:fld id="{69DC7B21-583F-CD44-B53F-C88A2417CA9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29080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4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5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fld id="{7D39BA04-5008-0745-BDA3-82A84C11E4B3}" type="slidenum">
              <a:rPr lang="en-US" sz="1200">
                <a:latin typeface="Tahoma" charset="0"/>
              </a:rPr>
              <a:pPr eaLnBrk="1" hangingPunct="1"/>
              <a:t>1</a:t>
            </a:fld>
            <a:endParaRPr lang="en-US" sz="1200">
              <a:latin typeface="Tahoma" charset="0"/>
            </a:endParaRPr>
          </a:p>
        </p:txBody>
      </p:sp>
      <p:sp>
        <p:nvSpPr>
          <p:cNvPr id="163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it-IT"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A181CD5-EA17-4747-BA61-51AEF56AB260}" type="slidenum">
              <a:rPr lang="en-US"/>
              <a:pPr/>
              <a:t>3</a:t>
            </a:fld>
            <a:endParaRPr lang="en-US"/>
          </a:p>
        </p:txBody>
      </p:sp>
      <p:sp>
        <p:nvSpPr>
          <p:cNvPr id="634882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63488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9E7AE22-2757-794B-8891-0AC208994CF2}" type="slidenum">
              <a:rPr lang="en-US"/>
              <a:pPr/>
              <a:t>4</a:t>
            </a:fld>
            <a:endParaRPr lang="en-US"/>
          </a:p>
        </p:txBody>
      </p:sp>
      <p:sp>
        <p:nvSpPr>
          <p:cNvPr id="636930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63693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2A0576E-D6B4-9E44-B693-44A1D9FA5C03}" type="slidenum">
              <a:rPr lang="en-US"/>
              <a:pPr/>
              <a:t>5</a:t>
            </a:fld>
            <a:endParaRPr lang="en-US"/>
          </a:p>
        </p:txBody>
      </p:sp>
      <p:sp>
        <p:nvSpPr>
          <p:cNvPr id="638978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63897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3481F1F-CDDE-CB4F-9C17-5FB4241871C9}" type="slidenum">
              <a:rPr lang="en-US"/>
              <a:pPr/>
              <a:t>6</a:t>
            </a:fld>
            <a:endParaRPr lang="en-US"/>
          </a:p>
        </p:txBody>
      </p:sp>
      <p:sp>
        <p:nvSpPr>
          <p:cNvPr id="641026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64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81ED3C4-E983-DF40-9605-8FDB550CD929}" type="slidenum">
              <a:rPr lang="en-US"/>
              <a:pPr/>
              <a:t>7</a:t>
            </a:fld>
            <a:endParaRPr lang="en-US"/>
          </a:p>
        </p:txBody>
      </p:sp>
      <p:sp>
        <p:nvSpPr>
          <p:cNvPr id="643074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64307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C5477E5-59EF-7A4F-BFDC-910F5B49EDC4}" type="slidenum">
              <a:rPr lang="en-US"/>
              <a:pPr/>
              <a:t>8</a:t>
            </a:fld>
            <a:endParaRPr lang="en-US"/>
          </a:p>
        </p:txBody>
      </p:sp>
      <p:sp>
        <p:nvSpPr>
          <p:cNvPr id="645122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64512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B4FEB36-6AB7-644B-A93A-92E42DFA218D}" type="slidenum">
              <a:rPr lang="en-US"/>
              <a:pPr/>
              <a:t>9</a:t>
            </a:fld>
            <a:endParaRPr lang="en-US"/>
          </a:p>
        </p:txBody>
      </p:sp>
      <p:sp>
        <p:nvSpPr>
          <p:cNvPr id="647170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64717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0A8303C-FD7B-B347-9F35-A379886FE6F1}" type="slidenum">
              <a:rPr lang="en-US"/>
              <a:pPr/>
              <a:t>10</a:t>
            </a:fld>
            <a:endParaRPr lang="en-US"/>
          </a:p>
        </p:txBody>
      </p:sp>
      <p:sp>
        <p:nvSpPr>
          <p:cNvPr id="649218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64921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665A7C1-C277-A149-B16F-0F5BD517AE84}" type="slidenum">
              <a:rPr lang="en-US"/>
              <a:pPr/>
              <a:t>11</a:t>
            </a:fld>
            <a:endParaRPr lang="en-US"/>
          </a:p>
        </p:txBody>
      </p:sp>
      <p:sp>
        <p:nvSpPr>
          <p:cNvPr id="651266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65126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4219890-F30F-BC41-B529-2B528FDC8C11}" type="slidenum">
              <a:rPr lang="en-US"/>
              <a:pPr/>
              <a:t>12</a:t>
            </a:fld>
            <a:endParaRPr lang="en-US"/>
          </a:p>
        </p:txBody>
      </p:sp>
      <p:sp>
        <p:nvSpPr>
          <p:cNvPr id="653314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65331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66AD997-2167-964F-95EC-C98B7F111D20}" type="slidenum">
              <a:rPr lang="en-US"/>
              <a:pPr/>
              <a:t>13</a:t>
            </a:fld>
            <a:endParaRPr lang="en-US"/>
          </a:p>
        </p:txBody>
      </p:sp>
      <p:sp>
        <p:nvSpPr>
          <p:cNvPr id="655362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65536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CFF3F08-DE30-6443-B190-2EAC52AD5CE2}" type="slidenum">
              <a:rPr lang="en-US"/>
              <a:pPr/>
              <a:t>14</a:t>
            </a:fld>
            <a:endParaRPr lang="en-US"/>
          </a:p>
        </p:txBody>
      </p:sp>
      <p:sp>
        <p:nvSpPr>
          <p:cNvPr id="657410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65741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6B4B636-58B3-1243-88EF-8FF204AEED28}" type="slidenum">
              <a:rPr lang="en-US"/>
              <a:pPr/>
              <a:t>15</a:t>
            </a:fld>
            <a:endParaRPr lang="en-US"/>
          </a:p>
        </p:txBody>
      </p:sp>
      <p:sp>
        <p:nvSpPr>
          <p:cNvPr id="659458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65945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D2F88FB-438F-A145-976C-6A6A5E2542F4}" type="slidenum">
              <a:rPr lang="en-US"/>
              <a:pPr/>
              <a:t>16</a:t>
            </a:fld>
            <a:endParaRPr lang="en-US"/>
          </a:p>
        </p:txBody>
      </p:sp>
      <p:sp>
        <p:nvSpPr>
          <p:cNvPr id="661506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66150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DF6C342-C219-7043-9FF2-E599BF35A3D3}" type="slidenum">
              <a:rPr lang="en-US"/>
              <a:pPr/>
              <a:t>17</a:t>
            </a:fld>
            <a:endParaRPr lang="en-US"/>
          </a:p>
        </p:txBody>
      </p:sp>
      <p:sp>
        <p:nvSpPr>
          <p:cNvPr id="663554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66355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6E25B0C-8976-064E-BB9B-E36C4DBB2A72}" type="slidenum">
              <a:rPr lang="en-US"/>
              <a:pPr/>
              <a:t>18</a:t>
            </a:fld>
            <a:endParaRPr lang="en-US"/>
          </a:p>
        </p:txBody>
      </p:sp>
      <p:sp>
        <p:nvSpPr>
          <p:cNvPr id="665602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66560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E9CE01C-920E-A24D-AF21-A08F26ECB787}" type="slidenum">
              <a:rPr lang="en-US"/>
              <a:pPr/>
              <a:t>19</a:t>
            </a:fld>
            <a:endParaRPr lang="en-US"/>
          </a:p>
        </p:txBody>
      </p:sp>
      <p:sp>
        <p:nvSpPr>
          <p:cNvPr id="667650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6676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ED0651E-F065-4645-A3BF-6564D0133357}" type="slidenum">
              <a:rPr lang="en-US"/>
              <a:pPr/>
              <a:t>20</a:t>
            </a:fld>
            <a:endParaRPr lang="en-US"/>
          </a:p>
        </p:txBody>
      </p:sp>
      <p:sp>
        <p:nvSpPr>
          <p:cNvPr id="669698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66969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3D0E300-CF9E-6646-8A1C-F22F1262C714}" type="slidenum">
              <a:rPr lang="en-US"/>
              <a:pPr/>
              <a:t>21</a:t>
            </a:fld>
            <a:endParaRPr lang="en-US"/>
          </a:p>
        </p:txBody>
      </p:sp>
      <p:sp>
        <p:nvSpPr>
          <p:cNvPr id="671746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67174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4EEE313-2165-1340-9C60-04EC900ECCC0}" type="slidenum">
              <a:rPr lang="en-US"/>
              <a:pPr/>
              <a:t>22</a:t>
            </a:fld>
            <a:endParaRPr lang="en-US"/>
          </a:p>
        </p:txBody>
      </p:sp>
      <p:sp>
        <p:nvSpPr>
          <p:cNvPr id="673794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67379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6DBCEF8-AB4D-A942-8AD5-BC1C4C414CA2}" type="slidenum">
              <a:rPr lang="en-US"/>
              <a:pPr/>
              <a:t>23</a:t>
            </a:fld>
            <a:endParaRPr lang="en-US"/>
          </a:p>
        </p:txBody>
      </p:sp>
      <p:sp>
        <p:nvSpPr>
          <p:cNvPr id="675842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67584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DE86675-D771-DD4D-B375-C3894E9187FE}" type="slidenum">
              <a:rPr lang="en-US"/>
              <a:pPr/>
              <a:t>24</a:t>
            </a:fld>
            <a:endParaRPr lang="en-US"/>
          </a:p>
        </p:txBody>
      </p:sp>
      <p:sp>
        <p:nvSpPr>
          <p:cNvPr id="677890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67789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C643CEF-A64A-2E4F-853F-E6A06A5B15D7}" type="slidenum">
              <a:rPr lang="en-US"/>
              <a:pPr/>
              <a:t>25</a:t>
            </a:fld>
            <a:endParaRPr lang="en-US"/>
          </a:p>
        </p:txBody>
      </p:sp>
      <p:sp>
        <p:nvSpPr>
          <p:cNvPr id="679938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67993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7B9442A-AEA4-9B42-A233-4E949DCB45CA}" type="slidenum">
              <a:rPr lang="en-US"/>
              <a:pPr/>
              <a:t>26</a:t>
            </a:fld>
            <a:endParaRPr lang="en-US"/>
          </a:p>
        </p:txBody>
      </p:sp>
      <p:sp>
        <p:nvSpPr>
          <p:cNvPr id="681986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68198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A94A789-DF1F-D046-961F-79DB31C1AF64}" type="slidenum">
              <a:rPr lang="en-US"/>
              <a:pPr/>
              <a:t>27</a:t>
            </a:fld>
            <a:endParaRPr lang="en-US"/>
          </a:p>
        </p:txBody>
      </p:sp>
      <p:sp>
        <p:nvSpPr>
          <p:cNvPr id="684034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68403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A3C0CC2-F60F-6C40-8FB0-C827A98609FE}" type="slidenum">
              <a:rPr lang="en-US"/>
              <a:pPr/>
              <a:t>28</a:t>
            </a:fld>
            <a:endParaRPr lang="en-US"/>
          </a:p>
        </p:txBody>
      </p:sp>
      <p:sp>
        <p:nvSpPr>
          <p:cNvPr id="686082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68608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A861ED2-19D9-FF4E-8E2E-D83B35052EE1}" type="slidenum">
              <a:rPr lang="en-US"/>
              <a:pPr/>
              <a:t>29</a:t>
            </a:fld>
            <a:endParaRPr lang="en-US"/>
          </a:p>
        </p:txBody>
      </p:sp>
      <p:sp>
        <p:nvSpPr>
          <p:cNvPr id="688130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68813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C46664C-F377-924E-B9B9-8F09D26DDD69}" type="slidenum">
              <a:rPr lang="en-US"/>
              <a:pPr/>
              <a:t>30</a:t>
            </a:fld>
            <a:endParaRPr lang="en-US"/>
          </a:p>
        </p:txBody>
      </p:sp>
      <p:sp>
        <p:nvSpPr>
          <p:cNvPr id="690178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69017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E984467-6AAE-B54D-A6AD-7AFD13C3DE08}" type="slidenum">
              <a:rPr lang="en-US"/>
              <a:pPr/>
              <a:t>31</a:t>
            </a:fld>
            <a:endParaRPr lang="en-US"/>
          </a:p>
        </p:txBody>
      </p:sp>
      <p:sp>
        <p:nvSpPr>
          <p:cNvPr id="692226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6922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1B98744-4667-2B40-A766-A8001E23CDD8}" type="slidenum">
              <a:rPr lang="en-US"/>
              <a:pPr/>
              <a:t>32</a:t>
            </a:fld>
            <a:endParaRPr lang="en-US"/>
          </a:p>
        </p:txBody>
      </p:sp>
      <p:sp>
        <p:nvSpPr>
          <p:cNvPr id="694274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69427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43FA56B-6585-8543-87F0-BFFD50761231}" type="slidenum">
              <a:rPr lang="en-US"/>
              <a:pPr/>
              <a:t>33</a:t>
            </a:fld>
            <a:endParaRPr lang="en-US"/>
          </a:p>
        </p:txBody>
      </p:sp>
      <p:sp>
        <p:nvSpPr>
          <p:cNvPr id="696322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69632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5EF8E5D-EC7E-1E49-86E1-3B83B0C3ADA1}" type="slidenum">
              <a:rPr lang="en-US"/>
              <a:pPr/>
              <a:t>34</a:t>
            </a:fld>
            <a:endParaRPr lang="en-US"/>
          </a:p>
        </p:txBody>
      </p:sp>
      <p:sp>
        <p:nvSpPr>
          <p:cNvPr id="698370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69837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6D823AF-42F2-0C44-8D61-260C7126F62C}" type="slidenum">
              <a:rPr lang="en-US"/>
              <a:pPr/>
              <a:t>35</a:t>
            </a:fld>
            <a:endParaRPr lang="en-US"/>
          </a:p>
        </p:txBody>
      </p:sp>
      <p:sp>
        <p:nvSpPr>
          <p:cNvPr id="700418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70041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504B797-F63E-314E-9AD9-CD63B0C1FD3F}" type="slidenum">
              <a:rPr lang="en-US"/>
              <a:pPr/>
              <a:t>36</a:t>
            </a:fld>
            <a:endParaRPr lang="en-US"/>
          </a:p>
        </p:txBody>
      </p:sp>
      <p:sp>
        <p:nvSpPr>
          <p:cNvPr id="702466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70246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6E82A1B-ED4B-3D40-8C0F-F5812EA283D4}" type="slidenum">
              <a:rPr lang="en-US"/>
              <a:pPr/>
              <a:t>37</a:t>
            </a:fld>
            <a:endParaRPr lang="en-US"/>
          </a:p>
        </p:txBody>
      </p:sp>
      <p:sp>
        <p:nvSpPr>
          <p:cNvPr id="704514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70451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15AA3E1-6E1E-8A44-BF4F-1EEA1FC0C76A}" type="slidenum">
              <a:rPr lang="en-US"/>
              <a:pPr/>
              <a:t>38</a:t>
            </a:fld>
            <a:endParaRPr lang="en-US"/>
          </a:p>
        </p:txBody>
      </p:sp>
      <p:sp>
        <p:nvSpPr>
          <p:cNvPr id="706562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70656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35B35CB-7190-1F4D-944A-65BCEDF150D9}" type="slidenum">
              <a:rPr lang="en-US"/>
              <a:pPr/>
              <a:t>39</a:t>
            </a:fld>
            <a:endParaRPr lang="en-US"/>
          </a:p>
        </p:txBody>
      </p:sp>
      <p:sp>
        <p:nvSpPr>
          <p:cNvPr id="708610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70861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8F722FB-368A-3349-9076-17F23236B64F}" type="slidenum">
              <a:rPr lang="en-US"/>
              <a:pPr/>
              <a:t>40</a:t>
            </a:fld>
            <a:endParaRPr lang="en-US"/>
          </a:p>
        </p:txBody>
      </p:sp>
      <p:sp>
        <p:nvSpPr>
          <p:cNvPr id="710658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71065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9F734DE-588F-B74D-8142-0BCFADAE1B0B}" type="slidenum">
              <a:rPr lang="en-US"/>
              <a:pPr/>
              <a:t>41</a:t>
            </a:fld>
            <a:endParaRPr lang="en-US"/>
          </a:p>
        </p:txBody>
      </p:sp>
      <p:sp>
        <p:nvSpPr>
          <p:cNvPr id="712706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71270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38D824B-CDAD-9C42-9C4D-84978CB5ACB2}" type="slidenum">
              <a:rPr lang="en-US"/>
              <a:pPr/>
              <a:t>42</a:t>
            </a:fld>
            <a:endParaRPr lang="en-US"/>
          </a:p>
        </p:txBody>
      </p:sp>
      <p:sp>
        <p:nvSpPr>
          <p:cNvPr id="714754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71475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C13A6A8-1BA6-6144-B783-A762FFA45572}" type="slidenum">
              <a:rPr lang="en-US"/>
              <a:pPr/>
              <a:t>43</a:t>
            </a:fld>
            <a:endParaRPr lang="en-US"/>
          </a:p>
        </p:txBody>
      </p:sp>
      <p:sp>
        <p:nvSpPr>
          <p:cNvPr id="716802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71680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1792A95-9BE4-E744-9CA9-C872B864516B}" type="slidenum">
              <a:rPr lang="en-US"/>
              <a:pPr/>
              <a:t>44</a:t>
            </a:fld>
            <a:endParaRPr lang="en-US"/>
          </a:p>
        </p:txBody>
      </p:sp>
      <p:sp>
        <p:nvSpPr>
          <p:cNvPr id="718850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7188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DF8B8E5-DD68-D84B-B1FA-87552995F287}" type="slidenum">
              <a:rPr lang="en-US"/>
              <a:pPr/>
              <a:t>45</a:t>
            </a:fld>
            <a:endParaRPr lang="en-US"/>
          </a:p>
        </p:txBody>
      </p:sp>
      <p:sp>
        <p:nvSpPr>
          <p:cNvPr id="720898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72089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51BF4D2-2100-7143-A7F7-72E75C4C7B9B}" type="slidenum">
              <a:rPr lang="en-US"/>
              <a:pPr/>
              <a:t>46</a:t>
            </a:fld>
            <a:endParaRPr lang="en-US"/>
          </a:p>
        </p:txBody>
      </p:sp>
      <p:sp>
        <p:nvSpPr>
          <p:cNvPr id="722946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72294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165F182-D18B-444F-A53C-070F42400DC7}" type="slidenum">
              <a:rPr lang="en-US"/>
              <a:pPr/>
              <a:t>47</a:t>
            </a:fld>
            <a:endParaRPr lang="en-US"/>
          </a:p>
        </p:txBody>
      </p:sp>
      <p:sp>
        <p:nvSpPr>
          <p:cNvPr id="724994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72499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D80FA7F-8558-7D46-BF91-C7393140D670}" type="slidenum">
              <a:rPr lang="en-US"/>
              <a:pPr/>
              <a:t>48</a:t>
            </a:fld>
            <a:endParaRPr lang="en-US"/>
          </a:p>
        </p:txBody>
      </p:sp>
      <p:sp>
        <p:nvSpPr>
          <p:cNvPr id="727042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72704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8B1913A-C49E-7D44-B721-46C55054CD21}" type="slidenum">
              <a:rPr lang="en-US"/>
              <a:pPr/>
              <a:t>49</a:t>
            </a:fld>
            <a:endParaRPr lang="en-US"/>
          </a:p>
        </p:txBody>
      </p:sp>
      <p:sp>
        <p:nvSpPr>
          <p:cNvPr id="729090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72909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0D29A09-4FB8-DC4B-88F2-A58C897DE32E}" type="slidenum">
              <a:rPr lang="en-US"/>
              <a:pPr/>
              <a:t>50</a:t>
            </a:fld>
            <a:endParaRPr lang="en-US"/>
          </a:p>
        </p:txBody>
      </p:sp>
      <p:sp>
        <p:nvSpPr>
          <p:cNvPr id="731138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73113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CD2434E-482B-CB42-B6D9-C7BCE366AC5A}" type="slidenum">
              <a:rPr lang="en-US"/>
              <a:pPr/>
              <a:t>51</a:t>
            </a:fld>
            <a:endParaRPr lang="en-US"/>
          </a:p>
        </p:txBody>
      </p:sp>
      <p:sp>
        <p:nvSpPr>
          <p:cNvPr id="733186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73318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4807B2D-4855-A94E-8842-593A7EBA602E}" type="slidenum">
              <a:rPr lang="en-US"/>
              <a:pPr/>
              <a:t>52</a:t>
            </a:fld>
            <a:endParaRPr lang="en-US"/>
          </a:p>
        </p:txBody>
      </p:sp>
      <p:sp>
        <p:nvSpPr>
          <p:cNvPr id="735234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73523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1A97E80-7F26-FD4A-9ACC-D8FF1E5EE92E}" type="slidenum">
              <a:rPr lang="en-US"/>
              <a:pPr/>
              <a:t>53</a:t>
            </a:fld>
            <a:endParaRPr lang="en-US"/>
          </a:p>
        </p:txBody>
      </p:sp>
      <p:sp>
        <p:nvSpPr>
          <p:cNvPr id="737282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73728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7D65131-0D0C-5C48-9531-DB2B1C8A1CB0}" type="slidenum">
              <a:rPr lang="en-US"/>
              <a:pPr/>
              <a:t>54</a:t>
            </a:fld>
            <a:endParaRPr lang="en-US"/>
          </a:p>
        </p:txBody>
      </p:sp>
      <p:sp>
        <p:nvSpPr>
          <p:cNvPr id="739330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73933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9BCA9C4-7D67-FF48-88DD-DA3D6CBA50CE}" type="slidenum">
              <a:rPr lang="en-US"/>
              <a:pPr/>
              <a:t>55</a:t>
            </a:fld>
            <a:endParaRPr lang="en-US"/>
          </a:p>
        </p:txBody>
      </p:sp>
      <p:sp>
        <p:nvSpPr>
          <p:cNvPr id="741378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74137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FEFC409-5186-AA42-A956-B2422E8B0BBB}" type="slidenum">
              <a:rPr lang="en-US"/>
              <a:pPr/>
              <a:t>56</a:t>
            </a:fld>
            <a:endParaRPr lang="en-US"/>
          </a:p>
        </p:txBody>
      </p:sp>
      <p:sp>
        <p:nvSpPr>
          <p:cNvPr id="743426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7434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8C05398-519F-814C-A436-A55FA4E18129}" type="slidenum">
              <a:rPr lang="en-US"/>
              <a:pPr/>
              <a:t>57</a:t>
            </a:fld>
            <a:endParaRPr lang="en-US"/>
          </a:p>
        </p:txBody>
      </p:sp>
      <p:sp>
        <p:nvSpPr>
          <p:cNvPr id="745474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74547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9EC29C7-A3A0-EC41-9D75-DF9CB5091F53}" type="slidenum">
              <a:rPr lang="en-US"/>
              <a:pPr/>
              <a:t>58</a:t>
            </a:fld>
            <a:endParaRPr lang="en-US"/>
          </a:p>
        </p:txBody>
      </p:sp>
      <p:sp>
        <p:nvSpPr>
          <p:cNvPr id="747522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74752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497F915-A0FD-4248-89F6-710604BC492B}" type="slidenum">
              <a:rPr lang="en-US"/>
              <a:pPr/>
              <a:t>59</a:t>
            </a:fld>
            <a:endParaRPr lang="en-US"/>
          </a:p>
        </p:txBody>
      </p:sp>
      <p:sp>
        <p:nvSpPr>
          <p:cNvPr id="749570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74957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50D365C-8596-624F-B0D1-D850D60A22B4}" type="slidenum">
              <a:rPr lang="en-US"/>
              <a:pPr/>
              <a:t>60</a:t>
            </a:fld>
            <a:endParaRPr lang="en-US"/>
          </a:p>
        </p:txBody>
      </p:sp>
      <p:sp>
        <p:nvSpPr>
          <p:cNvPr id="751618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75161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FE3703F-B6E0-7A48-9EF2-327282185FEB}" type="slidenum">
              <a:rPr lang="en-US"/>
              <a:pPr/>
              <a:t>61</a:t>
            </a:fld>
            <a:endParaRPr lang="en-US"/>
          </a:p>
        </p:txBody>
      </p:sp>
      <p:sp>
        <p:nvSpPr>
          <p:cNvPr id="753666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75366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1AE84D2-DC48-B748-8419-7890D0FDF4A8}" type="slidenum">
              <a:rPr lang="en-US"/>
              <a:pPr/>
              <a:t>62</a:t>
            </a:fld>
            <a:endParaRPr lang="en-US"/>
          </a:p>
        </p:txBody>
      </p:sp>
      <p:sp>
        <p:nvSpPr>
          <p:cNvPr id="755714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75571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AA1C21B-D43D-5C41-8AFA-5D487803D521}" type="slidenum">
              <a:rPr lang="en-US"/>
              <a:pPr/>
              <a:t>63</a:t>
            </a:fld>
            <a:endParaRPr lang="en-US"/>
          </a:p>
        </p:txBody>
      </p:sp>
      <p:sp>
        <p:nvSpPr>
          <p:cNvPr id="757762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75776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3519961-78C3-5746-9445-C014A477F838}" type="slidenum">
              <a:rPr lang="en-US"/>
              <a:pPr/>
              <a:t>64</a:t>
            </a:fld>
            <a:endParaRPr lang="en-US"/>
          </a:p>
        </p:txBody>
      </p:sp>
      <p:sp>
        <p:nvSpPr>
          <p:cNvPr id="759810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75981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C444E81-1D11-C04B-A3D0-B1FE7DA30BDE}" type="slidenum">
              <a:rPr lang="en-US"/>
              <a:pPr/>
              <a:t>65</a:t>
            </a:fld>
            <a:endParaRPr lang="en-US"/>
          </a:p>
        </p:txBody>
      </p:sp>
      <p:sp>
        <p:nvSpPr>
          <p:cNvPr id="761858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76185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990600"/>
            <a:ext cx="9009063" cy="1052513"/>
            <a:chOff x="0" y="1536"/>
            <a:chExt cx="5675" cy="663"/>
          </a:xfrm>
        </p:grpSpPr>
        <p:grpSp>
          <p:nvGrpSpPr>
            <p:cNvPr id="5" name="Group 3"/>
            <p:cNvGrpSpPr>
              <a:grpSpLocks/>
            </p:cNvGrpSpPr>
            <p:nvPr/>
          </p:nvGrpSpPr>
          <p:grpSpPr bwMode="auto"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12" name="Rectangle 4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it-IT">
                  <a:latin typeface="Tahoma" charset="0"/>
                </a:endParaRPr>
              </a:p>
            </p:txBody>
          </p:sp>
          <p:sp>
            <p:nvSpPr>
              <p:cNvPr id="13" name="Rectangle 5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it-IT">
                  <a:latin typeface="Tahoma" charset="0"/>
                </a:endParaRPr>
              </a:p>
            </p:txBody>
          </p:sp>
        </p:grpSp>
        <p:grpSp>
          <p:nvGrpSpPr>
            <p:cNvPr id="6" name="Group 6"/>
            <p:cNvGrpSpPr>
              <a:grpSpLocks/>
            </p:cNvGrpSpPr>
            <p:nvPr/>
          </p:nvGrpSpPr>
          <p:grpSpPr bwMode="auto"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10" name="Rectangle 7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it-IT">
                  <a:latin typeface="Tahoma" charset="0"/>
                </a:endParaRPr>
              </a:p>
            </p:txBody>
          </p:sp>
          <p:sp>
            <p:nvSpPr>
              <p:cNvPr id="11" name="Rectangle 8"/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it-IT">
                  <a:latin typeface="Tahoma" charset="0"/>
                </a:endParaRPr>
              </a:p>
            </p:txBody>
          </p:sp>
        </p:grpSp>
        <p:sp>
          <p:nvSpPr>
            <p:cNvPr id="7" name="Rectangle 9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it-IT">
                <a:latin typeface="Tahoma" charset="0"/>
              </a:endParaRPr>
            </a:p>
          </p:txBody>
        </p:sp>
        <p:sp>
          <p:nvSpPr>
            <p:cNvPr id="8" name="Rectangle 10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it-IT">
                <a:latin typeface="Tahoma" charset="0"/>
              </a:endParaRPr>
            </a:p>
          </p:txBody>
        </p:sp>
        <p:sp>
          <p:nvSpPr>
            <p:cNvPr id="9" name="Rectangle 11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it-IT">
                <a:latin typeface="Tahoma" charset="0"/>
              </a:endParaRPr>
            </a:p>
          </p:txBody>
        </p:sp>
      </p:grpSp>
      <p:sp>
        <p:nvSpPr>
          <p:cNvPr id="65548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304800"/>
            <a:ext cx="7772400" cy="1143000"/>
          </a:xfrm>
        </p:spPr>
        <p:txBody>
          <a:bodyPr/>
          <a:lstStyle>
            <a:lvl1pPr algn="ctr">
              <a:defRPr sz="2800">
                <a:solidFill>
                  <a:schemeClr val="folHlink"/>
                </a:solidFill>
                <a:latin typeface="Arial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5549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066800" y="2590800"/>
            <a:ext cx="7010400" cy="3352800"/>
          </a:xfrm>
        </p:spPr>
        <p:txBody>
          <a:bodyPr/>
          <a:lstStyle>
            <a:lvl1pPr marL="0" indent="0" algn="ctr">
              <a:lnSpc>
                <a:spcPct val="100000"/>
              </a:lnSpc>
              <a:spcBef>
                <a:spcPct val="120000"/>
              </a:spcBef>
              <a:buFont typeface="Wingdings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419532120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Click to edit Master title style</a:t>
            </a:r>
            <a:endParaRPr lang="it-IT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1196752"/>
            <a:ext cx="8496944" cy="5184576"/>
          </a:xfrm>
        </p:spPr>
        <p:txBody>
          <a:bodyPr/>
          <a:lstStyle/>
          <a:p>
            <a:pPr lvl="0"/>
            <a:r>
              <a:rPr lang="it-IT" smtClean="0"/>
              <a:t>Click to edit Master text styles</a:t>
            </a:r>
          </a:p>
          <a:p>
            <a:pPr lvl="1"/>
            <a:r>
              <a:rPr lang="it-IT" smtClean="0"/>
              <a:t>Second level</a:t>
            </a:r>
          </a:p>
          <a:p>
            <a:pPr lvl="2"/>
            <a:r>
              <a:rPr lang="it-IT" smtClean="0"/>
              <a:t>Third level</a:t>
            </a:r>
          </a:p>
          <a:p>
            <a:pPr lvl="3"/>
            <a:r>
              <a:rPr lang="it-IT" smtClean="0"/>
              <a:t>Fourth level</a:t>
            </a:r>
          </a:p>
          <a:p>
            <a:pPr lvl="4"/>
            <a:r>
              <a:rPr lang="it-IT" smtClean="0"/>
              <a:t>Fifth level</a:t>
            </a:r>
            <a:endParaRPr lang="it-IT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172400" y="6525344"/>
            <a:ext cx="720080" cy="272752"/>
          </a:xfrm>
          <a:prstGeom prst="rect">
            <a:avLst/>
          </a:prstGeom>
          <a:ln/>
        </p:spPr>
        <p:txBody>
          <a:bodyPr/>
          <a:lstStyle>
            <a:lvl1pPr algn="r">
              <a:defRPr sz="1200">
                <a:latin typeface="Arial"/>
                <a:cs typeface="Arial"/>
              </a:defRPr>
            </a:lvl1pPr>
          </a:lstStyle>
          <a:p>
            <a:pPr>
              <a:defRPr/>
            </a:pPr>
            <a:fld id="{A5CB7864-E48A-A24E-9D04-923EB4B5302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94160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Click to edit Master title style</a:t>
            </a:r>
            <a:endParaRPr lang="it-IT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1000" y="1676400"/>
            <a:ext cx="4076700" cy="4419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 smtClean="0"/>
              <a:t>Click to edit Master text styles</a:t>
            </a:r>
          </a:p>
          <a:p>
            <a:pPr lvl="1"/>
            <a:r>
              <a:rPr lang="it-IT" smtClean="0"/>
              <a:t>Second level</a:t>
            </a:r>
          </a:p>
          <a:p>
            <a:pPr lvl="2"/>
            <a:r>
              <a:rPr lang="it-IT" smtClean="0"/>
              <a:t>Third level</a:t>
            </a:r>
          </a:p>
          <a:p>
            <a:pPr lvl="3"/>
            <a:r>
              <a:rPr lang="it-IT" smtClean="0"/>
              <a:t>Fourth level</a:t>
            </a:r>
          </a:p>
          <a:p>
            <a:pPr lvl="4"/>
            <a:r>
              <a:rPr lang="it-IT" smtClean="0"/>
              <a:t>Fifth level</a:t>
            </a:r>
            <a:endParaRPr lang="it-IT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10100" y="1676400"/>
            <a:ext cx="4076700" cy="4419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 smtClean="0"/>
              <a:t>Click to edit Master text styles</a:t>
            </a:r>
          </a:p>
          <a:p>
            <a:pPr lvl="1"/>
            <a:r>
              <a:rPr lang="it-IT" smtClean="0"/>
              <a:t>Second level</a:t>
            </a:r>
          </a:p>
          <a:p>
            <a:pPr lvl="2"/>
            <a:r>
              <a:rPr lang="it-IT" smtClean="0"/>
              <a:t>Third level</a:t>
            </a:r>
          </a:p>
          <a:p>
            <a:pPr lvl="3"/>
            <a:r>
              <a:rPr lang="it-IT" smtClean="0"/>
              <a:t>Fourth level</a:t>
            </a:r>
          </a:p>
          <a:p>
            <a:pPr lvl="4"/>
            <a:r>
              <a:rPr lang="it-IT" smtClean="0"/>
              <a:t>Fifth level</a:t>
            </a:r>
            <a:endParaRPr lang="it-IT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781800" y="63246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#</a:t>
            </a:r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40586508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it-IT" smtClean="0"/>
              <a:t>Click to edit Master title style</a:t>
            </a:r>
            <a:endParaRPr lang="it-IT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 smtClean="0"/>
              <a:t>Click to edit Master text styles</a:t>
            </a:r>
          </a:p>
          <a:p>
            <a:pPr lvl="1"/>
            <a:r>
              <a:rPr lang="it-IT" smtClean="0"/>
              <a:t>Second level</a:t>
            </a:r>
          </a:p>
          <a:p>
            <a:pPr lvl="2"/>
            <a:r>
              <a:rPr lang="it-IT" smtClean="0"/>
              <a:t>Third level</a:t>
            </a:r>
          </a:p>
          <a:p>
            <a:pPr lvl="3"/>
            <a:r>
              <a:rPr lang="it-IT" smtClean="0"/>
              <a:t>Fourth level</a:t>
            </a:r>
          </a:p>
          <a:p>
            <a:pPr lvl="4"/>
            <a:r>
              <a:rPr lang="it-IT" smtClean="0"/>
              <a:t>Fifth level</a:t>
            </a:r>
            <a:endParaRPr lang="it-IT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 smtClean="0"/>
              <a:t>Click to edit Master text styles</a:t>
            </a:r>
          </a:p>
          <a:p>
            <a:pPr lvl="1"/>
            <a:r>
              <a:rPr lang="it-IT" smtClean="0"/>
              <a:t>Second level</a:t>
            </a:r>
          </a:p>
          <a:p>
            <a:pPr lvl="2"/>
            <a:r>
              <a:rPr lang="it-IT" smtClean="0"/>
              <a:t>Third level</a:t>
            </a:r>
          </a:p>
          <a:p>
            <a:pPr lvl="3"/>
            <a:r>
              <a:rPr lang="it-IT" smtClean="0"/>
              <a:t>Fourth level</a:t>
            </a:r>
          </a:p>
          <a:p>
            <a:pPr lvl="4"/>
            <a:r>
              <a:rPr lang="it-IT" smtClean="0"/>
              <a:t>Fifth level</a:t>
            </a:r>
            <a:endParaRPr lang="it-IT"/>
          </a:p>
        </p:txBody>
      </p:sp>
      <p:sp>
        <p:nvSpPr>
          <p:cNvPr id="7" name="Rectangle 11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3246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8" name="Rectangle 12"/>
          <p:cNvSpPr>
            <a:spLocks noGrp="1" noChangeArrowheads="1"/>
          </p:cNvSpPr>
          <p:nvPr>
            <p:ph type="ftr" sz="quarter" idx="11"/>
          </p:nvPr>
        </p:nvSpPr>
        <p:spPr>
          <a:xfrm>
            <a:off x="3352800" y="6324600"/>
            <a:ext cx="28956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9" name="Rectangle 13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781800" y="63246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#</a:t>
            </a:r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42401493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Click to edit Master title style</a:t>
            </a:r>
            <a:endParaRPr lang="it-IT"/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781800" y="63246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#</a:t>
            </a:r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11125030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3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781800" y="63246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#</a:t>
            </a:r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8089704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Relationship Id="rId8" Type="http://schemas.openxmlformats.org/officeDocument/2006/relationships/image" Target="../media/image1.png"/><Relationship Id="rId9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 userDrawn="1"/>
        </p:nvGrpSpPr>
        <p:grpSpPr>
          <a:xfrm>
            <a:off x="179512" y="188640"/>
            <a:ext cx="8617272" cy="959768"/>
            <a:chOff x="203200" y="381000"/>
            <a:chExt cx="8556625" cy="1052513"/>
          </a:xfrm>
        </p:grpSpPr>
        <p:sp>
          <p:nvSpPr>
            <p:cNvPr id="1026" name="Rectangle 2"/>
            <p:cNvSpPr>
              <a:spLocks noChangeArrowheads="1"/>
            </p:cNvSpPr>
            <p:nvPr/>
          </p:nvSpPr>
          <p:spPr bwMode="ltGray">
            <a:xfrm>
              <a:off x="493713" y="488950"/>
              <a:ext cx="438150" cy="474663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kumimoji="1" lang="it-IT" sz="2400">
                <a:latin typeface="Tahoma" charset="0"/>
              </a:endParaRPr>
            </a:p>
          </p:txBody>
        </p:sp>
        <p:sp>
          <p:nvSpPr>
            <p:cNvPr id="1027" name="Rectangle 3"/>
            <p:cNvSpPr>
              <a:spLocks noChangeArrowheads="1"/>
            </p:cNvSpPr>
            <p:nvPr/>
          </p:nvSpPr>
          <p:spPr bwMode="ltGray">
            <a:xfrm>
              <a:off x="876300" y="488950"/>
              <a:ext cx="328613" cy="474663"/>
            </a:xfrm>
            <a:prstGeom prst="rect">
              <a:avLst/>
            </a:prstGeom>
            <a:gradFill rotWithShape="0">
              <a:gsLst>
                <a:gs pos="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kumimoji="1" lang="it-IT" sz="2400">
                <a:latin typeface="Tahoma" charset="0"/>
              </a:endParaRPr>
            </a:p>
          </p:txBody>
        </p:sp>
        <p:sp>
          <p:nvSpPr>
            <p:cNvPr id="1028" name="Rectangle 4"/>
            <p:cNvSpPr>
              <a:spLocks noChangeArrowheads="1"/>
            </p:cNvSpPr>
            <p:nvPr/>
          </p:nvSpPr>
          <p:spPr bwMode="ltGray">
            <a:xfrm>
              <a:off x="617538" y="911225"/>
              <a:ext cx="422275" cy="474663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kumimoji="1" lang="it-IT" sz="2400">
                <a:latin typeface="Tahoma" charset="0"/>
              </a:endParaRPr>
            </a:p>
          </p:txBody>
        </p:sp>
        <p:sp>
          <p:nvSpPr>
            <p:cNvPr id="1029" name="Rectangle 5"/>
            <p:cNvSpPr>
              <a:spLocks noChangeArrowheads="1"/>
            </p:cNvSpPr>
            <p:nvPr/>
          </p:nvSpPr>
          <p:spPr bwMode="ltGray">
            <a:xfrm>
              <a:off x="987425" y="911225"/>
              <a:ext cx="368300" cy="474663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kumimoji="1" lang="it-IT" sz="2400">
                <a:latin typeface="Tahoma" charset="0"/>
              </a:endParaRPr>
            </a:p>
          </p:txBody>
        </p:sp>
        <p:sp>
          <p:nvSpPr>
            <p:cNvPr id="1030" name="Rectangle 6"/>
            <p:cNvSpPr>
              <a:spLocks noChangeArrowheads="1"/>
            </p:cNvSpPr>
            <p:nvPr/>
          </p:nvSpPr>
          <p:spPr bwMode="ltGray">
            <a:xfrm>
              <a:off x="203200" y="838200"/>
              <a:ext cx="560388" cy="422275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kumimoji="1" lang="it-IT" sz="2400">
                <a:latin typeface="Tahoma" charset="0"/>
              </a:endParaRPr>
            </a:p>
          </p:txBody>
        </p:sp>
        <p:sp>
          <p:nvSpPr>
            <p:cNvPr id="1031" name="Rectangle 7"/>
            <p:cNvSpPr>
              <a:spLocks noChangeArrowheads="1"/>
            </p:cNvSpPr>
            <p:nvPr/>
          </p:nvSpPr>
          <p:spPr bwMode="gray">
            <a:xfrm>
              <a:off x="838200" y="381000"/>
              <a:ext cx="31750" cy="105251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kumimoji="1" lang="it-IT" sz="2400">
                <a:latin typeface="Tahoma" charset="0"/>
              </a:endParaRPr>
            </a:p>
          </p:txBody>
        </p:sp>
        <p:sp>
          <p:nvSpPr>
            <p:cNvPr id="1032" name="Rectangle 8"/>
            <p:cNvSpPr>
              <a:spLocks noChangeArrowheads="1"/>
            </p:cNvSpPr>
            <p:nvPr/>
          </p:nvSpPr>
          <p:spPr bwMode="gray">
            <a:xfrm>
              <a:off x="533400" y="1143000"/>
              <a:ext cx="8226425" cy="31750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kumimoji="1" lang="it-IT" sz="2400">
                <a:latin typeface="Tahoma" charset="0"/>
              </a:endParaRPr>
            </a:p>
          </p:txBody>
        </p:sp>
      </p:grpSp>
      <p:sp>
        <p:nvSpPr>
          <p:cNvPr id="1033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187624" y="260648"/>
            <a:ext cx="7535862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64522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323528" y="1196752"/>
            <a:ext cx="8424936" cy="49685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12" name="Group 11"/>
          <p:cNvGrpSpPr/>
          <p:nvPr userDrawn="1"/>
        </p:nvGrpSpPr>
        <p:grpSpPr>
          <a:xfrm>
            <a:off x="107504" y="6381328"/>
            <a:ext cx="8911281" cy="476187"/>
            <a:chOff x="107504" y="6381328"/>
            <a:chExt cx="8911281" cy="476187"/>
          </a:xfrm>
        </p:grpSpPr>
        <p:sp>
          <p:nvSpPr>
            <p:cNvPr id="13" name="Rectangle 7"/>
            <p:cNvSpPr>
              <a:spLocks noChangeArrowheads="1"/>
            </p:cNvSpPr>
            <p:nvPr userDrawn="1"/>
          </p:nvSpPr>
          <p:spPr bwMode="auto">
            <a:xfrm>
              <a:off x="107504" y="6381328"/>
              <a:ext cx="8892480" cy="387350"/>
            </a:xfrm>
            <a:prstGeom prst="rect">
              <a:avLst/>
            </a:prstGeom>
            <a:solidFill>
              <a:srgbClr val="FF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it-IT" sz="1000" b="1"/>
                <a:t>Introduzione agli algoritmi e strutture dati 2/ed</a:t>
              </a:r>
              <a:r>
                <a:rPr lang="it-IT" sz="1000"/>
                <a:t/>
              </a:r>
              <a:br>
                <a:rPr lang="it-IT" sz="1000"/>
              </a:br>
              <a:r>
                <a:rPr lang="it-IT" sz="1000"/>
                <a:t>T. H. Cormen, C. E. Leiserson, R. L. Rivest, C. Stein</a:t>
              </a:r>
            </a:p>
          </p:txBody>
        </p:sp>
        <p:pic>
          <p:nvPicPr>
            <p:cNvPr id="14" name="Picture 9" descr="McGraw"/>
            <p:cNvPicPr>
              <a:picLocks noChangeAspect="1" noChangeArrowheads="1"/>
            </p:cNvPicPr>
            <p:nvPr userDrawn="1"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604448" y="6400315"/>
              <a:ext cx="414337" cy="457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5" name="Text Box 8"/>
            <p:cNvSpPr txBox="1">
              <a:spLocks noChangeArrowheads="1"/>
            </p:cNvSpPr>
            <p:nvPr userDrawn="1"/>
          </p:nvSpPr>
          <p:spPr bwMode="auto">
            <a:xfrm>
              <a:off x="5364088" y="6453336"/>
              <a:ext cx="2922588" cy="2444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it-IT" sz="1000" dirty="0"/>
                <a:t>Copyright © 2005 – The McGraw-Hill Companies </a:t>
              </a:r>
              <a:r>
                <a:rPr lang="it-IT" sz="1000" dirty="0" err="1"/>
                <a:t>srl</a:t>
              </a:r>
              <a:endParaRPr lang="it-IT" sz="1000" dirty="0"/>
            </a:p>
          </p:txBody>
        </p:sp>
      </p:grpSp>
      <p:pic>
        <p:nvPicPr>
          <p:cNvPr id="16" name="Picture 10" descr="6251-7"/>
          <p:cNvPicPr>
            <a:picLocks noChangeAspect="1" noChangeArrowheads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0432" y="116632"/>
            <a:ext cx="560387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28" r:id="rId1"/>
    <p:sldLayoutId id="2147483718" r:id="rId2"/>
    <p:sldLayoutId id="2147483720" r:id="rId3"/>
    <p:sldLayoutId id="2147483721" r:id="rId4"/>
    <p:sldLayoutId id="2147483722" r:id="rId5"/>
    <p:sldLayoutId id="2147483723" r:id="rId6"/>
  </p:sldLayoutIdLst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5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5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5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5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5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522" grpId="0" build="p" bldLvl="3" autoUpdateAnimBg="0">
        <p:tmplLst>
          <p:tmpl lvl="1">
            <p:tnLst>
              <p:par>
                <p:cTn xmlns:p14="http://schemas.microsoft.com/office/powerpoint/2010/main"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499"/>
                          </p:stCondLst>
                        </p:cTn>
                        <p:tgtEl>
                          <p:spTgt spid="645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2">
            <p:tnLst>
              <p:par>
                <p:cTn xmlns:p14="http://schemas.microsoft.com/office/powerpoint/2010/main"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499"/>
                          </p:stCondLst>
                        </p:cTn>
                        <p:tgtEl>
                          <p:spTgt spid="645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3">
            <p:tnLst>
              <p:par>
                <p:cTn xmlns:p14="http://schemas.microsoft.com/office/powerpoint/2010/main"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499"/>
                          </p:stCondLst>
                        </p:cTn>
                        <p:tgtEl>
                          <p:spTgt spid="645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4">
            <p:tnLst>
              <p:par>
                <p:cTn xmlns:p14="http://schemas.microsoft.com/office/powerpoint/2010/main"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499"/>
                          </p:stCondLst>
                        </p:cTn>
                        <p:tgtEl>
                          <p:spTgt spid="645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5">
            <p:tnLst>
              <p:par>
                <p:cTn xmlns:p14="http://schemas.microsoft.com/office/powerpoint/2010/main"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499"/>
                          </p:stCondLst>
                        </p:cTn>
                        <p:tgtEl>
                          <p:spTgt spid="645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</p:bldLst>
  </p:timing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hlink"/>
          </a:solidFill>
          <a:latin typeface="Arial"/>
          <a:ea typeface="ＭＳ Ｐゴシック" charset="-128"/>
          <a:cs typeface="Arial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hlink"/>
          </a:solidFill>
          <a:latin typeface="Times New Roman" charset="0"/>
          <a:ea typeface="ＭＳ Ｐゴシック" charset="-128"/>
          <a:cs typeface="ＭＳ Ｐゴシック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hlink"/>
          </a:solidFill>
          <a:latin typeface="Times New Roman" charset="0"/>
          <a:ea typeface="ＭＳ Ｐゴシック" charset="-128"/>
          <a:cs typeface="ＭＳ Ｐゴシック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hlink"/>
          </a:solidFill>
          <a:latin typeface="Times New Roman" charset="0"/>
          <a:ea typeface="ＭＳ Ｐゴシック" charset="-128"/>
          <a:cs typeface="ＭＳ Ｐゴシック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hlink"/>
          </a:solidFill>
          <a:latin typeface="Times New Roman" charset="0"/>
          <a:ea typeface="ＭＳ Ｐゴシック" charset="-128"/>
          <a:cs typeface="ＭＳ Ｐゴシック" charset="-128"/>
        </a:defRPr>
      </a:lvl5pPr>
      <a:lvl6pPr marL="457200" algn="l" rtl="0" fontAlgn="base">
        <a:spcBef>
          <a:spcPct val="0"/>
        </a:spcBef>
        <a:spcAft>
          <a:spcPct val="0"/>
        </a:spcAft>
        <a:defRPr sz="3200" b="1">
          <a:solidFill>
            <a:schemeClr val="hlink"/>
          </a:solidFill>
          <a:latin typeface="Times New Roman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 b="1">
          <a:solidFill>
            <a:schemeClr val="hlink"/>
          </a:solidFill>
          <a:latin typeface="Times New Roman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 b="1">
          <a:solidFill>
            <a:schemeClr val="hlink"/>
          </a:solidFill>
          <a:latin typeface="Times New Roman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hlink"/>
          </a:solidFill>
          <a:latin typeface="Times New Roman" charset="0"/>
        </a:defRPr>
      </a:lvl9pPr>
    </p:titleStyle>
    <p:bodyStyle>
      <a:lvl1pPr marL="342900" indent="-342900" algn="l" rtl="0" eaLnBrk="0" fontAlgn="base" hangingPunct="0">
        <a:lnSpc>
          <a:spcPct val="110000"/>
        </a:lnSpc>
        <a:spcBef>
          <a:spcPct val="50000"/>
        </a:spcBef>
        <a:spcAft>
          <a:spcPct val="0"/>
        </a:spcAft>
        <a:buClr>
          <a:schemeClr val="hlink"/>
        </a:buClr>
        <a:buFont typeface="Wingdings" charset="0"/>
        <a:buChar char="Ø"/>
        <a:defRPr sz="2400">
          <a:solidFill>
            <a:srgbClr val="201FF0"/>
          </a:solidFill>
          <a:latin typeface="+mn-lt"/>
          <a:ea typeface="ＭＳ Ｐゴシック" charset="-128"/>
          <a:cs typeface="ＭＳ Ｐゴシック" charset="-128"/>
        </a:defRPr>
      </a:lvl1pPr>
      <a:lvl2pPr marL="742950" indent="-285750" algn="l" rtl="0" eaLnBrk="0" fontAlgn="base" hangingPunct="0">
        <a:spcBef>
          <a:spcPct val="40000"/>
        </a:spcBef>
        <a:spcAft>
          <a:spcPct val="0"/>
        </a:spcAft>
        <a:buClr>
          <a:schemeClr val="folHlink"/>
        </a:buClr>
        <a:buSzPct val="95000"/>
        <a:buFont typeface="Wingdings" charset="0"/>
        <a:buChar char="ü"/>
        <a:defRPr sz="2000">
          <a:solidFill>
            <a:schemeClr val="hlink"/>
          </a:solidFill>
          <a:latin typeface="+mn-lt"/>
          <a:ea typeface="ＭＳ Ｐゴシック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charset="0"/>
        <a:buChar char="n"/>
        <a:defRPr sz="2000">
          <a:solidFill>
            <a:schemeClr val="tx1"/>
          </a:solidFill>
          <a:latin typeface="+mn-lt"/>
          <a:ea typeface="ＭＳ Ｐゴシック" charset="-128"/>
        </a:defRPr>
      </a:lvl3pPr>
      <a:lvl4pPr marL="15621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charset="0"/>
        <a:buChar char="n"/>
        <a:defRPr>
          <a:solidFill>
            <a:schemeClr val="tx1"/>
          </a:solidFill>
          <a:latin typeface="+mn-lt"/>
          <a:ea typeface="ＭＳ Ｐゴシック" charset="-128"/>
        </a:defRPr>
      </a:lvl4pPr>
      <a:lvl5pPr marL="19812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charset="0"/>
        <a:buChar char="n"/>
        <a:defRPr>
          <a:solidFill>
            <a:schemeClr val="tx1"/>
          </a:solidFill>
          <a:latin typeface="+mn-lt"/>
          <a:ea typeface="ＭＳ Ｐゴシック" charset="-128"/>
        </a:defRPr>
      </a:lvl5pPr>
      <a:lvl6pPr marL="24384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charset="2"/>
        <a:buChar char="n"/>
        <a:defRPr>
          <a:solidFill>
            <a:schemeClr val="tx1"/>
          </a:solidFill>
          <a:latin typeface="+mn-lt"/>
          <a:ea typeface="ＭＳ Ｐゴシック" charset="-128"/>
        </a:defRPr>
      </a:lvl6pPr>
      <a:lvl7pPr marL="2895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charset="2"/>
        <a:buChar char="n"/>
        <a:defRPr>
          <a:solidFill>
            <a:schemeClr val="tx1"/>
          </a:solidFill>
          <a:latin typeface="+mn-lt"/>
          <a:ea typeface="ＭＳ Ｐゴシック" charset="-128"/>
        </a:defRPr>
      </a:lvl7pPr>
      <a:lvl8pPr marL="3352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charset="2"/>
        <a:buChar char="n"/>
        <a:defRPr>
          <a:solidFill>
            <a:schemeClr val="tx1"/>
          </a:solidFill>
          <a:latin typeface="+mn-lt"/>
          <a:ea typeface="ＭＳ Ｐゴシック" charset="-128"/>
        </a:defRPr>
      </a:lvl8pPr>
      <a:lvl9pPr marL="3810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charset="2"/>
        <a:buChar char="n"/>
        <a:defRPr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it-IT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4" Type="http://schemas.openxmlformats.org/officeDocument/2006/relationships/oleObject" Target="../embeddings/oleObject1.bin"/><Relationship Id="rId5" Type="http://schemas.openxmlformats.org/officeDocument/2006/relationships/image" Target="../media/image3.emf"/><Relationship Id="rId6" Type="http://schemas.openxmlformats.org/officeDocument/2006/relationships/oleObject" Target="../embeddings/oleObject2.bin"/><Relationship Id="rId7" Type="http://schemas.openxmlformats.org/officeDocument/2006/relationships/image" Target="../media/image4.emf"/><Relationship Id="rId1" Type="http://schemas.openxmlformats.org/officeDocument/2006/relationships/vmlDrawing" Target="../drawings/vmlDrawing1.vml"/><Relationship Id="rId2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4" Type="http://schemas.openxmlformats.org/officeDocument/2006/relationships/oleObject" Target="../embeddings/oleObject3.bin"/><Relationship Id="rId5" Type="http://schemas.openxmlformats.org/officeDocument/2006/relationships/image" Target="../media/image5.emf"/><Relationship Id="rId6" Type="http://schemas.openxmlformats.org/officeDocument/2006/relationships/oleObject" Target="../embeddings/oleObject4.bin"/><Relationship Id="rId7" Type="http://schemas.openxmlformats.org/officeDocument/2006/relationships/image" Target="../media/image6.emf"/><Relationship Id="rId1" Type="http://schemas.openxmlformats.org/officeDocument/2006/relationships/vmlDrawing" Target="../drawings/vmlDrawing2.vml"/><Relationship Id="rId2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4" Type="http://schemas.openxmlformats.org/officeDocument/2006/relationships/oleObject" Target="../embeddings/oleObject5.bin"/><Relationship Id="rId5" Type="http://schemas.openxmlformats.org/officeDocument/2006/relationships/image" Target="../media/image7.emf"/><Relationship Id="rId1" Type="http://schemas.openxmlformats.org/officeDocument/2006/relationships/vmlDrawing" Target="../drawings/vmlDrawing3.vml"/><Relationship Id="rId2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4" Type="http://schemas.openxmlformats.org/officeDocument/2006/relationships/oleObject" Target="../embeddings/oleObject6.bin"/><Relationship Id="rId5" Type="http://schemas.openxmlformats.org/officeDocument/2006/relationships/image" Target="../media/image8.emf"/><Relationship Id="rId1" Type="http://schemas.openxmlformats.org/officeDocument/2006/relationships/vmlDrawing" Target="../drawings/vmlDrawing4.vml"/><Relationship Id="rId2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4" Type="http://schemas.openxmlformats.org/officeDocument/2006/relationships/oleObject" Target="../embeddings/oleObject7.bin"/><Relationship Id="rId5" Type="http://schemas.openxmlformats.org/officeDocument/2006/relationships/image" Target="../media/image9.emf"/><Relationship Id="rId6" Type="http://schemas.openxmlformats.org/officeDocument/2006/relationships/oleObject" Target="../embeddings/oleObject8.bin"/><Relationship Id="rId7" Type="http://schemas.openxmlformats.org/officeDocument/2006/relationships/image" Target="../media/image10.emf"/><Relationship Id="rId1" Type="http://schemas.openxmlformats.org/officeDocument/2006/relationships/vmlDrawing" Target="../drawings/vmlDrawing5.vml"/><Relationship Id="rId2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4" Type="http://schemas.openxmlformats.org/officeDocument/2006/relationships/oleObject" Target="../embeddings/oleObject9.bin"/><Relationship Id="rId5" Type="http://schemas.openxmlformats.org/officeDocument/2006/relationships/image" Target="../media/image11.emf"/><Relationship Id="rId6" Type="http://schemas.openxmlformats.org/officeDocument/2006/relationships/oleObject" Target="../embeddings/oleObject10.bin"/><Relationship Id="rId7" Type="http://schemas.openxmlformats.org/officeDocument/2006/relationships/image" Target="../media/image12.emf"/><Relationship Id="rId1" Type="http://schemas.openxmlformats.org/officeDocument/2006/relationships/vmlDrawing" Target="../drawings/vmlDrawing6.vml"/><Relationship Id="rId2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4" Type="http://schemas.openxmlformats.org/officeDocument/2006/relationships/oleObject" Target="../embeddings/oleObject11.bin"/><Relationship Id="rId5" Type="http://schemas.openxmlformats.org/officeDocument/2006/relationships/image" Target="../media/image13.emf"/><Relationship Id="rId1" Type="http://schemas.openxmlformats.org/officeDocument/2006/relationships/vmlDrawing" Target="../drawings/vmlDrawing7.vml"/><Relationship Id="rId2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4" Type="http://schemas.openxmlformats.org/officeDocument/2006/relationships/oleObject" Target="../embeddings/oleObject12.bin"/><Relationship Id="rId5" Type="http://schemas.openxmlformats.org/officeDocument/2006/relationships/image" Target="../media/image14.emf"/><Relationship Id="rId6" Type="http://schemas.openxmlformats.org/officeDocument/2006/relationships/oleObject" Target="../embeddings/oleObject13.bin"/><Relationship Id="rId7" Type="http://schemas.openxmlformats.org/officeDocument/2006/relationships/image" Target="../media/image15.emf"/><Relationship Id="rId1" Type="http://schemas.openxmlformats.org/officeDocument/2006/relationships/vmlDrawing" Target="../drawings/vmlDrawing8.vml"/><Relationship Id="rId2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9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4" Type="http://schemas.openxmlformats.org/officeDocument/2006/relationships/oleObject" Target="../embeddings/oleObject14.bin"/><Relationship Id="rId5" Type="http://schemas.openxmlformats.org/officeDocument/2006/relationships/image" Target="../media/image16.emf"/><Relationship Id="rId1" Type="http://schemas.openxmlformats.org/officeDocument/2006/relationships/vmlDrawing" Target="../drawings/vmlDrawing9.vml"/><Relationship Id="rId2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4" Type="http://schemas.openxmlformats.org/officeDocument/2006/relationships/oleObject" Target="../embeddings/oleObject15.bin"/><Relationship Id="rId5" Type="http://schemas.openxmlformats.org/officeDocument/2006/relationships/image" Target="../media/image17.emf"/><Relationship Id="rId1" Type="http://schemas.openxmlformats.org/officeDocument/2006/relationships/vmlDrawing" Target="../drawings/vmlDrawing10.vml"/><Relationship Id="rId2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8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9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0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5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6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8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9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0.xml"/><Relationship Id="rId4" Type="http://schemas.openxmlformats.org/officeDocument/2006/relationships/oleObject" Target="../embeddings/oleObject16.bin"/><Relationship Id="rId5" Type="http://schemas.openxmlformats.org/officeDocument/2006/relationships/image" Target="../media/image18.emf"/><Relationship Id="rId6" Type="http://schemas.openxmlformats.org/officeDocument/2006/relationships/oleObject" Target="../embeddings/oleObject17.bin"/><Relationship Id="rId7" Type="http://schemas.openxmlformats.org/officeDocument/2006/relationships/image" Target="../media/image19.emf"/><Relationship Id="rId1" Type="http://schemas.openxmlformats.org/officeDocument/2006/relationships/vmlDrawing" Target="../drawings/vmlDrawing11.vml"/><Relationship Id="rId2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3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4.xml"/><Relationship Id="rId4" Type="http://schemas.openxmlformats.org/officeDocument/2006/relationships/oleObject" Target="../embeddings/oleObject18.bin"/><Relationship Id="rId5" Type="http://schemas.openxmlformats.org/officeDocument/2006/relationships/image" Target="../media/image20.emf"/><Relationship Id="rId1" Type="http://schemas.openxmlformats.org/officeDocument/2006/relationships/vmlDrawing" Target="../drawings/vmlDrawing12.vml"/><Relationship Id="rId2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5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6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7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8.xml"/><Relationship Id="rId4" Type="http://schemas.openxmlformats.org/officeDocument/2006/relationships/oleObject" Target="../embeddings/oleObject19.bin"/><Relationship Id="rId5" Type="http://schemas.openxmlformats.org/officeDocument/2006/relationships/image" Target="../media/image21.emf"/><Relationship Id="rId1" Type="http://schemas.openxmlformats.org/officeDocument/2006/relationships/vmlDrawing" Target="../drawings/vmlDrawing13.vml"/><Relationship Id="rId2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9.xml"/><Relationship Id="rId4" Type="http://schemas.openxmlformats.org/officeDocument/2006/relationships/oleObject" Target="../embeddings/oleObject20.bin"/><Relationship Id="rId5" Type="http://schemas.openxmlformats.org/officeDocument/2006/relationships/image" Target="../media/image22.emf"/><Relationship Id="rId1" Type="http://schemas.openxmlformats.org/officeDocument/2006/relationships/vmlDrawing" Target="../drawings/vmlDrawing14.vml"/><Relationship Id="rId2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0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3.xml"/><Relationship Id="rId4" Type="http://schemas.openxmlformats.org/officeDocument/2006/relationships/oleObject" Target="../embeddings/oleObject21.bin"/><Relationship Id="rId5" Type="http://schemas.openxmlformats.org/officeDocument/2006/relationships/image" Target="../media/image23.emf"/><Relationship Id="rId1" Type="http://schemas.openxmlformats.org/officeDocument/2006/relationships/vmlDrawing" Target="../drawings/vmlDrawing15.vml"/><Relationship Id="rId2" Type="http://schemas.openxmlformats.org/officeDocument/2006/relationships/slideLayout" Target="../slideLayouts/slideLayout6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4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5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0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1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3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8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it-IT">
                <a:ea typeface="ＭＳ Ｐゴシック" charset="0"/>
                <a:cs typeface="ＭＳ Ｐゴシック" charset="0"/>
              </a:rPr>
              <a:t>UNIVERSITA’ DI MILANO-BICOCCA</a:t>
            </a:r>
            <a:br>
              <a:rPr lang="it-IT">
                <a:ea typeface="ＭＳ Ｐゴシック" charset="0"/>
                <a:cs typeface="ＭＳ Ｐゴシック" charset="0"/>
              </a:rPr>
            </a:br>
            <a:r>
              <a:rPr lang="it-IT">
                <a:ea typeface="ＭＳ Ｐゴシック" charset="0"/>
                <a:cs typeface="ＭＳ Ｐゴシック" charset="0"/>
              </a:rPr>
              <a:t>CdL IN INFORMATICA</a:t>
            </a:r>
          </a:p>
        </p:txBody>
      </p:sp>
      <p:sp>
        <p:nvSpPr>
          <p:cNvPr id="15362" name="Rectangle 9"/>
          <p:cNvSpPr>
            <a:spLocks noGrp="1" noChangeArrowheads="1"/>
          </p:cNvSpPr>
          <p:nvPr>
            <p:ph type="subTitle" idx="1"/>
          </p:nvPr>
        </p:nvSpPr>
        <p:spPr>
          <a:xfrm>
            <a:off x="1043608" y="2204864"/>
            <a:ext cx="7086600" cy="3886200"/>
          </a:xfrm>
        </p:spPr>
        <p:txBody>
          <a:bodyPr/>
          <a:lstStyle/>
          <a:p>
            <a:pPr eaLnBrk="1" hangingPunct="1">
              <a:buFont typeface="Wingdings" charset="0"/>
              <a:buNone/>
            </a:pPr>
            <a:r>
              <a:rPr lang="it-IT" dirty="0">
                <a:latin typeface="Comic Sans MS" charset="0"/>
                <a:ea typeface="ＭＳ Ｐゴシック" charset="0"/>
                <a:cs typeface="ＭＳ Ｐゴシック" charset="0"/>
              </a:rPr>
              <a:t>Corso di</a:t>
            </a:r>
          </a:p>
          <a:p>
            <a:pPr eaLnBrk="1" hangingPunct="1">
              <a:spcBef>
                <a:spcPts val="1200"/>
              </a:spcBef>
            </a:pPr>
            <a:r>
              <a:rPr lang="it-IT" sz="2800" b="1" dirty="0">
                <a:solidFill>
                  <a:srgbClr val="FF0000"/>
                </a:solidFill>
              </a:rPr>
              <a:t>ANALISI E PROGETTO DI </a:t>
            </a:r>
            <a:r>
              <a:rPr lang="it-IT" sz="2800" b="1" dirty="0" smtClean="0">
                <a:solidFill>
                  <a:srgbClr val="FF0000"/>
                </a:solidFill>
              </a:rPr>
              <a:t>ALGORITMI</a:t>
            </a:r>
            <a:endParaRPr lang="it-IT" sz="2800" dirty="0" smtClean="0">
              <a:solidFill>
                <a:srgbClr val="FF0000"/>
              </a:solidFill>
            </a:endParaRPr>
          </a:p>
          <a:p>
            <a:pPr eaLnBrk="1" hangingPunct="1"/>
            <a:r>
              <a:rPr lang="en-US" dirty="0">
                <a:latin typeface="Comic Sans MS" charset="0"/>
                <a:ea typeface="ＭＳ Ｐゴシック" charset="0"/>
              </a:rPr>
              <a:t>Prof. Giancarlo Mauri</a:t>
            </a:r>
            <a:endParaRPr lang="it-IT" dirty="0">
              <a:latin typeface="Comic Sans MS" charset="0"/>
              <a:ea typeface="ＭＳ Ｐゴシック" charset="0"/>
            </a:endParaRPr>
          </a:p>
          <a:p>
            <a:pPr eaLnBrk="1" hangingPunct="1">
              <a:buFont typeface="Wingdings" charset="0"/>
              <a:buNone/>
            </a:pPr>
            <a:r>
              <a:rPr lang="it-IT" dirty="0" smtClean="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rPr>
              <a:t>Lezioni 13-14</a:t>
            </a:r>
            <a:endParaRPr lang="it-IT" dirty="0">
              <a:latin typeface="Comic Sans MS" charset="0"/>
              <a:ea typeface="ＭＳ Ｐゴシック" charset="0"/>
              <a:cs typeface="ＭＳ Ｐゴシック" charset="0"/>
            </a:endParaRPr>
          </a:p>
          <a:p>
            <a:pPr eaLnBrk="1" hangingPunct="1">
              <a:spcBef>
                <a:spcPts val="0"/>
              </a:spcBef>
            </a:pPr>
            <a:r>
              <a:rPr lang="it-IT" dirty="0" smtClean="0">
                <a:solidFill>
                  <a:srgbClr val="3D9E50"/>
                </a:solidFill>
                <a:latin typeface="Comic Sans MS" charset="0"/>
                <a:ea typeface="ＭＳ Ｐゴシック" charset="0"/>
                <a:cs typeface="ＭＳ Ｐゴシック" charset="0"/>
              </a:rPr>
              <a:t>Reti di flusso</a:t>
            </a:r>
            <a:endParaRPr lang="it-IT" dirty="0">
              <a:latin typeface="Comic Sans MS" charset="0"/>
              <a:ea typeface="ＭＳ Ｐゴシック" charset="0"/>
              <a:cs typeface="ＭＳ Ｐゴシック" charset="0"/>
            </a:endParaRPr>
          </a:p>
          <a:p>
            <a:pPr eaLnBrk="1" hangingPunct="1">
              <a:spcBef>
                <a:spcPts val="0"/>
              </a:spcBef>
            </a:pPr>
            <a:endParaRPr lang="it-IT" dirty="0">
              <a:latin typeface="Comic Sans MS" charset="0"/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288789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Reti di flusso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Una </a:t>
            </a:r>
            <a:r>
              <a:rPr lang="it-IT" dirty="0">
                <a:solidFill>
                  <a:schemeClr val="tx1"/>
                </a:solidFill>
              </a:rPr>
              <a:t>rete di flusso</a:t>
            </a:r>
            <a:r>
              <a:rPr lang="it-IT" dirty="0"/>
              <a:t> è un  grafo orientato </a:t>
            </a:r>
            <a:r>
              <a:rPr lang="it-IT" dirty="0">
                <a:solidFill>
                  <a:srgbClr val="FF0000"/>
                </a:solidFill>
              </a:rPr>
              <a:t>G = (V,E) </a:t>
            </a:r>
            <a:r>
              <a:rPr lang="it-IT" dirty="0"/>
              <a:t>ai cui archi è associata una </a:t>
            </a:r>
            <a:r>
              <a:rPr lang="it-IT" dirty="0">
                <a:solidFill>
                  <a:srgbClr val="000000"/>
                </a:solidFill>
              </a:rPr>
              <a:t>capacità </a:t>
            </a:r>
            <a:r>
              <a:rPr lang="it-IT" dirty="0">
                <a:solidFill>
                  <a:srgbClr val="FF0000"/>
                </a:solidFill>
              </a:rPr>
              <a:t>c(</a:t>
            </a:r>
            <a:r>
              <a:rPr lang="it-IT" dirty="0" err="1">
                <a:solidFill>
                  <a:srgbClr val="FF0000"/>
                </a:solidFill>
              </a:rPr>
              <a:t>u,v</a:t>
            </a:r>
            <a:r>
              <a:rPr lang="it-IT" dirty="0">
                <a:solidFill>
                  <a:srgbClr val="FF0000"/>
                </a:solidFill>
              </a:rPr>
              <a:t>) </a:t>
            </a:r>
            <a:r>
              <a:rPr lang="it-IT" dirty="0">
                <a:solidFill>
                  <a:srgbClr val="FF0000"/>
                </a:solidFill>
                <a:sym typeface="Symbol" charset="0"/>
              </a:rPr>
              <a:t> </a:t>
            </a:r>
            <a:r>
              <a:rPr lang="it-IT" dirty="0">
                <a:solidFill>
                  <a:srgbClr val="FF0000"/>
                </a:solidFill>
              </a:rPr>
              <a:t>0</a:t>
            </a:r>
            <a:r>
              <a:rPr lang="it-IT" dirty="0"/>
              <a:t>. Se </a:t>
            </a:r>
            <a:r>
              <a:rPr lang="it-IT" dirty="0">
                <a:solidFill>
                  <a:srgbClr val="FF0000"/>
                </a:solidFill>
              </a:rPr>
              <a:t>(</a:t>
            </a:r>
            <a:r>
              <a:rPr lang="it-IT" dirty="0" err="1">
                <a:solidFill>
                  <a:srgbClr val="FF0000"/>
                </a:solidFill>
              </a:rPr>
              <a:t>u,v</a:t>
            </a:r>
            <a:r>
              <a:rPr lang="it-IT" dirty="0">
                <a:solidFill>
                  <a:srgbClr val="FF0000"/>
                </a:solidFill>
              </a:rPr>
              <a:t>) </a:t>
            </a:r>
            <a:r>
              <a:rPr lang="it-IT" dirty="0">
                <a:solidFill>
                  <a:srgbClr val="FF0000"/>
                </a:solidFill>
                <a:sym typeface="Symbol" charset="0"/>
              </a:rPr>
              <a:t> </a:t>
            </a:r>
            <a:r>
              <a:rPr lang="it-IT" dirty="0">
                <a:solidFill>
                  <a:srgbClr val="FF0000"/>
                </a:solidFill>
              </a:rPr>
              <a:t>E</a:t>
            </a:r>
            <a:r>
              <a:rPr lang="it-IT" dirty="0"/>
              <a:t> si pone </a:t>
            </a:r>
            <a:r>
              <a:rPr lang="it-IT" dirty="0">
                <a:solidFill>
                  <a:srgbClr val="FF0000"/>
                </a:solidFill>
              </a:rPr>
              <a:t>c(</a:t>
            </a:r>
            <a:r>
              <a:rPr lang="it-IT" dirty="0" err="1">
                <a:solidFill>
                  <a:srgbClr val="FF0000"/>
                </a:solidFill>
              </a:rPr>
              <a:t>u,v</a:t>
            </a:r>
            <a:r>
              <a:rPr lang="it-IT" dirty="0">
                <a:solidFill>
                  <a:srgbClr val="FF0000"/>
                </a:solidFill>
              </a:rPr>
              <a:t>) </a:t>
            </a:r>
            <a:r>
              <a:rPr lang="it-IT" dirty="0">
                <a:solidFill>
                  <a:srgbClr val="FF0000"/>
                </a:solidFill>
                <a:sym typeface="Symbol" charset="0"/>
              </a:rPr>
              <a:t>= </a:t>
            </a:r>
            <a:r>
              <a:rPr lang="it-IT" dirty="0">
                <a:solidFill>
                  <a:srgbClr val="FF0000"/>
                </a:solidFill>
              </a:rPr>
              <a:t>0</a:t>
            </a:r>
            <a:endParaRPr lang="it-IT" dirty="0"/>
          </a:p>
          <a:p>
            <a:r>
              <a:rPr lang="it-IT" dirty="0"/>
              <a:t>In una rete di flusso si distinguono un vertice </a:t>
            </a:r>
            <a:r>
              <a:rPr lang="it-IT" dirty="0" err="1">
                <a:solidFill>
                  <a:srgbClr val="FF0000"/>
                </a:solidFill>
              </a:rPr>
              <a:t>s</a:t>
            </a:r>
            <a:r>
              <a:rPr lang="it-IT" dirty="0">
                <a:solidFill>
                  <a:srgbClr val="FF0000"/>
                </a:solidFill>
              </a:rPr>
              <a:t> </a:t>
            </a:r>
            <a:r>
              <a:rPr lang="it-IT" dirty="0"/>
              <a:t>detto </a:t>
            </a:r>
            <a:r>
              <a:rPr lang="it-IT" dirty="0">
                <a:solidFill>
                  <a:srgbClr val="000000"/>
                </a:solidFill>
              </a:rPr>
              <a:t>sorgente</a:t>
            </a:r>
            <a:r>
              <a:rPr lang="it-IT" dirty="0"/>
              <a:t> ed un vertice </a:t>
            </a:r>
            <a:r>
              <a:rPr lang="it-IT" dirty="0">
                <a:solidFill>
                  <a:srgbClr val="FF0000"/>
                </a:solidFill>
              </a:rPr>
              <a:t>t</a:t>
            </a:r>
            <a:r>
              <a:rPr lang="it-IT" dirty="0"/>
              <a:t> detto </a:t>
            </a:r>
            <a:r>
              <a:rPr lang="it-IT" dirty="0">
                <a:solidFill>
                  <a:srgbClr val="000000"/>
                </a:solidFill>
              </a:rPr>
              <a:t>pozzo</a:t>
            </a:r>
            <a:endParaRPr lang="it-IT" dirty="0"/>
          </a:p>
          <a:p>
            <a:r>
              <a:rPr lang="it-IT" dirty="0"/>
              <a:t>Assumeremo che ogni vertice sia raggiungibile dalla sorgente e che il pozzo sia raggiungibile da ogni </a:t>
            </a:r>
            <a:r>
              <a:rPr lang="it-IT" dirty="0" smtClean="0"/>
              <a:t>vertice</a:t>
            </a:r>
            <a:endParaRPr lang="it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5CB7864-E48A-A24E-9D04-923EB4B5302D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904168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33859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37064337"/>
              </p:ext>
            </p:extLst>
          </p:nvPr>
        </p:nvGraphicFramePr>
        <p:xfrm>
          <a:off x="6516217" y="2924944"/>
          <a:ext cx="1368152" cy="6495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69" name="Equation" r:id="rId4" imgW="850900" imgH="368300" progId="Equation.3">
                  <p:embed/>
                </p:oleObj>
              </mc:Choice>
              <mc:Fallback>
                <p:oleObj name="Equation" r:id="rId4" imgW="850900" imgH="3683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16217" y="2924944"/>
                        <a:ext cx="1368152" cy="64951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386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20238805"/>
              </p:ext>
            </p:extLst>
          </p:nvPr>
        </p:nvGraphicFramePr>
        <p:xfrm>
          <a:off x="4716016" y="4509120"/>
          <a:ext cx="1008112" cy="5748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70" name="Equation" r:id="rId6" imgW="635121" imgH="343148" progId="Equation.3">
                  <p:embed/>
                </p:oleObj>
              </mc:Choice>
              <mc:Fallback>
                <p:oleObj name="Equation" r:id="rId6" imgW="635121" imgH="34314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16016" y="4509120"/>
                        <a:ext cx="1008112" cy="57487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33862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Flusso in G</a:t>
            </a:r>
            <a:endParaRPr lang="it-IT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23528" y="1196752"/>
            <a:ext cx="8136904" cy="3960440"/>
          </a:xfrm>
        </p:spPr>
        <p:txBody>
          <a:bodyPr/>
          <a:lstStyle/>
          <a:p>
            <a:r>
              <a:rPr lang="it-IT" dirty="0" smtClean="0">
                <a:solidFill>
                  <a:schemeClr val="tx1"/>
                </a:solidFill>
              </a:rPr>
              <a:t>Flusso: </a:t>
            </a:r>
            <a:r>
              <a:rPr lang="it-IT" dirty="0" smtClean="0"/>
              <a:t>funzione </a:t>
            </a:r>
            <a:r>
              <a:rPr lang="it-IT" dirty="0" err="1" smtClean="0">
                <a:solidFill>
                  <a:srgbClr val="FF0000"/>
                </a:solidFill>
              </a:rPr>
              <a:t>f</a:t>
            </a:r>
            <a:r>
              <a:rPr lang="it-IT" dirty="0" smtClean="0">
                <a:solidFill>
                  <a:srgbClr val="FF0000"/>
                </a:solidFill>
              </a:rPr>
              <a:t>: V</a:t>
            </a:r>
            <a:r>
              <a:rPr lang="it-IT" baseline="30000" dirty="0" smtClean="0">
                <a:solidFill>
                  <a:srgbClr val="FF0000"/>
                </a:solidFill>
              </a:rPr>
              <a:t>2</a:t>
            </a:r>
            <a:r>
              <a:rPr lang="it-IT" dirty="0" smtClean="0">
                <a:solidFill>
                  <a:srgbClr val="FF0000"/>
                </a:solidFill>
                <a:sym typeface="Symbol" charset="0"/>
              </a:rPr>
              <a:t> </a:t>
            </a:r>
            <a:r>
              <a:rPr lang="it-IT" dirty="0" err="1" smtClean="0">
                <a:solidFill>
                  <a:srgbClr val="FF0000"/>
                </a:solidFill>
                <a:sym typeface="Symbol" charset="0"/>
              </a:rPr>
              <a:t>R</a:t>
            </a:r>
            <a:r>
              <a:rPr lang="it-IT" dirty="0" smtClean="0">
                <a:solidFill>
                  <a:srgbClr val="FF0000"/>
                </a:solidFill>
                <a:sym typeface="Symbol" charset="0"/>
              </a:rPr>
              <a:t> </a:t>
            </a:r>
            <a:r>
              <a:rPr lang="it-IT" dirty="0" smtClean="0">
                <a:solidFill>
                  <a:srgbClr val="FF0000"/>
                </a:solidFill>
              </a:rPr>
              <a:t> </a:t>
            </a:r>
            <a:r>
              <a:rPr lang="it-IT" dirty="0" smtClean="0"/>
              <a:t>che per ogni coppia di vertici </a:t>
            </a:r>
            <a:r>
              <a:rPr lang="it-IT" dirty="0" smtClean="0">
                <a:solidFill>
                  <a:srgbClr val="FF6600"/>
                </a:solidFill>
              </a:rPr>
              <a:t>(</a:t>
            </a:r>
            <a:r>
              <a:rPr lang="it-IT" dirty="0" err="1" smtClean="0">
                <a:solidFill>
                  <a:srgbClr val="FF6600"/>
                </a:solidFill>
              </a:rPr>
              <a:t>u,v</a:t>
            </a:r>
            <a:r>
              <a:rPr lang="it-IT" dirty="0" smtClean="0">
                <a:solidFill>
                  <a:srgbClr val="FF6600"/>
                </a:solidFill>
              </a:rPr>
              <a:t>)</a:t>
            </a:r>
            <a:r>
              <a:rPr lang="it-IT" dirty="0" smtClean="0"/>
              <a:t> soddisfa le proprietà di:</a:t>
            </a:r>
          </a:p>
          <a:p>
            <a:pPr lvl="1"/>
            <a:r>
              <a:rPr lang="it-IT" dirty="0" smtClean="0"/>
              <a:t> limite di capacità:		</a:t>
            </a:r>
            <a:r>
              <a:rPr lang="it-IT" dirty="0" err="1" smtClean="0"/>
              <a:t>f</a:t>
            </a:r>
            <a:r>
              <a:rPr lang="it-IT" dirty="0" smtClean="0"/>
              <a:t>(</a:t>
            </a:r>
            <a:r>
              <a:rPr lang="it-IT" dirty="0" err="1" smtClean="0"/>
              <a:t>u,v</a:t>
            </a:r>
            <a:r>
              <a:rPr lang="it-IT" dirty="0" smtClean="0"/>
              <a:t>) </a:t>
            </a:r>
            <a:r>
              <a:rPr lang="it-IT" dirty="0" smtClean="0">
                <a:sym typeface="Symbol" charset="0"/>
              </a:rPr>
              <a:t> </a:t>
            </a:r>
            <a:r>
              <a:rPr lang="it-IT" dirty="0" smtClean="0"/>
              <a:t>c(</a:t>
            </a:r>
            <a:r>
              <a:rPr lang="it-IT" dirty="0" err="1" smtClean="0"/>
              <a:t>u,v</a:t>
            </a:r>
            <a:r>
              <a:rPr lang="it-IT" dirty="0" smtClean="0"/>
              <a:t>)</a:t>
            </a:r>
          </a:p>
          <a:p>
            <a:pPr lvl="1"/>
            <a:r>
              <a:rPr lang="it-IT" dirty="0" smtClean="0"/>
              <a:t> </a:t>
            </a:r>
            <a:r>
              <a:rPr lang="it-IT" dirty="0" err="1" smtClean="0"/>
              <a:t>antisimmetria</a:t>
            </a:r>
            <a:r>
              <a:rPr lang="it-IT" dirty="0" smtClean="0"/>
              <a:t>:			</a:t>
            </a:r>
            <a:r>
              <a:rPr lang="it-IT" dirty="0" err="1" smtClean="0"/>
              <a:t>f</a:t>
            </a:r>
            <a:r>
              <a:rPr lang="it-IT" dirty="0" smtClean="0"/>
              <a:t>(</a:t>
            </a:r>
            <a:r>
              <a:rPr lang="it-IT" dirty="0" err="1" smtClean="0"/>
              <a:t>u,v</a:t>
            </a:r>
            <a:r>
              <a:rPr lang="it-IT" dirty="0" smtClean="0"/>
              <a:t>) = - </a:t>
            </a:r>
            <a:r>
              <a:rPr lang="it-IT" dirty="0" err="1" smtClean="0"/>
              <a:t>f</a:t>
            </a:r>
            <a:r>
              <a:rPr lang="it-IT" dirty="0" smtClean="0"/>
              <a:t>(</a:t>
            </a:r>
            <a:r>
              <a:rPr lang="it-IT" dirty="0" err="1" smtClean="0"/>
              <a:t>v,u</a:t>
            </a:r>
            <a:r>
              <a:rPr lang="it-IT" dirty="0" smtClean="0"/>
              <a:t>)</a:t>
            </a:r>
          </a:p>
          <a:p>
            <a:pPr lvl="1"/>
            <a:r>
              <a:rPr lang="it-IT" dirty="0" smtClean="0"/>
              <a:t> conservazione del flusso: 	</a:t>
            </a:r>
            <a:r>
              <a:rPr lang="it-IT" dirty="0" smtClean="0">
                <a:sym typeface="Symbol" charset="0"/>
              </a:rPr>
              <a:t></a:t>
            </a:r>
            <a:r>
              <a:rPr lang="it-IT" dirty="0" smtClean="0"/>
              <a:t>u </a:t>
            </a:r>
            <a:r>
              <a:rPr lang="it-IT" dirty="0" smtClean="0">
                <a:sym typeface="Symbol" charset="0"/>
              </a:rPr>
              <a:t></a:t>
            </a:r>
            <a:r>
              <a:rPr lang="it-IT" dirty="0" smtClean="0"/>
              <a:t>V \{</a:t>
            </a:r>
            <a:r>
              <a:rPr lang="it-IT" dirty="0" err="1" smtClean="0"/>
              <a:t>s,t</a:t>
            </a:r>
            <a:r>
              <a:rPr lang="it-IT" dirty="0" smtClean="0"/>
              <a:t>}</a:t>
            </a:r>
          </a:p>
          <a:p>
            <a:r>
              <a:rPr lang="it-IT" dirty="0" smtClean="0"/>
              <a:t>Il </a:t>
            </a:r>
            <a:r>
              <a:rPr lang="it-IT" dirty="0" smtClean="0">
                <a:solidFill>
                  <a:srgbClr val="000000"/>
                </a:solidFill>
              </a:rPr>
              <a:t>valore </a:t>
            </a:r>
            <a:r>
              <a:rPr lang="it-IT" dirty="0" smtClean="0">
                <a:solidFill>
                  <a:srgbClr val="FF0000"/>
                </a:solidFill>
              </a:rPr>
              <a:t>|</a:t>
            </a:r>
            <a:r>
              <a:rPr lang="it-IT" dirty="0" err="1" smtClean="0">
                <a:solidFill>
                  <a:srgbClr val="FF0000"/>
                </a:solidFill>
              </a:rPr>
              <a:t>f</a:t>
            </a:r>
            <a:r>
              <a:rPr lang="it-IT" dirty="0" smtClean="0">
                <a:solidFill>
                  <a:srgbClr val="FF0000"/>
                </a:solidFill>
              </a:rPr>
              <a:t>| </a:t>
            </a:r>
            <a:r>
              <a:rPr lang="it-IT" dirty="0" smtClean="0"/>
              <a:t>del flusso </a:t>
            </a:r>
            <a:r>
              <a:rPr lang="it-IT" dirty="0" err="1" smtClean="0">
                <a:solidFill>
                  <a:srgbClr val="FF0000"/>
                </a:solidFill>
              </a:rPr>
              <a:t>f</a:t>
            </a:r>
            <a:r>
              <a:rPr lang="it-IT" dirty="0" smtClean="0">
                <a:solidFill>
                  <a:srgbClr val="FF0000"/>
                </a:solidFill>
              </a:rPr>
              <a:t> </a:t>
            </a:r>
            <a:r>
              <a:rPr lang="it-IT" dirty="0" smtClean="0"/>
              <a:t>è la somma dei flussi dalla sorgente </a:t>
            </a:r>
            <a:r>
              <a:rPr lang="it-IT" dirty="0" err="1" smtClean="0">
                <a:solidFill>
                  <a:srgbClr val="FF0000"/>
                </a:solidFill>
              </a:rPr>
              <a:t>s</a:t>
            </a:r>
            <a:r>
              <a:rPr lang="it-IT" dirty="0" smtClean="0">
                <a:solidFill>
                  <a:srgbClr val="FF0000"/>
                </a:solidFill>
              </a:rPr>
              <a:t> </a:t>
            </a:r>
            <a:r>
              <a:rPr lang="it-IT" dirty="0" smtClean="0"/>
              <a:t>ad ogni altro nodo </a:t>
            </a:r>
            <a:r>
              <a:rPr lang="it-IT" dirty="0" smtClean="0">
                <a:solidFill>
                  <a:srgbClr val="FF0000"/>
                </a:solidFill>
              </a:rPr>
              <a:t>v:</a:t>
            </a:r>
          </a:p>
          <a:p>
            <a:pPr marL="0" indent="0" algn="ctr">
              <a:buNone/>
            </a:pPr>
            <a:r>
              <a:rPr lang="it-IT" dirty="0">
                <a:solidFill>
                  <a:srgbClr val="FF0000"/>
                </a:solidFill>
              </a:rPr>
              <a:t>|</a:t>
            </a:r>
            <a:r>
              <a:rPr lang="it-IT" dirty="0" err="1">
                <a:solidFill>
                  <a:srgbClr val="FF0000"/>
                </a:solidFill>
              </a:rPr>
              <a:t>f</a:t>
            </a:r>
            <a:r>
              <a:rPr lang="it-IT" dirty="0">
                <a:solidFill>
                  <a:srgbClr val="FF0000"/>
                </a:solidFill>
              </a:rPr>
              <a:t>| </a:t>
            </a:r>
            <a:r>
              <a:rPr lang="it-IT" dirty="0" smtClean="0">
                <a:solidFill>
                  <a:srgbClr val="FF0000"/>
                </a:solidFill>
              </a:rPr>
              <a:t>=</a:t>
            </a:r>
            <a:endParaRPr lang="it-IT" dirty="0" smtClean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910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Problema del flusso massimo</a:t>
            </a:r>
            <a:endParaRPr lang="it-IT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spcBef>
                <a:spcPct val="20000"/>
              </a:spcBef>
              <a:buNone/>
            </a:pPr>
            <a:r>
              <a:rPr lang="it-IT" sz="2800" i="1" dirty="0">
                <a:latin typeface="Times New Roman" charset="0"/>
              </a:rPr>
              <a:t>Data una rete di flusso</a:t>
            </a:r>
            <a:r>
              <a:rPr lang="it-IT" sz="2800" dirty="0">
                <a:latin typeface="Times New Roman" charset="0"/>
              </a:rPr>
              <a:t> </a:t>
            </a:r>
            <a:r>
              <a:rPr lang="it-IT" sz="2800" b="1" i="1" dirty="0">
                <a:solidFill>
                  <a:schemeClr val="hlink"/>
                </a:solidFill>
                <a:latin typeface="Times New Roman" charset="0"/>
              </a:rPr>
              <a:t>G</a:t>
            </a:r>
            <a:r>
              <a:rPr lang="it-IT" sz="2800" b="1" dirty="0">
                <a:solidFill>
                  <a:schemeClr val="hlink"/>
                </a:solidFill>
                <a:latin typeface="Times New Roman" charset="0"/>
              </a:rPr>
              <a:t> = (</a:t>
            </a:r>
            <a:r>
              <a:rPr lang="it-IT" sz="2800" b="1" i="1" dirty="0">
                <a:solidFill>
                  <a:schemeClr val="hlink"/>
                </a:solidFill>
                <a:latin typeface="Times New Roman" charset="0"/>
              </a:rPr>
              <a:t>V,E</a:t>
            </a:r>
            <a:r>
              <a:rPr lang="it-IT" sz="2800" b="1" dirty="0">
                <a:solidFill>
                  <a:schemeClr val="hlink"/>
                </a:solidFill>
                <a:latin typeface="Times New Roman" charset="0"/>
              </a:rPr>
              <a:t>)</a:t>
            </a:r>
            <a:r>
              <a:rPr lang="it-IT" sz="2800" dirty="0">
                <a:latin typeface="Times New Roman" charset="0"/>
              </a:rPr>
              <a:t> </a:t>
            </a:r>
            <a:r>
              <a:rPr lang="it-IT" sz="2800" i="1" dirty="0">
                <a:latin typeface="Times New Roman" charset="0"/>
              </a:rPr>
              <a:t>con sorgente</a:t>
            </a:r>
            <a:r>
              <a:rPr lang="it-IT" sz="2800" dirty="0">
                <a:latin typeface="Times New Roman" charset="0"/>
              </a:rPr>
              <a:t> </a:t>
            </a:r>
            <a:r>
              <a:rPr lang="it-IT" sz="2800" b="1" i="1" dirty="0" err="1">
                <a:solidFill>
                  <a:schemeClr val="hlink"/>
                </a:solidFill>
                <a:latin typeface="Times New Roman" charset="0"/>
              </a:rPr>
              <a:t>s</a:t>
            </a:r>
            <a:r>
              <a:rPr lang="it-IT" sz="2800" dirty="0">
                <a:latin typeface="Times New Roman" charset="0"/>
              </a:rPr>
              <a:t> </a:t>
            </a:r>
            <a:r>
              <a:rPr lang="it-IT" sz="2800" i="1" dirty="0">
                <a:latin typeface="Times New Roman" charset="0"/>
              </a:rPr>
              <a:t>e pozzo</a:t>
            </a:r>
            <a:r>
              <a:rPr lang="it-IT" sz="2800" dirty="0">
                <a:latin typeface="Times New Roman" charset="0"/>
              </a:rPr>
              <a:t> </a:t>
            </a:r>
            <a:r>
              <a:rPr lang="it-IT" sz="2800" b="1" i="1" dirty="0">
                <a:solidFill>
                  <a:schemeClr val="hlink"/>
                </a:solidFill>
                <a:latin typeface="Times New Roman" charset="0"/>
              </a:rPr>
              <a:t>t</a:t>
            </a:r>
            <a:r>
              <a:rPr lang="it-IT" sz="2800" dirty="0">
                <a:latin typeface="Times New Roman" charset="0"/>
              </a:rPr>
              <a:t> </a:t>
            </a:r>
            <a:r>
              <a:rPr lang="it-IT" sz="2800" i="1" dirty="0">
                <a:latin typeface="Times New Roman" charset="0"/>
              </a:rPr>
              <a:t>calcolare un flusso di valore massimo</a:t>
            </a:r>
            <a:r>
              <a:rPr lang="it-IT" sz="2800" dirty="0">
                <a:latin typeface="Times New Roman" charset="0"/>
              </a:rPr>
              <a:t>.</a:t>
            </a:r>
            <a:endParaRPr lang="it-IT" sz="2800" b="1" dirty="0">
              <a:latin typeface="Times New Roman" charset="0"/>
            </a:endParaRPr>
          </a:p>
          <a:p>
            <a:pPr>
              <a:spcBef>
                <a:spcPct val="20000"/>
              </a:spcBef>
            </a:pPr>
            <a:endParaRPr lang="it-IT" sz="2800" dirty="0">
              <a:latin typeface="Times New Roman" charset="0"/>
            </a:endParaRPr>
          </a:p>
          <a:p>
            <a:pPr marL="0" indent="0">
              <a:spcBef>
                <a:spcPct val="20000"/>
              </a:spcBef>
              <a:buNone/>
            </a:pPr>
            <a:r>
              <a:rPr lang="it-IT" dirty="0"/>
              <a:t>Prima di affrontare il problema vediamo alcune conseguenze delle tre proprietà dei flussi.</a:t>
            </a:r>
          </a:p>
          <a:p>
            <a:pPr>
              <a:spcBef>
                <a:spcPct val="20000"/>
              </a:spcBef>
              <a:buFont typeface="Arial" charset="0"/>
              <a:buAutoNum type="arabicPeriod"/>
            </a:pPr>
            <a:r>
              <a:rPr lang="it-IT" dirty="0"/>
              <a:t>Il limite di capacità dice semplicemente che il flusso non può superare la capacità</a:t>
            </a:r>
          </a:p>
          <a:p>
            <a:pPr>
              <a:spcBef>
                <a:spcPct val="20000"/>
              </a:spcBef>
              <a:buFont typeface="Arial" charset="0"/>
              <a:buAutoNum type="arabicPeriod"/>
            </a:pPr>
            <a:r>
              <a:rPr lang="it-IT" dirty="0"/>
              <a:t>L’</a:t>
            </a:r>
            <a:r>
              <a:rPr lang="it-IT" dirty="0" err="1"/>
              <a:t>antisimmetria</a:t>
            </a:r>
            <a:r>
              <a:rPr lang="it-IT" dirty="0"/>
              <a:t> dice che il flusso </a:t>
            </a:r>
            <a:r>
              <a:rPr lang="it-IT" b="1" i="1" dirty="0" err="1">
                <a:solidFill>
                  <a:schemeClr val="hlink"/>
                </a:solidFill>
              </a:rPr>
              <a:t>f</a:t>
            </a:r>
            <a:r>
              <a:rPr lang="it-IT" b="1" dirty="0">
                <a:solidFill>
                  <a:schemeClr val="hlink"/>
                </a:solidFill>
              </a:rPr>
              <a:t>(</a:t>
            </a:r>
            <a:r>
              <a:rPr lang="it-IT" b="1" i="1" dirty="0" err="1">
                <a:solidFill>
                  <a:schemeClr val="hlink"/>
                </a:solidFill>
              </a:rPr>
              <a:t>u,v</a:t>
            </a:r>
            <a:r>
              <a:rPr lang="it-IT" b="1" dirty="0">
                <a:solidFill>
                  <a:schemeClr val="hlink"/>
                </a:solidFill>
              </a:rPr>
              <a:t>)</a:t>
            </a:r>
            <a:r>
              <a:rPr lang="it-IT" dirty="0"/>
              <a:t> da </a:t>
            </a:r>
            <a:r>
              <a:rPr lang="it-IT" b="1" i="1" dirty="0">
                <a:solidFill>
                  <a:schemeClr val="hlink"/>
                </a:solidFill>
              </a:rPr>
              <a:t>u</a:t>
            </a:r>
            <a:r>
              <a:rPr lang="it-IT" dirty="0"/>
              <a:t> a </a:t>
            </a:r>
            <a:r>
              <a:rPr lang="it-IT" b="1" i="1" dirty="0">
                <a:solidFill>
                  <a:schemeClr val="hlink"/>
                </a:solidFill>
              </a:rPr>
              <a:t>v</a:t>
            </a:r>
            <a:r>
              <a:rPr lang="it-IT" dirty="0"/>
              <a:t> è </a:t>
            </a:r>
            <a:r>
              <a:rPr lang="it-IT" dirty="0" smtClean="0"/>
              <a:t>l’opposto </a:t>
            </a:r>
            <a:r>
              <a:rPr lang="it-IT" dirty="0"/>
              <a:t>del flusso </a:t>
            </a:r>
            <a:r>
              <a:rPr lang="it-IT" b="1" i="1" dirty="0" err="1">
                <a:solidFill>
                  <a:schemeClr val="hlink"/>
                </a:solidFill>
              </a:rPr>
              <a:t>f</a:t>
            </a:r>
            <a:r>
              <a:rPr lang="it-IT" b="1" dirty="0">
                <a:solidFill>
                  <a:schemeClr val="hlink"/>
                </a:solidFill>
              </a:rPr>
              <a:t>(</a:t>
            </a:r>
            <a:r>
              <a:rPr lang="it-IT" b="1" i="1" dirty="0" err="1">
                <a:solidFill>
                  <a:schemeClr val="hlink"/>
                </a:solidFill>
              </a:rPr>
              <a:t>v,u</a:t>
            </a:r>
            <a:r>
              <a:rPr lang="it-IT" b="1" dirty="0">
                <a:solidFill>
                  <a:schemeClr val="hlink"/>
                </a:solidFill>
              </a:rPr>
              <a:t>)</a:t>
            </a:r>
            <a:r>
              <a:rPr lang="it-IT" dirty="0"/>
              <a:t> da </a:t>
            </a:r>
            <a:r>
              <a:rPr lang="it-IT" b="1" i="1" dirty="0">
                <a:solidFill>
                  <a:schemeClr val="hlink"/>
                </a:solidFill>
              </a:rPr>
              <a:t>v</a:t>
            </a:r>
            <a:r>
              <a:rPr lang="it-IT" dirty="0"/>
              <a:t> a </a:t>
            </a:r>
            <a:r>
              <a:rPr lang="it-IT" b="1" i="1" dirty="0">
                <a:solidFill>
                  <a:schemeClr val="hlink"/>
                </a:solidFill>
              </a:rPr>
              <a:t>u</a:t>
            </a:r>
            <a:endParaRPr lang="it-IT" dirty="0"/>
          </a:p>
          <a:p>
            <a:pPr lvl="1">
              <a:spcBef>
                <a:spcPct val="20000"/>
              </a:spcBef>
              <a:buFont typeface="Arial" charset="0"/>
              <a:buChar char="•"/>
            </a:pPr>
            <a:r>
              <a:rPr lang="it-IT" sz="2400" dirty="0"/>
              <a:t>Caso particolare: </a:t>
            </a:r>
            <a:r>
              <a:rPr lang="it-IT" sz="2400" b="1" i="1" dirty="0" err="1"/>
              <a:t>f</a:t>
            </a:r>
            <a:r>
              <a:rPr lang="it-IT" sz="2400" b="1" dirty="0"/>
              <a:t>(</a:t>
            </a:r>
            <a:r>
              <a:rPr lang="it-IT" sz="2400" b="1" i="1" dirty="0" err="1"/>
              <a:t>u,u</a:t>
            </a:r>
            <a:r>
              <a:rPr lang="it-IT" sz="2400" b="1" dirty="0"/>
              <a:t>)</a:t>
            </a:r>
            <a:r>
              <a:rPr lang="it-IT" sz="2400" dirty="0"/>
              <a:t> </a:t>
            </a:r>
            <a:r>
              <a:rPr lang="it-IT" sz="2400" b="1" dirty="0"/>
              <a:t>=</a:t>
            </a:r>
            <a:r>
              <a:rPr lang="it-IT" sz="2400" dirty="0"/>
              <a:t> </a:t>
            </a:r>
            <a:r>
              <a:rPr lang="it-IT" sz="2400" b="1" dirty="0" smtClean="0"/>
              <a:t>-</a:t>
            </a:r>
            <a:r>
              <a:rPr lang="it-IT" sz="2400" b="1" i="1" dirty="0" err="1" smtClean="0"/>
              <a:t>f</a:t>
            </a:r>
            <a:r>
              <a:rPr lang="it-IT" sz="2400" b="1" dirty="0"/>
              <a:t>(</a:t>
            </a:r>
            <a:r>
              <a:rPr lang="it-IT" sz="2400" b="1" i="1" dirty="0" err="1"/>
              <a:t>u,u</a:t>
            </a:r>
            <a:r>
              <a:rPr lang="it-IT" sz="2400" b="1" dirty="0"/>
              <a:t>)</a:t>
            </a:r>
            <a:r>
              <a:rPr lang="it-IT" sz="2400" dirty="0"/>
              <a:t> </a:t>
            </a:r>
            <a:r>
              <a:rPr lang="it-IT" sz="2400" b="1" dirty="0"/>
              <a:t>= 0</a:t>
            </a:r>
            <a:endParaRPr lang="it-IT" sz="2400" dirty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3795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80506498"/>
              </p:ext>
            </p:extLst>
          </p:nvPr>
        </p:nvGraphicFramePr>
        <p:xfrm>
          <a:off x="2699792" y="2852936"/>
          <a:ext cx="2152650" cy="1169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63" name="Equation" r:id="rId4" imgW="749697" imgH="457597" progId="Equation.3">
                  <p:embed/>
                </p:oleObj>
              </mc:Choice>
              <mc:Fallback>
                <p:oleObj name="Equation" r:id="rId4" imgW="749697" imgH="45759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99792" y="2852936"/>
                        <a:ext cx="2152650" cy="1169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795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426005"/>
              </p:ext>
            </p:extLst>
          </p:nvPr>
        </p:nvGraphicFramePr>
        <p:xfrm>
          <a:off x="2699792" y="4725144"/>
          <a:ext cx="2154238" cy="1169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64" name="Equation" r:id="rId6" imgW="749697" imgH="457597" progId="Equation.3">
                  <p:embed/>
                </p:oleObj>
              </mc:Choice>
              <mc:Fallback>
                <p:oleObj name="Equation" r:id="rId6" imgW="749697" imgH="45759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99792" y="4725144"/>
                        <a:ext cx="2154238" cy="1169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37958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Problema del flusso massimo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23528" y="1196752"/>
            <a:ext cx="8496944" cy="1872208"/>
          </a:xfrm>
        </p:spPr>
        <p:txBody>
          <a:bodyPr/>
          <a:lstStyle/>
          <a:p>
            <a:pPr>
              <a:spcBef>
                <a:spcPct val="20000"/>
              </a:spcBef>
              <a:buFont typeface="Arial" charset="0"/>
              <a:buAutoNum type="arabicPeriod" startAt="3"/>
            </a:pPr>
            <a:r>
              <a:rPr lang="it-IT" dirty="0"/>
              <a:t>La conservazione del flusso dice che la somma dei flussi per nodi diversi da </a:t>
            </a:r>
            <a:r>
              <a:rPr lang="it-IT" b="1" i="1" dirty="0" err="1">
                <a:solidFill>
                  <a:schemeClr val="hlink"/>
                </a:solidFill>
              </a:rPr>
              <a:t>s</a:t>
            </a:r>
            <a:r>
              <a:rPr lang="it-IT" dirty="0"/>
              <a:t> e da </a:t>
            </a:r>
            <a:r>
              <a:rPr lang="it-IT" b="1" i="1" dirty="0">
                <a:solidFill>
                  <a:schemeClr val="hlink"/>
                </a:solidFill>
              </a:rPr>
              <a:t>t</a:t>
            </a:r>
            <a:r>
              <a:rPr lang="it-IT" dirty="0"/>
              <a:t> è nulla </a:t>
            </a:r>
          </a:p>
          <a:p>
            <a:pPr lvl="1">
              <a:spcBef>
                <a:spcPct val="20000"/>
              </a:spcBef>
              <a:buFontTx/>
              <a:buChar char="•"/>
            </a:pPr>
            <a:r>
              <a:rPr lang="it-IT" sz="2400" dirty="0"/>
              <a:t>Il </a:t>
            </a:r>
            <a:r>
              <a:rPr lang="it-IT" sz="2400" i="1" u="sng" dirty="0">
                <a:solidFill>
                  <a:schemeClr val="tx1"/>
                </a:solidFill>
              </a:rPr>
              <a:t>flusso entrante</a:t>
            </a:r>
            <a:r>
              <a:rPr lang="it-IT" sz="2400" dirty="0">
                <a:solidFill>
                  <a:schemeClr val="tx1"/>
                </a:solidFill>
              </a:rPr>
              <a:t> </a:t>
            </a:r>
            <a:r>
              <a:rPr lang="it-IT" sz="2400" dirty="0"/>
              <a:t>in un nodo </a:t>
            </a:r>
            <a:r>
              <a:rPr lang="it-IT" sz="2400" b="1" i="1" dirty="0"/>
              <a:t>u</a:t>
            </a:r>
            <a:r>
              <a:rPr lang="it-IT" sz="2400" dirty="0"/>
              <a:t> </a:t>
            </a:r>
            <a:r>
              <a:rPr lang="it-IT" sz="2400" dirty="0" smtClean="0"/>
              <a:t>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3528" y="4149080"/>
            <a:ext cx="59766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 eaLnBrk="0" hangingPunct="0">
              <a:spcBef>
                <a:spcPct val="20000"/>
              </a:spcBef>
              <a:buClr>
                <a:srgbClr val="3333CC"/>
              </a:buClr>
              <a:buSzPct val="95000"/>
              <a:buFontTx/>
              <a:buChar char="•"/>
            </a:pPr>
            <a:r>
              <a:rPr lang="it-IT" sz="2400" kern="0" dirty="0">
                <a:solidFill>
                  <a:srgbClr val="FF0000"/>
                </a:solidFill>
                <a:latin typeface="Comic Sans MS"/>
                <a:ea typeface="ＭＳ Ｐゴシック" charset="-128"/>
              </a:rPr>
              <a:t>Il </a:t>
            </a:r>
            <a:r>
              <a:rPr lang="it-IT" sz="2400" i="1" u="sng" kern="0" dirty="0">
                <a:solidFill>
                  <a:srgbClr val="000000"/>
                </a:solidFill>
                <a:latin typeface="Comic Sans MS"/>
                <a:ea typeface="ＭＳ Ｐゴシック" charset="-128"/>
              </a:rPr>
              <a:t>flusso </a:t>
            </a:r>
            <a:r>
              <a:rPr lang="it-IT" sz="2400" i="1" u="sng" kern="0" dirty="0" smtClean="0">
                <a:solidFill>
                  <a:srgbClr val="000000"/>
                </a:solidFill>
                <a:latin typeface="Comic Sans MS"/>
                <a:ea typeface="ＭＳ Ｐゴシック" charset="-128"/>
              </a:rPr>
              <a:t>uscente </a:t>
            </a:r>
            <a:r>
              <a:rPr lang="it-IT" sz="2400" kern="0" dirty="0" smtClean="0">
                <a:solidFill>
                  <a:srgbClr val="FF0000"/>
                </a:solidFill>
                <a:latin typeface="Comic Sans MS"/>
                <a:ea typeface="ＭＳ Ｐゴシック" charset="-128"/>
              </a:rPr>
              <a:t>da un </a:t>
            </a:r>
            <a:r>
              <a:rPr lang="it-IT" sz="2400" kern="0" dirty="0">
                <a:solidFill>
                  <a:srgbClr val="FF0000"/>
                </a:solidFill>
                <a:latin typeface="Comic Sans MS"/>
                <a:ea typeface="ＭＳ Ｐゴシック" charset="-128"/>
              </a:rPr>
              <a:t>nodo </a:t>
            </a:r>
            <a:r>
              <a:rPr lang="it-IT" sz="2400" b="1" i="1" kern="0" dirty="0">
                <a:solidFill>
                  <a:srgbClr val="FF0000"/>
                </a:solidFill>
                <a:latin typeface="Comic Sans MS"/>
                <a:ea typeface="ＭＳ Ｐゴシック" charset="-128"/>
              </a:rPr>
              <a:t>u</a:t>
            </a:r>
            <a:r>
              <a:rPr lang="it-IT" sz="2400" kern="0" dirty="0">
                <a:solidFill>
                  <a:srgbClr val="FF0000"/>
                </a:solidFill>
                <a:latin typeface="Comic Sans MS"/>
                <a:ea typeface="ＭＳ Ｐゴシック" charset="-128"/>
              </a:rPr>
              <a:t> </a:t>
            </a:r>
            <a:r>
              <a:rPr lang="it-IT" sz="2400" kern="0" dirty="0" smtClean="0">
                <a:solidFill>
                  <a:srgbClr val="FF0000"/>
                </a:solidFill>
                <a:latin typeface="Comic Sans MS"/>
                <a:ea typeface="ＭＳ Ｐゴシック" charset="-128"/>
              </a:rPr>
              <a:t>è</a:t>
            </a:r>
            <a:endParaRPr lang="it-IT" sz="2400" kern="0" dirty="0">
              <a:solidFill>
                <a:srgbClr val="FF0000"/>
              </a:solidFill>
              <a:latin typeface="Comic Sans MS"/>
              <a:ea typeface="ＭＳ Ｐゴシック" charset="-128"/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7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7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0002" name="Group 2"/>
          <p:cNvGrpSpPr>
            <a:grpSpLocks/>
          </p:cNvGrpSpPr>
          <p:nvPr/>
        </p:nvGrpSpPr>
        <p:grpSpPr bwMode="auto">
          <a:xfrm>
            <a:off x="1447800" y="1295400"/>
            <a:ext cx="6237288" cy="3657600"/>
            <a:chOff x="912" y="816"/>
            <a:chExt cx="3929" cy="2304"/>
          </a:xfrm>
        </p:grpSpPr>
        <p:sp>
          <p:nvSpPr>
            <p:cNvPr id="640003" name="Line 3"/>
            <p:cNvSpPr>
              <a:spLocks noChangeShapeType="1"/>
            </p:cNvSpPr>
            <p:nvPr/>
          </p:nvSpPr>
          <p:spPr bwMode="auto">
            <a:xfrm flipV="1">
              <a:off x="1200" y="1200"/>
              <a:ext cx="672" cy="67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40004" name="Oval 4"/>
            <p:cNvSpPr>
              <a:spLocks noChangeArrowheads="1"/>
            </p:cNvSpPr>
            <p:nvPr/>
          </p:nvSpPr>
          <p:spPr bwMode="auto">
            <a:xfrm>
              <a:off x="1824" y="960"/>
              <a:ext cx="329" cy="325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it-IT" sz="2400" b="1">
                  <a:latin typeface="Times New Roman" charset="0"/>
                  <a:sym typeface="Symbol" charset="0"/>
                </a:rPr>
                <a:t>u</a:t>
              </a:r>
              <a:endParaRPr lang="it-IT" sz="2400" b="1">
                <a:latin typeface="Times New Roman" charset="0"/>
              </a:endParaRPr>
            </a:p>
          </p:txBody>
        </p:sp>
        <p:sp>
          <p:nvSpPr>
            <p:cNvPr id="640005" name="Text Box 5"/>
            <p:cNvSpPr txBox="1">
              <a:spLocks noChangeArrowheads="1"/>
            </p:cNvSpPr>
            <p:nvPr/>
          </p:nvSpPr>
          <p:spPr bwMode="auto">
            <a:xfrm>
              <a:off x="4176" y="1344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>
                  <a:latin typeface="Times New Roman" charset="0"/>
                </a:rPr>
                <a:t>20</a:t>
              </a:r>
              <a:endParaRPr lang="en-GB" sz="2400" b="1">
                <a:latin typeface="Times New Roman" charset="0"/>
              </a:endParaRPr>
            </a:p>
          </p:txBody>
        </p:sp>
        <p:sp>
          <p:nvSpPr>
            <p:cNvPr id="640006" name="Text Box 6"/>
            <p:cNvSpPr txBox="1">
              <a:spLocks noChangeArrowheads="1"/>
            </p:cNvSpPr>
            <p:nvPr/>
          </p:nvSpPr>
          <p:spPr bwMode="auto">
            <a:xfrm>
              <a:off x="2784" y="816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>
                  <a:latin typeface="Times New Roman" charset="0"/>
                </a:rPr>
                <a:t>12</a:t>
              </a:r>
              <a:endParaRPr lang="en-GB" sz="2400" b="1">
                <a:latin typeface="Times New Roman" charset="0"/>
              </a:endParaRPr>
            </a:p>
          </p:txBody>
        </p:sp>
        <p:sp>
          <p:nvSpPr>
            <p:cNvPr id="640007" name="Text Box 7"/>
            <p:cNvSpPr txBox="1">
              <a:spLocks noChangeArrowheads="1"/>
            </p:cNvSpPr>
            <p:nvPr/>
          </p:nvSpPr>
          <p:spPr bwMode="auto">
            <a:xfrm>
              <a:off x="1248" y="1344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>
                  <a:latin typeface="Times New Roman" charset="0"/>
                </a:rPr>
                <a:t>16</a:t>
              </a:r>
              <a:endParaRPr lang="en-GB" sz="2400" b="1">
                <a:latin typeface="Times New Roman" charset="0"/>
              </a:endParaRPr>
            </a:p>
          </p:txBody>
        </p:sp>
        <p:sp>
          <p:nvSpPr>
            <p:cNvPr id="640008" name="Oval 8"/>
            <p:cNvSpPr>
              <a:spLocks noChangeArrowheads="1"/>
            </p:cNvSpPr>
            <p:nvPr/>
          </p:nvSpPr>
          <p:spPr bwMode="auto">
            <a:xfrm>
              <a:off x="912" y="1824"/>
              <a:ext cx="329" cy="325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it-IT" sz="2400" b="1">
                  <a:latin typeface="Times New Roman" charset="0"/>
                  <a:sym typeface="Symbol" charset="0"/>
                </a:rPr>
                <a:t>s</a:t>
              </a:r>
              <a:endParaRPr lang="it-IT" sz="2400" b="1">
                <a:latin typeface="Times New Roman" charset="0"/>
              </a:endParaRPr>
            </a:p>
          </p:txBody>
        </p:sp>
        <p:sp>
          <p:nvSpPr>
            <p:cNvPr id="640009" name="Oval 9"/>
            <p:cNvSpPr>
              <a:spLocks noChangeArrowheads="1"/>
            </p:cNvSpPr>
            <p:nvPr/>
          </p:nvSpPr>
          <p:spPr bwMode="auto">
            <a:xfrm>
              <a:off x="3600" y="2736"/>
              <a:ext cx="329" cy="325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it-IT" sz="2400" b="1">
                  <a:latin typeface="Times New Roman" charset="0"/>
                  <a:sym typeface="Symbol" charset="0"/>
                </a:rPr>
                <a:t>y</a:t>
              </a:r>
              <a:endParaRPr lang="it-IT" sz="2400" b="1">
                <a:latin typeface="Times New Roman" charset="0"/>
              </a:endParaRPr>
            </a:p>
          </p:txBody>
        </p:sp>
        <p:sp>
          <p:nvSpPr>
            <p:cNvPr id="640010" name="Oval 10"/>
            <p:cNvSpPr>
              <a:spLocks noChangeArrowheads="1"/>
            </p:cNvSpPr>
            <p:nvPr/>
          </p:nvSpPr>
          <p:spPr bwMode="auto">
            <a:xfrm>
              <a:off x="1824" y="2736"/>
              <a:ext cx="329" cy="325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it-IT" sz="2400" b="1">
                  <a:latin typeface="Times New Roman" charset="0"/>
                  <a:sym typeface="Symbol" charset="0"/>
                </a:rPr>
                <a:t>x</a:t>
              </a:r>
              <a:endParaRPr lang="it-IT" sz="2400" b="1">
                <a:latin typeface="Times New Roman" charset="0"/>
              </a:endParaRPr>
            </a:p>
          </p:txBody>
        </p:sp>
        <p:sp>
          <p:nvSpPr>
            <p:cNvPr id="640011" name="Oval 11"/>
            <p:cNvSpPr>
              <a:spLocks noChangeArrowheads="1"/>
            </p:cNvSpPr>
            <p:nvPr/>
          </p:nvSpPr>
          <p:spPr bwMode="auto">
            <a:xfrm>
              <a:off x="3600" y="960"/>
              <a:ext cx="329" cy="325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it-IT" sz="2400" b="1">
                  <a:latin typeface="Times New Roman" charset="0"/>
                  <a:sym typeface="Symbol" charset="0"/>
                </a:rPr>
                <a:t>v</a:t>
              </a:r>
              <a:endParaRPr lang="it-IT" sz="2400" b="1">
                <a:latin typeface="Times New Roman" charset="0"/>
              </a:endParaRPr>
            </a:p>
          </p:txBody>
        </p:sp>
        <p:sp>
          <p:nvSpPr>
            <p:cNvPr id="640012" name="Line 12"/>
            <p:cNvSpPr>
              <a:spLocks noChangeShapeType="1"/>
            </p:cNvSpPr>
            <p:nvPr/>
          </p:nvSpPr>
          <p:spPr bwMode="auto">
            <a:xfrm>
              <a:off x="1200" y="2112"/>
              <a:ext cx="672" cy="67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40013" name="Line 13"/>
            <p:cNvSpPr>
              <a:spLocks noChangeShapeType="1"/>
            </p:cNvSpPr>
            <p:nvPr/>
          </p:nvSpPr>
          <p:spPr bwMode="auto">
            <a:xfrm>
              <a:off x="1920" y="1296"/>
              <a:ext cx="0" cy="14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40014" name="Line 14"/>
            <p:cNvSpPr>
              <a:spLocks noChangeShapeType="1"/>
            </p:cNvSpPr>
            <p:nvPr/>
          </p:nvSpPr>
          <p:spPr bwMode="auto">
            <a:xfrm flipV="1">
              <a:off x="3792" y="1296"/>
              <a:ext cx="0" cy="14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40015" name="Line 15"/>
            <p:cNvSpPr>
              <a:spLocks noChangeShapeType="1"/>
            </p:cNvSpPr>
            <p:nvPr/>
          </p:nvSpPr>
          <p:spPr bwMode="auto">
            <a:xfrm flipV="1">
              <a:off x="2160" y="2880"/>
              <a:ext cx="144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40016" name="Line 16"/>
            <p:cNvSpPr>
              <a:spLocks noChangeShapeType="1"/>
            </p:cNvSpPr>
            <p:nvPr/>
          </p:nvSpPr>
          <p:spPr bwMode="auto">
            <a:xfrm flipV="1">
              <a:off x="2160" y="1104"/>
              <a:ext cx="144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40017" name="Line 17"/>
            <p:cNvSpPr>
              <a:spLocks noChangeShapeType="1"/>
            </p:cNvSpPr>
            <p:nvPr/>
          </p:nvSpPr>
          <p:spPr bwMode="auto">
            <a:xfrm flipH="1" flipV="1">
              <a:off x="2064" y="1296"/>
              <a:ext cx="0" cy="14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40018" name="Text Box 18"/>
            <p:cNvSpPr txBox="1">
              <a:spLocks noChangeArrowheads="1"/>
            </p:cNvSpPr>
            <p:nvPr/>
          </p:nvSpPr>
          <p:spPr bwMode="auto">
            <a:xfrm>
              <a:off x="1248" y="2352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>
                  <a:latin typeface="Times New Roman" charset="0"/>
                </a:rPr>
                <a:t>13</a:t>
              </a:r>
              <a:endParaRPr lang="en-GB" sz="2400" b="1">
                <a:latin typeface="Times New Roman" charset="0"/>
              </a:endParaRPr>
            </a:p>
          </p:txBody>
        </p:sp>
        <p:sp>
          <p:nvSpPr>
            <p:cNvPr id="640019" name="Text Box 19"/>
            <p:cNvSpPr txBox="1">
              <a:spLocks noChangeArrowheads="1"/>
            </p:cNvSpPr>
            <p:nvPr/>
          </p:nvSpPr>
          <p:spPr bwMode="auto">
            <a:xfrm>
              <a:off x="1632" y="1824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>
                  <a:latin typeface="Times New Roman" charset="0"/>
                </a:rPr>
                <a:t>10</a:t>
              </a:r>
              <a:endParaRPr lang="en-GB" sz="2400" b="1">
                <a:latin typeface="Times New Roman" charset="0"/>
              </a:endParaRPr>
            </a:p>
          </p:txBody>
        </p:sp>
        <p:sp>
          <p:nvSpPr>
            <p:cNvPr id="640020" name="Text Box 20"/>
            <p:cNvSpPr txBox="1">
              <a:spLocks noChangeArrowheads="1"/>
            </p:cNvSpPr>
            <p:nvPr/>
          </p:nvSpPr>
          <p:spPr bwMode="auto">
            <a:xfrm>
              <a:off x="3792" y="1776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>
                  <a:latin typeface="Times New Roman" charset="0"/>
                </a:rPr>
                <a:t>7</a:t>
              </a:r>
              <a:endParaRPr lang="en-GB" sz="2400" b="1">
                <a:latin typeface="Times New Roman" charset="0"/>
              </a:endParaRPr>
            </a:p>
          </p:txBody>
        </p:sp>
        <p:sp>
          <p:nvSpPr>
            <p:cNvPr id="640021" name="Text Box 21"/>
            <p:cNvSpPr txBox="1">
              <a:spLocks noChangeArrowheads="1"/>
            </p:cNvSpPr>
            <p:nvPr/>
          </p:nvSpPr>
          <p:spPr bwMode="auto">
            <a:xfrm>
              <a:off x="2064" y="1824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>
                  <a:latin typeface="Times New Roman" charset="0"/>
                </a:rPr>
                <a:t>4</a:t>
              </a:r>
              <a:endParaRPr lang="en-GB" sz="2400" b="1">
                <a:latin typeface="Times New Roman" charset="0"/>
              </a:endParaRPr>
            </a:p>
          </p:txBody>
        </p:sp>
        <p:sp>
          <p:nvSpPr>
            <p:cNvPr id="640022" name="Text Box 22"/>
            <p:cNvSpPr txBox="1">
              <a:spLocks noChangeArrowheads="1"/>
            </p:cNvSpPr>
            <p:nvPr/>
          </p:nvSpPr>
          <p:spPr bwMode="auto">
            <a:xfrm>
              <a:off x="2784" y="2832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>
                  <a:latin typeface="Times New Roman" charset="0"/>
                </a:rPr>
                <a:t>14</a:t>
              </a:r>
              <a:endParaRPr lang="en-GB" sz="2400" b="1">
                <a:latin typeface="Times New Roman" charset="0"/>
              </a:endParaRPr>
            </a:p>
          </p:txBody>
        </p:sp>
        <p:sp>
          <p:nvSpPr>
            <p:cNvPr id="640023" name="Text Box 23"/>
            <p:cNvSpPr txBox="1">
              <a:spLocks noChangeArrowheads="1"/>
            </p:cNvSpPr>
            <p:nvPr/>
          </p:nvSpPr>
          <p:spPr bwMode="auto">
            <a:xfrm>
              <a:off x="2880" y="1920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>
                  <a:latin typeface="Times New Roman" charset="0"/>
                </a:rPr>
                <a:t>9</a:t>
              </a:r>
              <a:endParaRPr lang="en-GB" sz="2400" b="1">
                <a:latin typeface="Times New Roman" charset="0"/>
              </a:endParaRPr>
            </a:p>
          </p:txBody>
        </p:sp>
        <p:sp>
          <p:nvSpPr>
            <p:cNvPr id="640024" name="Line 24"/>
            <p:cNvSpPr>
              <a:spLocks noChangeShapeType="1"/>
            </p:cNvSpPr>
            <p:nvPr/>
          </p:nvSpPr>
          <p:spPr bwMode="auto">
            <a:xfrm flipH="1">
              <a:off x="2112" y="1248"/>
              <a:ext cx="1536" cy="153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40025" name="Text Box 25"/>
            <p:cNvSpPr txBox="1">
              <a:spLocks noChangeArrowheads="1"/>
            </p:cNvSpPr>
            <p:nvPr/>
          </p:nvSpPr>
          <p:spPr bwMode="auto">
            <a:xfrm>
              <a:off x="4176" y="2400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>
                  <a:latin typeface="Times New Roman" charset="0"/>
                </a:rPr>
                <a:t>4</a:t>
              </a:r>
              <a:endParaRPr lang="en-GB" sz="2400" b="1">
                <a:latin typeface="Times New Roman" charset="0"/>
              </a:endParaRPr>
            </a:p>
          </p:txBody>
        </p:sp>
        <p:sp>
          <p:nvSpPr>
            <p:cNvPr id="640026" name="Oval 26"/>
            <p:cNvSpPr>
              <a:spLocks noChangeArrowheads="1"/>
            </p:cNvSpPr>
            <p:nvPr/>
          </p:nvSpPr>
          <p:spPr bwMode="auto">
            <a:xfrm>
              <a:off x="4512" y="1872"/>
              <a:ext cx="329" cy="325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it-IT" sz="2400" b="1">
                  <a:latin typeface="Times New Roman" charset="0"/>
                  <a:sym typeface="Symbol" charset="0"/>
                </a:rPr>
                <a:t>t</a:t>
              </a:r>
              <a:endParaRPr lang="it-IT" sz="2400" b="1">
                <a:latin typeface="Times New Roman" charset="0"/>
              </a:endParaRPr>
            </a:p>
          </p:txBody>
        </p:sp>
        <p:sp>
          <p:nvSpPr>
            <p:cNvPr id="640027" name="Line 27"/>
            <p:cNvSpPr>
              <a:spLocks noChangeShapeType="1"/>
            </p:cNvSpPr>
            <p:nvPr/>
          </p:nvSpPr>
          <p:spPr bwMode="auto">
            <a:xfrm>
              <a:off x="3888" y="1248"/>
              <a:ext cx="672" cy="67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40028" name="Line 28"/>
            <p:cNvSpPr>
              <a:spLocks noChangeShapeType="1"/>
            </p:cNvSpPr>
            <p:nvPr/>
          </p:nvSpPr>
          <p:spPr bwMode="auto">
            <a:xfrm flipV="1">
              <a:off x="3888" y="2112"/>
              <a:ext cx="672" cy="67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640029" name="Group 29"/>
          <p:cNvGrpSpPr>
            <a:grpSpLocks/>
          </p:cNvGrpSpPr>
          <p:nvPr/>
        </p:nvGrpSpPr>
        <p:grpSpPr bwMode="auto">
          <a:xfrm>
            <a:off x="1676400" y="1295400"/>
            <a:ext cx="5060950" cy="3657600"/>
            <a:chOff x="1056" y="816"/>
            <a:chExt cx="3188" cy="2304"/>
          </a:xfrm>
        </p:grpSpPr>
        <p:sp>
          <p:nvSpPr>
            <p:cNvPr id="640030" name="Text Box 30"/>
            <p:cNvSpPr txBox="1">
              <a:spLocks noChangeArrowheads="1"/>
            </p:cNvSpPr>
            <p:nvPr/>
          </p:nvSpPr>
          <p:spPr bwMode="auto">
            <a:xfrm>
              <a:off x="1056" y="1536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>
                  <a:solidFill>
                    <a:srgbClr val="FF0000"/>
                  </a:solidFill>
                  <a:latin typeface="Times New Roman" charset="0"/>
                </a:rPr>
                <a:t>11</a:t>
              </a:r>
              <a:endParaRPr lang="en-GB" sz="2400" b="1">
                <a:solidFill>
                  <a:srgbClr val="FF0000"/>
                </a:solidFill>
                <a:latin typeface="Times New Roman" charset="0"/>
              </a:endParaRPr>
            </a:p>
          </p:txBody>
        </p:sp>
        <p:sp>
          <p:nvSpPr>
            <p:cNvPr id="640031" name="Text Box 31"/>
            <p:cNvSpPr txBox="1">
              <a:spLocks noChangeArrowheads="1"/>
            </p:cNvSpPr>
            <p:nvPr/>
          </p:nvSpPr>
          <p:spPr bwMode="auto">
            <a:xfrm>
              <a:off x="1104" y="2160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>
                  <a:solidFill>
                    <a:srgbClr val="FF0000"/>
                  </a:solidFill>
                  <a:latin typeface="Times New Roman" charset="0"/>
                </a:rPr>
                <a:t>8</a:t>
              </a:r>
              <a:endParaRPr lang="en-GB" sz="2400" b="1">
                <a:solidFill>
                  <a:srgbClr val="FF0000"/>
                </a:solidFill>
                <a:latin typeface="Times New Roman" charset="0"/>
              </a:endParaRPr>
            </a:p>
          </p:txBody>
        </p:sp>
        <p:sp>
          <p:nvSpPr>
            <p:cNvPr id="640032" name="Text Box 32"/>
            <p:cNvSpPr txBox="1">
              <a:spLocks noChangeArrowheads="1"/>
            </p:cNvSpPr>
            <p:nvPr/>
          </p:nvSpPr>
          <p:spPr bwMode="auto">
            <a:xfrm>
              <a:off x="3936" y="1104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>
                  <a:solidFill>
                    <a:srgbClr val="FF0000"/>
                  </a:solidFill>
                  <a:latin typeface="Times New Roman" charset="0"/>
                </a:rPr>
                <a:t>15</a:t>
              </a:r>
              <a:endParaRPr lang="en-GB" sz="2400" b="1">
                <a:solidFill>
                  <a:srgbClr val="FF0000"/>
                </a:solidFill>
                <a:latin typeface="Times New Roman" charset="0"/>
              </a:endParaRPr>
            </a:p>
          </p:txBody>
        </p:sp>
        <p:sp>
          <p:nvSpPr>
            <p:cNvPr id="640033" name="Text Box 33"/>
            <p:cNvSpPr txBox="1">
              <a:spLocks noChangeArrowheads="1"/>
            </p:cNvSpPr>
            <p:nvPr/>
          </p:nvSpPr>
          <p:spPr bwMode="auto">
            <a:xfrm>
              <a:off x="3984" y="2592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>
                  <a:solidFill>
                    <a:srgbClr val="FF0000"/>
                  </a:solidFill>
                  <a:latin typeface="Times New Roman" charset="0"/>
                </a:rPr>
                <a:t>4</a:t>
              </a:r>
              <a:endParaRPr lang="en-GB" sz="2400" b="1">
                <a:solidFill>
                  <a:srgbClr val="FF0000"/>
                </a:solidFill>
                <a:latin typeface="Times New Roman" charset="0"/>
              </a:endParaRPr>
            </a:p>
          </p:txBody>
        </p:sp>
        <p:sp>
          <p:nvSpPr>
            <p:cNvPr id="640034" name="Text Box 34"/>
            <p:cNvSpPr txBox="1">
              <a:spLocks noChangeArrowheads="1"/>
            </p:cNvSpPr>
            <p:nvPr/>
          </p:nvSpPr>
          <p:spPr bwMode="auto">
            <a:xfrm>
              <a:off x="3792" y="2208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>
                  <a:solidFill>
                    <a:srgbClr val="FF0000"/>
                  </a:solidFill>
                  <a:latin typeface="Times New Roman" charset="0"/>
                </a:rPr>
                <a:t>7</a:t>
              </a:r>
              <a:endParaRPr lang="en-GB" sz="2400" b="1">
                <a:solidFill>
                  <a:srgbClr val="FF0000"/>
                </a:solidFill>
                <a:latin typeface="Times New Roman" charset="0"/>
              </a:endParaRPr>
            </a:p>
          </p:txBody>
        </p:sp>
        <p:sp>
          <p:nvSpPr>
            <p:cNvPr id="640035" name="Text Box 35"/>
            <p:cNvSpPr txBox="1">
              <a:spLocks noChangeArrowheads="1"/>
            </p:cNvSpPr>
            <p:nvPr/>
          </p:nvSpPr>
          <p:spPr bwMode="auto">
            <a:xfrm>
              <a:off x="3168" y="1632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>
                  <a:solidFill>
                    <a:srgbClr val="FF0000"/>
                  </a:solidFill>
                  <a:latin typeface="Times New Roman" charset="0"/>
                </a:rPr>
                <a:t>4</a:t>
              </a:r>
              <a:endParaRPr lang="en-GB" sz="2400" b="1">
                <a:solidFill>
                  <a:srgbClr val="FF0000"/>
                </a:solidFill>
                <a:latin typeface="Times New Roman" charset="0"/>
              </a:endParaRPr>
            </a:p>
          </p:txBody>
        </p:sp>
        <p:sp>
          <p:nvSpPr>
            <p:cNvPr id="640036" name="Text Box 36"/>
            <p:cNvSpPr txBox="1">
              <a:spLocks noChangeArrowheads="1"/>
            </p:cNvSpPr>
            <p:nvPr/>
          </p:nvSpPr>
          <p:spPr bwMode="auto">
            <a:xfrm>
              <a:off x="2304" y="2832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>
                  <a:solidFill>
                    <a:srgbClr val="FF0000"/>
                  </a:solidFill>
                  <a:latin typeface="Times New Roman" charset="0"/>
                </a:rPr>
                <a:t>11</a:t>
              </a:r>
              <a:endParaRPr lang="en-GB" sz="2400" b="1">
                <a:solidFill>
                  <a:srgbClr val="FF0000"/>
                </a:solidFill>
                <a:latin typeface="Times New Roman" charset="0"/>
              </a:endParaRPr>
            </a:p>
          </p:txBody>
        </p:sp>
        <p:sp>
          <p:nvSpPr>
            <p:cNvPr id="640037" name="Text Box 37"/>
            <p:cNvSpPr txBox="1">
              <a:spLocks noChangeArrowheads="1"/>
            </p:cNvSpPr>
            <p:nvPr/>
          </p:nvSpPr>
          <p:spPr bwMode="auto">
            <a:xfrm>
              <a:off x="2304" y="816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>
                  <a:solidFill>
                    <a:srgbClr val="FF0000"/>
                  </a:solidFill>
                  <a:latin typeface="Times New Roman" charset="0"/>
                </a:rPr>
                <a:t>12</a:t>
              </a:r>
              <a:endParaRPr lang="en-GB" sz="2400" b="1">
                <a:solidFill>
                  <a:srgbClr val="FF0000"/>
                </a:solidFill>
                <a:latin typeface="Times New Roman" charset="0"/>
              </a:endParaRPr>
            </a:p>
          </p:txBody>
        </p:sp>
        <p:sp>
          <p:nvSpPr>
            <p:cNvPr id="640038" name="Text Box 38"/>
            <p:cNvSpPr txBox="1">
              <a:spLocks noChangeArrowheads="1"/>
            </p:cNvSpPr>
            <p:nvPr/>
          </p:nvSpPr>
          <p:spPr bwMode="auto">
            <a:xfrm>
              <a:off x="2064" y="2208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>
                  <a:solidFill>
                    <a:srgbClr val="FF0000"/>
                  </a:solidFill>
                  <a:latin typeface="Times New Roman" charset="0"/>
                </a:rPr>
                <a:t>1</a:t>
              </a:r>
              <a:endParaRPr lang="en-GB" sz="2400" b="1">
                <a:solidFill>
                  <a:srgbClr val="FF0000"/>
                </a:solidFill>
                <a:latin typeface="Times New Roman" charset="0"/>
              </a:endParaRPr>
            </a:p>
          </p:txBody>
        </p:sp>
      </p:grpSp>
      <p:sp>
        <p:nvSpPr>
          <p:cNvPr id="640039" name="Text Box 39"/>
          <p:cNvSpPr txBox="1">
            <a:spLocks noChangeArrowheads="1"/>
          </p:cNvSpPr>
          <p:nvPr/>
        </p:nvSpPr>
        <p:spPr bwMode="auto">
          <a:xfrm>
            <a:off x="533400" y="5334000"/>
            <a:ext cx="82296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20000"/>
              </a:spcBef>
            </a:pPr>
            <a:r>
              <a:rPr lang="it-IT" sz="2400" dirty="0">
                <a:solidFill>
                  <a:srgbClr val="0000FF"/>
                </a:solidFill>
                <a:latin typeface="+mn-lt"/>
              </a:rPr>
              <a:t>Valore del flusso </a:t>
            </a:r>
            <a:r>
              <a:rPr lang="it-IT" sz="2400" b="1" dirty="0" smtClean="0">
                <a:solidFill>
                  <a:srgbClr val="FF6600"/>
                </a:solidFill>
                <a:latin typeface="+mn-lt"/>
              </a:rPr>
              <a:t>|</a:t>
            </a:r>
            <a:r>
              <a:rPr lang="it-IT" sz="2400" b="1" dirty="0" err="1" smtClean="0">
                <a:solidFill>
                  <a:srgbClr val="FF6600"/>
                </a:solidFill>
                <a:latin typeface="+mn-lt"/>
              </a:rPr>
              <a:t>f</a:t>
            </a:r>
            <a:r>
              <a:rPr lang="it-IT" sz="2400" b="1" dirty="0" smtClean="0">
                <a:solidFill>
                  <a:srgbClr val="FF6600"/>
                </a:solidFill>
                <a:latin typeface="+mn-lt"/>
              </a:rPr>
              <a:t>| </a:t>
            </a:r>
            <a:r>
              <a:rPr lang="it-IT" sz="2400" b="1" dirty="0">
                <a:solidFill>
                  <a:srgbClr val="FF6600"/>
                </a:solidFill>
                <a:latin typeface="+mn-lt"/>
              </a:rPr>
              <a:t>= </a:t>
            </a:r>
            <a:r>
              <a:rPr lang="it-IT" sz="2400" b="1" dirty="0" smtClean="0">
                <a:solidFill>
                  <a:srgbClr val="FF6600"/>
                </a:solidFill>
                <a:latin typeface="+mn-lt"/>
              </a:rPr>
              <a:t>19</a:t>
            </a:r>
            <a:endParaRPr lang="it-IT" sz="2400" dirty="0">
              <a:latin typeface="+mn-lt"/>
            </a:endParaRPr>
          </a:p>
        </p:txBody>
      </p:sp>
      <p:sp>
        <p:nvSpPr>
          <p:cNvPr id="640041" name="Rectangle 4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Esempio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0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0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0039" grpId="0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42051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41452014"/>
              </p:ext>
            </p:extLst>
          </p:nvPr>
        </p:nvGraphicFramePr>
        <p:xfrm>
          <a:off x="1606352" y="1869381"/>
          <a:ext cx="3795713" cy="1168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41" name="Equation" r:id="rId4" imgW="1321196" imgH="457597" progId="Equation.3">
                  <p:embed/>
                </p:oleObj>
              </mc:Choice>
              <mc:Fallback>
                <p:oleObj name="Equation" r:id="rId4" imgW="1321196" imgH="45759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6352" y="1869381"/>
                        <a:ext cx="3795713" cy="1168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Proprietà</a:t>
            </a:r>
            <a:r>
              <a:rPr lang="en-US" dirty="0" smtClean="0"/>
              <a:t> del </a:t>
            </a:r>
            <a:r>
              <a:rPr lang="en-US" dirty="0" err="1" smtClean="0"/>
              <a:t>flusso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 smtClean="0"/>
              <a:t>Dati due insiemi di vertici X ed Y il flusso da X a Y è:</a:t>
            </a:r>
          </a:p>
          <a:p>
            <a:endParaRPr lang="it-IT" dirty="0" smtClean="0"/>
          </a:p>
          <a:p>
            <a:endParaRPr lang="it-IT" dirty="0" smtClean="0"/>
          </a:p>
          <a:p>
            <a:r>
              <a:rPr lang="it-IT" dirty="0" smtClean="0"/>
              <a:t>Alcune proprietà:</a:t>
            </a:r>
          </a:p>
          <a:p>
            <a:pPr marL="914400" lvl="1" indent="-457200">
              <a:buFont typeface="+mj-lt"/>
              <a:buAutoNum type="arabicPeriod"/>
            </a:pPr>
            <a:r>
              <a:rPr lang="it-IT" dirty="0" smtClean="0"/>
              <a:t> </a:t>
            </a:r>
            <a:r>
              <a:rPr lang="it-IT" dirty="0" err="1" smtClean="0"/>
              <a:t>f</a:t>
            </a:r>
            <a:r>
              <a:rPr lang="it-IT" dirty="0" smtClean="0"/>
              <a:t>(X,X) = 0</a:t>
            </a:r>
          </a:p>
          <a:p>
            <a:pPr marL="914400" lvl="1" indent="-457200">
              <a:buFont typeface="+mj-lt"/>
              <a:buAutoNum type="arabicPeriod"/>
            </a:pPr>
            <a:r>
              <a:rPr lang="it-IT" dirty="0" smtClean="0"/>
              <a:t> </a:t>
            </a:r>
            <a:r>
              <a:rPr lang="it-IT" dirty="0" err="1" smtClean="0"/>
              <a:t>f</a:t>
            </a:r>
            <a:r>
              <a:rPr lang="it-IT" dirty="0" smtClean="0"/>
              <a:t>(X,Y) = - </a:t>
            </a:r>
            <a:r>
              <a:rPr lang="it-IT" dirty="0" err="1" smtClean="0"/>
              <a:t>f</a:t>
            </a:r>
            <a:r>
              <a:rPr lang="it-IT" dirty="0" smtClean="0"/>
              <a:t>(Y,X)</a:t>
            </a:r>
          </a:p>
          <a:p>
            <a:pPr marL="914400" lvl="1" indent="-457200">
              <a:buFont typeface="+mj-lt"/>
              <a:buAutoNum type="arabicPeriod"/>
            </a:pPr>
            <a:r>
              <a:rPr lang="it-IT" dirty="0" smtClean="0"/>
              <a:t> </a:t>
            </a:r>
            <a:r>
              <a:rPr lang="it-IT" dirty="0" err="1" smtClean="0"/>
              <a:t>f</a:t>
            </a:r>
            <a:r>
              <a:rPr lang="it-IT" dirty="0" smtClean="0"/>
              <a:t>(X</a:t>
            </a:r>
            <a:r>
              <a:rPr lang="it-IT" dirty="0" smtClean="0">
                <a:sym typeface="Symbol" charset="0"/>
              </a:rPr>
              <a:t></a:t>
            </a:r>
            <a:r>
              <a:rPr lang="it-IT" dirty="0" smtClean="0"/>
              <a:t>Y,Z) = </a:t>
            </a:r>
            <a:r>
              <a:rPr lang="it-IT" dirty="0" err="1" smtClean="0"/>
              <a:t>f</a:t>
            </a:r>
            <a:r>
              <a:rPr lang="it-IT" dirty="0" smtClean="0"/>
              <a:t>(X,Z) + </a:t>
            </a:r>
            <a:r>
              <a:rPr lang="it-IT" dirty="0" err="1" smtClean="0"/>
              <a:t>f</a:t>
            </a:r>
            <a:r>
              <a:rPr lang="it-IT" dirty="0" smtClean="0"/>
              <a:t>(Y,Z) quando X</a:t>
            </a:r>
            <a:r>
              <a:rPr lang="it-IT" dirty="0" smtClean="0">
                <a:sym typeface="Symbol" charset="0"/>
              </a:rPr>
              <a:t></a:t>
            </a:r>
            <a:r>
              <a:rPr lang="it-IT" dirty="0" smtClean="0"/>
              <a:t>Y = </a:t>
            </a:r>
            <a:r>
              <a:rPr lang="it-IT" dirty="0" smtClean="0">
                <a:sym typeface="Symbol" charset="0"/>
              </a:rPr>
              <a:t></a:t>
            </a:r>
            <a:endParaRPr lang="it-IT" dirty="0" smtClean="0"/>
          </a:p>
          <a:p>
            <a:pPr marL="914400" lvl="1" indent="-457200">
              <a:buFont typeface="+mj-lt"/>
              <a:buAutoNum type="arabicPeriod"/>
            </a:pPr>
            <a:r>
              <a:rPr lang="it-IT" dirty="0" smtClean="0"/>
              <a:t> </a:t>
            </a:r>
            <a:r>
              <a:rPr lang="it-IT" dirty="0" err="1" smtClean="0"/>
              <a:t>f</a:t>
            </a:r>
            <a:r>
              <a:rPr lang="it-IT" dirty="0" smtClean="0"/>
              <a:t>(Z,X</a:t>
            </a:r>
            <a:r>
              <a:rPr lang="it-IT" dirty="0" smtClean="0">
                <a:sym typeface="Symbol" charset="0"/>
              </a:rPr>
              <a:t></a:t>
            </a:r>
            <a:r>
              <a:rPr lang="it-IT" dirty="0" smtClean="0"/>
              <a:t>Y) = </a:t>
            </a:r>
            <a:r>
              <a:rPr lang="it-IT" dirty="0" err="1" smtClean="0"/>
              <a:t>f</a:t>
            </a:r>
            <a:r>
              <a:rPr lang="it-IT" dirty="0" smtClean="0"/>
              <a:t>(Z,X) + </a:t>
            </a:r>
            <a:r>
              <a:rPr lang="it-IT" dirty="0" err="1" smtClean="0"/>
              <a:t>f</a:t>
            </a:r>
            <a:r>
              <a:rPr lang="it-IT" dirty="0" smtClean="0"/>
              <a:t>(Z,Y) quando X</a:t>
            </a:r>
            <a:r>
              <a:rPr lang="it-IT" dirty="0" smtClean="0">
                <a:sym typeface="Symbol" charset="0"/>
              </a:rPr>
              <a:t></a:t>
            </a:r>
            <a:r>
              <a:rPr lang="it-IT" dirty="0" smtClean="0"/>
              <a:t>Y = </a:t>
            </a:r>
            <a:r>
              <a:rPr lang="it-IT" dirty="0" smtClean="0">
                <a:sym typeface="Symbol" charset="0"/>
              </a:rPr>
              <a:t></a:t>
            </a:r>
            <a:endParaRPr lang="it-IT" dirty="0" smtClean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44099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33352091"/>
              </p:ext>
            </p:extLst>
          </p:nvPr>
        </p:nvGraphicFramePr>
        <p:xfrm>
          <a:off x="755576" y="2060848"/>
          <a:ext cx="7191375" cy="3771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89" name="Equation" r:id="rId4" imgW="2514996" imgH="1283096" progId="Equation.3">
                  <p:embed/>
                </p:oleObj>
              </mc:Choice>
              <mc:Fallback>
                <p:oleObj name="Equation" r:id="rId4" imgW="2514996" imgH="128309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576" y="2060848"/>
                        <a:ext cx="7191375" cy="3771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Proprietà del flusso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1196752"/>
            <a:ext cx="8496944" cy="720080"/>
          </a:xfrm>
        </p:spPr>
        <p:txBody>
          <a:bodyPr/>
          <a:lstStyle/>
          <a:p>
            <a:r>
              <a:rPr lang="it-IT" dirty="0" smtClean="0"/>
              <a:t>Una conseguenza</a:t>
            </a:r>
            <a:endParaRPr lang="en-US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150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Il metodo del cammino aumentante</a:t>
            </a:r>
          </a:p>
        </p:txBody>
      </p:sp>
      <p:sp>
        <p:nvSpPr>
          <p:cNvPr id="646151" name="Rectangle 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Con il metodo del cammino aumentante si parte con </a:t>
            </a:r>
            <a:r>
              <a:rPr lang="it-IT" dirty="0" err="1">
                <a:solidFill>
                  <a:schemeClr val="hlink"/>
                </a:solidFill>
              </a:rPr>
              <a:t>f</a:t>
            </a:r>
            <a:r>
              <a:rPr lang="it-IT" dirty="0">
                <a:solidFill>
                  <a:schemeClr val="hlink"/>
                </a:solidFill>
              </a:rPr>
              <a:t>(</a:t>
            </a:r>
            <a:r>
              <a:rPr lang="it-IT" dirty="0" err="1">
                <a:solidFill>
                  <a:schemeClr val="hlink"/>
                </a:solidFill>
              </a:rPr>
              <a:t>u,v</a:t>
            </a:r>
            <a:r>
              <a:rPr lang="it-IT" dirty="0">
                <a:solidFill>
                  <a:schemeClr val="hlink"/>
                </a:solidFill>
              </a:rPr>
              <a:t>) </a:t>
            </a:r>
            <a:r>
              <a:rPr lang="it-IT" dirty="0">
                <a:solidFill>
                  <a:schemeClr val="hlink"/>
                </a:solidFill>
                <a:sym typeface="Symbol" charset="0"/>
              </a:rPr>
              <a:t>= </a:t>
            </a:r>
            <a:r>
              <a:rPr lang="it-IT" dirty="0">
                <a:solidFill>
                  <a:schemeClr val="hlink"/>
                </a:solidFill>
              </a:rPr>
              <a:t>0</a:t>
            </a:r>
            <a:r>
              <a:rPr lang="it-IT" dirty="0"/>
              <a:t> per ogni </a:t>
            </a:r>
            <a:r>
              <a:rPr lang="it-IT" dirty="0">
                <a:solidFill>
                  <a:schemeClr val="hlink"/>
                </a:solidFill>
              </a:rPr>
              <a:t>u</a:t>
            </a:r>
            <a:r>
              <a:rPr lang="it-IT" dirty="0"/>
              <a:t> e </a:t>
            </a:r>
            <a:r>
              <a:rPr lang="it-IT" dirty="0">
                <a:solidFill>
                  <a:schemeClr val="hlink"/>
                </a:solidFill>
              </a:rPr>
              <a:t>v</a:t>
            </a:r>
            <a:r>
              <a:rPr lang="it-IT" dirty="0"/>
              <a:t> e quindi si aumenta iterativamente il valore del flusso cercando un cammino dalla sorgente </a:t>
            </a:r>
            <a:r>
              <a:rPr lang="it-IT" dirty="0" err="1">
                <a:solidFill>
                  <a:schemeClr val="hlink"/>
                </a:solidFill>
              </a:rPr>
              <a:t>s</a:t>
            </a:r>
            <a:r>
              <a:rPr lang="it-IT" dirty="0"/>
              <a:t> al pozzo </a:t>
            </a:r>
            <a:r>
              <a:rPr lang="it-IT" dirty="0">
                <a:solidFill>
                  <a:schemeClr val="hlink"/>
                </a:solidFill>
              </a:rPr>
              <a:t>t</a:t>
            </a:r>
            <a:r>
              <a:rPr lang="it-IT" dirty="0"/>
              <a:t> lungo il quale sia possibile inviare ulteriore flusso</a:t>
            </a:r>
          </a:p>
          <a:p>
            <a:r>
              <a:rPr lang="it-IT" dirty="0"/>
              <a:t>Il procedimento termina quando non vi sono più cammini aumentanti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194" name="Text Box 2"/>
          <p:cNvSpPr txBox="1">
            <a:spLocks noChangeArrowheads="1"/>
          </p:cNvSpPr>
          <p:nvPr/>
        </p:nvSpPr>
        <p:spPr bwMode="auto">
          <a:xfrm>
            <a:off x="457200" y="2743200"/>
            <a:ext cx="8077200" cy="3106738"/>
          </a:xfrm>
          <a:prstGeom prst="rect">
            <a:avLst/>
          </a:prstGeom>
          <a:solidFill>
            <a:srgbClr val="FFFF99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it-IT" sz="2800" b="1" i="1">
                <a:latin typeface="Times New Roman" charset="0"/>
                <a:sym typeface="Symbol" charset="0"/>
              </a:rPr>
              <a:t>AlgGenericoFlussoMassimo</a:t>
            </a:r>
            <a:r>
              <a:rPr lang="it-IT" sz="2800" b="1">
                <a:latin typeface="Times New Roman" charset="0"/>
                <a:sym typeface="Symbol" charset="0"/>
              </a:rPr>
              <a:t>(</a:t>
            </a:r>
            <a:r>
              <a:rPr lang="it-IT" sz="2800" b="1" i="1">
                <a:latin typeface="Times New Roman" charset="0"/>
                <a:sym typeface="Symbol" charset="0"/>
              </a:rPr>
              <a:t>G</a:t>
            </a:r>
            <a:r>
              <a:rPr lang="it-IT" sz="2800" b="1">
                <a:latin typeface="Times New Roman" charset="0"/>
                <a:sym typeface="Symbol" charset="0"/>
              </a:rPr>
              <a:t>, </a:t>
            </a:r>
            <a:r>
              <a:rPr lang="it-IT" sz="2800" b="1" i="1">
                <a:latin typeface="Times New Roman" charset="0"/>
                <a:sym typeface="Symbol" charset="0"/>
              </a:rPr>
              <a:t>s</a:t>
            </a:r>
            <a:r>
              <a:rPr lang="it-IT" sz="2800" b="1">
                <a:latin typeface="Times New Roman" charset="0"/>
                <a:sym typeface="Symbol" charset="0"/>
              </a:rPr>
              <a:t>, </a:t>
            </a:r>
            <a:r>
              <a:rPr lang="it-IT" sz="2800" b="1" i="1">
                <a:latin typeface="Times New Roman" charset="0"/>
                <a:sym typeface="Symbol" charset="0"/>
              </a:rPr>
              <a:t>t</a:t>
            </a:r>
            <a:r>
              <a:rPr lang="it-IT" sz="2800" b="1">
                <a:latin typeface="Times New Roman" charset="0"/>
                <a:sym typeface="Symbol" charset="0"/>
              </a:rPr>
              <a:t>) </a:t>
            </a:r>
          </a:p>
          <a:p>
            <a:pPr eaLnBrk="0" hangingPunct="0"/>
            <a:r>
              <a:rPr lang="it-IT" sz="2800" b="1">
                <a:latin typeface="Times New Roman" charset="0"/>
                <a:sym typeface="Symbol" charset="0"/>
              </a:rPr>
              <a:t>    </a:t>
            </a:r>
            <a:r>
              <a:rPr lang="it-IT" sz="2400" b="1" i="1">
                <a:solidFill>
                  <a:srgbClr val="0000CC"/>
                </a:solidFill>
                <a:latin typeface="Times New Roman" charset="0"/>
                <a:sym typeface="Symbol" charset="0"/>
              </a:rPr>
              <a:t>G</a:t>
            </a:r>
            <a:r>
              <a:rPr lang="it-IT" sz="2400" b="1">
                <a:solidFill>
                  <a:srgbClr val="0000CC"/>
                </a:solidFill>
                <a:latin typeface="Times New Roman" charset="0"/>
                <a:sym typeface="Symbol" charset="0"/>
              </a:rPr>
              <a:t> rete di flusso con capacità </a:t>
            </a:r>
            <a:r>
              <a:rPr lang="it-IT" sz="2400" b="1" i="1">
                <a:solidFill>
                  <a:srgbClr val="0000CC"/>
                </a:solidFill>
                <a:latin typeface="Times New Roman" charset="0"/>
                <a:sym typeface="Symbol" charset="0"/>
              </a:rPr>
              <a:t>c</a:t>
            </a:r>
            <a:r>
              <a:rPr lang="it-IT" sz="2400" b="1">
                <a:solidFill>
                  <a:srgbClr val="0000CC"/>
                </a:solidFill>
                <a:latin typeface="Times New Roman" charset="0"/>
                <a:sym typeface="Symbol" charset="0"/>
              </a:rPr>
              <a:t>(</a:t>
            </a:r>
            <a:r>
              <a:rPr lang="it-IT" sz="2400" b="1" i="1">
                <a:solidFill>
                  <a:srgbClr val="0000CC"/>
                </a:solidFill>
                <a:latin typeface="Times New Roman" charset="0"/>
                <a:sym typeface="Symbol" charset="0"/>
              </a:rPr>
              <a:t>u</a:t>
            </a:r>
            <a:r>
              <a:rPr lang="it-IT" sz="2400" b="1">
                <a:solidFill>
                  <a:srgbClr val="0000CC"/>
                </a:solidFill>
                <a:latin typeface="Times New Roman" charset="0"/>
                <a:sym typeface="Symbol" charset="0"/>
              </a:rPr>
              <a:t>,</a:t>
            </a:r>
            <a:r>
              <a:rPr lang="it-IT" sz="2400" b="1" i="1">
                <a:solidFill>
                  <a:srgbClr val="0000CC"/>
                </a:solidFill>
                <a:latin typeface="Times New Roman" charset="0"/>
                <a:sym typeface="Symbol" charset="0"/>
              </a:rPr>
              <a:t>v</a:t>
            </a:r>
            <a:r>
              <a:rPr lang="it-IT" sz="2400" b="1">
                <a:solidFill>
                  <a:srgbClr val="0000CC"/>
                </a:solidFill>
                <a:latin typeface="Times New Roman" charset="0"/>
                <a:sym typeface="Symbol" charset="0"/>
              </a:rPr>
              <a:t>)</a:t>
            </a:r>
          </a:p>
          <a:p>
            <a:pPr eaLnBrk="0" hangingPunct="0"/>
            <a:r>
              <a:rPr lang="it-IT" sz="2800" b="1">
                <a:latin typeface="Times New Roman" charset="0"/>
                <a:sym typeface="Symbol" charset="0"/>
              </a:rPr>
              <a:t>    for “ogni </a:t>
            </a:r>
            <a:r>
              <a:rPr lang="it-IT" sz="2800" b="1" i="1">
                <a:latin typeface="Times New Roman" charset="0"/>
                <a:sym typeface="Symbol" charset="0"/>
              </a:rPr>
              <a:t>u</a:t>
            </a:r>
            <a:r>
              <a:rPr lang="it-IT" sz="2800" b="1">
                <a:latin typeface="Times New Roman" charset="0"/>
                <a:sym typeface="Symbol" charset="0"/>
              </a:rPr>
              <a:t>,</a:t>
            </a:r>
            <a:r>
              <a:rPr lang="it-IT" sz="2800" b="1" i="1">
                <a:latin typeface="Times New Roman" charset="0"/>
                <a:sym typeface="Symbol" charset="0"/>
              </a:rPr>
              <a:t>v</a:t>
            </a:r>
            <a:r>
              <a:rPr lang="it-IT" sz="2800" b="1">
                <a:latin typeface="Times New Roman" charset="0"/>
                <a:sym typeface="Symbol" charset="0"/>
              </a:rPr>
              <a:t>  </a:t>
            </a:r>
            <a:r>
              <a:rPr lang="it-IT" sz="2800" b="1" i="1">
                <a:latin typeface="Times New Roman" charset="0"/>
                <a:sym typeface="Symbol" charset="0"/>
              </a:rPr>
              <a:t>V</a:t>
            </a:r>
            <a:r>
              <a:rPr lang="it-IT" sz="2800" b="1">
                <a:latin typeface="Times New Roman" charset="0"/>
                <a:sym typeface="Symbol" charset="0"/>
              </a:rPr>
              <a:t>[</a:t>
            </a:r>
            <a:r>
              <a:rPr lang="it-IT" sz="2800" b="1" i="1">
                <a:latin typeface="Times New Roman" charset="0"/>
                <a:sym typeface="Symbol" charset="0"/>
              </a:rPr>
              <a:t>G</a:t>
            </a:r>
            <a:r>
              <a:rPr lang="it-IT" sz="2800" b="1">
                <a:latin typeface="Times New Roman" charset="0"/>
                <a:sym typeface="Symbol" charset="0"/>
              </a:rPr>
              <a:t>]” do</a:t>
            </a:r>
          </a:p>
          <a:p>
            <a:pPr eaLnBrk="0" hangingPunct="0"/>
            <a:r>
              <a:rPr lang="it-IT" sz="2800" b="1">
                <a:latin typeface="Times New Roman" charset="0"/>
                <a:sym typeface="Symbol" charset="0"/>
              </a:rPr>
              <a:t>       </a:t>
            </a:r>
            <a:r>
              <a:rPr lang="it-IT" sz="2800" b="1" i="1">
                <a:latin typeface="Times New Roman" charset="0"/>
                <a:sym typeface="Symbol" charset="0"/>
              </a:rPr>
              <a:t>f</a:t>
            </a:r>
            <a:r>
              <a:rPr lang="it-IT" sz="2800" b="1">
                <a:latin typeface="Times New Roman" charset="0"/>
                <a:sym typeface="Symbol" charset="0"/>
              </a:rPr>
              <a:t>(</a:t>
            </a:r>
            <a:r>
              <a:rPr lang="it-IT" sz="2800" b="1" i="1">
                <a:latin typeface="Times New Roman" charset="0"/>
                <a:sym typeface="Symbol" charset="0"/>
              </a:rPr>
              <a:t>u</a:t>
            </a:r>
            <a:r>
              <a:rPr lang="it-IT" sz="2800" b="1">
                <a:latin typeface="Times New Roman" charset="0"/>
                <a:sym typeface="Symbol" charset="0"/>
              </a:rPr>
              <a:t>,</a:t>
            </a:r>
            <a:r>
              <a:rPr lang="it-IT" sz="2800" b="1" i="1">
                <a:latin typeface="Times New Roman" charset="0"/>
                <a:sym typeface="Symbol" charset="0"/>
              </a:rPr>
              <a:t>v</a:t>
            </a:r>
            <a:r>
              <a:rPr lang="it-IT" sz="2800" b="1">
                <a:latin typeface="Times New Roman" charset="0"/>
                <a:sym typeface="Symbol" charset="0"/>
              </a:rPr>
              <a:t>)  0</a:t>
            </a:r>
          </a:p>
          <a:p>
            <a:pPr eaLnBrk="0" hangingPunct="0"/>
            <a:r>
              <a:rPr lang="it-IT" sz="2800" b="1">
                <a:latin typeface="Times New Roman" charset="0"/>
                <a:sym typeface="Symbol" charset="0"/>
              </a:rPr>
              <a:t>    while “esiste un cammino aumentante </a:t>
            </a:r>
            <a:r>
              <a:rPr lang="it-IT" sz="2800" b="1" i="1">
                <a:latin typeface="Times New Roman" charset="0"/>
                <a:sym typeface="Symbol" charset="0"/>
              </a:rPr>
              <a:t>P</a:t>
            </a:r>
            <a:r>
              <a:rPr lang="it-IT" sz="2800" b="1">
                <a:latin typeface="Times New Roman" charset="0"/>
                <a:sym typeface="Symbol" charset="0"/>
              </a:rPr>
              <a:t>” do</a:t>
            </a:r>
          </a:p>
          <a:p>
            <a:pPr eaLnBrk="0" hangingPunct="0"/>
            <a:r>
              <a:rPr lang="it-IT" sz="2800" b="1">
                <a:latin typeface="Times New Roman" charset="0"/>
                <a:sym typeface="Symbol" charset="0"/>
              </a:rPr>
              <a:t>       “aumenta il flusso lungo </a:t>
            </a:r>
            <a:r>
              <a:rPr lang="it-IT" sz="2800" b="1" i="1">
                <a:latin typeface="Times New Roman" charset="0"/>
                <a:sym typeface="Symbol" charset="0"/>
              </a:rPr>
              <a:t>P</a:t>
            </a:r>
            <a:r>
              <a:rPr lang="it-IT" sz="2800" b="1">
                <a:latin typeface="Times New Roman" charset="0"/>
                <a:sym typeface="Symbol" charset="0"/>
              </a:rPr>
              <a:t>” </a:t>
            </a:r>
          </a:p>
          <a:p>
            <a:pPr eaLnBrk="0" hangingPunct="0"/>
            <a:r>
              <a:rPr lang="it-IT" sz="2800" b="1">
                <a:latin typeface="Times New Roman" charset="0"/>
                <a:sym typeface="Symbol" charset="0"/>
              </a:rPr>
              <a:t>    return </a:t>
            </a:r>
            <a:r>
              <a:rPr lang="it-IT" sz="2800" b="1" i="1">
                <a:latin typeface="Times New Roman" charset="0"/>
                <a:sym typeface="Symbol" charset="0"/>
              </a:rPr>
              <a:t>f</a:t>
            </a:r>
          </a:p>
        </p:txBody>
      </p:sp>
      <p:sp>
        <p:nvSpPr>
          <p:cNvPr id="648198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Il metodo del cammino aumentante</a:t>
            </a:r>
          </a:p>
        </p:txBody>
      </p:sp>
      <p:sp>
        <p:nvSpPr>
          <p:cNvPr id="648199" name="Rectangle 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it-IT"/>
              <a:t>Lo schema del metodo è il seguente: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smtClean="0"/>
              <a:t>La rete residua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 smtClean="0"/>
              <a:t>Dato un flusso </a:t>
            </a:r>
            <a:r>
              <a:rPr lang="it-IT" dirty="0" err="1" smtClean="0">
                <a:solidFill>
                  <a:srgbClr val="FF0000"/>
                </a:solidFill>
              </a:rPr>
              <a:t>f</a:t>
            </a:r>
            <a:r>
              <a:rPr lang="it-IT" dirty="0" smtClean="0"/>
              <a:t> in una rete di flusso </a:t>
            </a:r>
            <a:r>
              <a:rPr lang="it-IT" dirty="0" smtClean="0">
                <a:solidFill>
                  <a:srgbClr val="FF0000"/>
                </a:solidFill>
              </a:rPr>
              <a:t>G = (V,E) </a:t>
            </a:r>
            <a:r>
              <a:rPr lang="it-IT" dirty="0" smtClean="0"/>
              <a:t>la </a:t>
            </a:r>
            <a:r>
              <a:rPr lang="it-IT" dirty="0" smtClean="0">
                <a:solidFill>
                  <a:srgbClr val="800000"/>
                </a:solidFill>
              </a:rPr>
              <a:t>capacità residua </a:t>
            </a:r>
            <a:r>
              <a:rPr lang="it-IT" dirty="0" smtClean="0"/>
              <a:t>di un arco </a:t>
            </a:r>
            <a:r>
              <a:rPr lang="it-IT" dirty="0" err="1" smtClean="0">
                <a:solidFill>
                  <a:srgbClr val="FF6600"/>
                </a:solidFill>
              </a:rPr>
              <a:t>uv</a:t>
            </a:r>
            <a:r>
              <a:rPr lang="it-IT" dirty="0" smtClean="0"/>
              <a:t> è la quantità </a:t>
            </a:r>
          </a:p>
          <a:p>
            <a:pPr marL="0" indent="0" algn="ctr">
              <a:buNone/>
            </a:pPr>
            <a:r>
              <a:rPr lang="it-IT" dirty="0" err="1" smtClean="0">
                <a:solidFill>
                  <a:srgbClr val="FF0000"/>
                </a:solidFill>
              </a:rPr>
              <a:t>c</a:t>
            </a:r>
            <a:r>
              <a:rPr lang="it-IT" baseline="-25000" dirty="0" err="1" smtClean="0">
                <a:solidFill>
                  <a:srgbClr val="FF0000"/>
                </a:solidFill>
              </a:rPr>
              <a:t>f</a:t>
            </a:r>
            <a:r>
              <a:rPr lang="it-IT" dirty="0" smtClean="0">
                <a:solidFill>
                  <a:srgbClr val="FF0000"/>
                </a:solidFill>
              </a:rPr>
              <a:t>(</a:t>
            </a:r>
            <a:r>
              <a:rPr lang="it-IT" dirty="0" err="1" smtClean="0">
                <a:solidFill>
                  <a:srgbClr val="FF0000"/>
                </a:solidFill>
              </a:rPr>
              <a:t>u,v</a:t>
            </a:r>
            <a:r>
              <a:rPr lang="it-IT" dirty="0" smtClean="0">
                <a:solidFill>
                  <a:srgbClr val="FF0000"/>
                </a:solidFill>
              </a:rPr>
              <a:t>) = c(</a:t>
            </a:r>
            <a:r>
              <a:rPr lang="it-IT" dirty="0" err="1" smtClean="0">
                <a:solidFill>
                  <a:srgbClr val="FF0000"/>
                </a:solidFill>
              </a:rPr>
              <a:t>u,v</a:t>
            </a:r>
            <a:r>
              <a:rPr lang="it-IT" dirty="0" smtClean="0">
                <a:solidFill>
                  <a:srgbClr val="FF0000"/>
                </a:solidFill>
              </a:rPr>
              <a:t>) - </a:t>
            </a:r>
            <a:r>
              <a:rPr lang="it-IT" dirty="0" err="1" smtClean="0">
                <a:solidFill>
                  <a:srgbClr val="FF0000"/>
                </a:solidFill>
              </a:rPr>
              <a:t>f</a:t>
            </a:r>
            <a:r>
              <a:rPr lang="it-IT" dirty="0" smtClean="0">
                <a:solidFill>
                  <a:srgbClr val="FF0000"/>
                </a:solidFill>
              </a:rPr>
              <a:t>(</a:t>
            </a:r>
            <a:r>
              <a:rPr lang="it-IT" dirty="0" err="1" smtClean="0">
                <a:solidFill>
                  <a:srgbClr val="FF0000"/>
                </a:solidFill>
              </a:rPr>
              <a:t>u,v</a:t>
            </a:r>
            <a:r>
              <a:rPr lang="it-IT" dirty="0" smtClean="0">
                <a:solidFill>
                  <a:srgbClr val="FF0000"/>
                </a:solidFill>
              </a:rPr>
              <a:t>)</a:t>
            </a:r>
          </a:p>
          <a:p>
            <a:r>
              <a:rPr lang="it-IT" dirty="0" smtClean="0"/>
              <a:t>La </a:t>
            </a:r>
            <a:r>
              <a:rPr lang="it-IT" dirty="0" smtClean="0">
                <a:solidFill>
                  <a:srgbClr val="800000"/>
                </a:solidFill>
              </a:rPr>
              <a:t>rete residua </a:t>
            </a:r>
            <a:r>
              <a:rPr lang="it-IT" dirty="0" err="1" smtClean="0">
                <a:solidFill>
                  <a:srgbClr val="FF0000"/>
                </a:solidFill>
              </a:rPr>
              <a:t>G</a:t>
            </a:r>
            <a:r>
              <a:rPr lang="it-IT" baseline="-25000" dirty="0" err="1">
                <a:solidFill>
                  <a:srgbClr val="FF0000"/>
                </a:solidFill>
              </a:rPr>
              <a:t>f</a:t>
            </a:r>
            <a:r>
              <a:rPr lang="it-IT" dirty="0" smtClean="0">
                <a:solidFill>
                  <a:srgbClr val="FF0000"/>
                </a:solidFill>
              </a:rPr>
              <a:t> = (</a:t>
            </a:r>
            <a:r>
              <a:rPr lang="it-IT" dirty="0" err="1" smtClean="0">
                <a:solidFill>
                  <a:srgbClr val="FF0000"/>
                </a:solidFill>
              </a:rPr>
              <a:t>V,E</a:t>
            </a:r>
            <a:r>
              <a:rPr lang="it-IT" baseline="-25000" dirty="0" err="1" smtClean="0">
                <a:solidFill>
                  <a:srgbClr val="FF0000"/>
                </a:solidFill>
              </a:rPr>
              <a:t>f</a:t>
            </a:r>
            <a:r>
              <a:rPr lang="it-IT" dirty="0" smtClean="0">
                <a:solidFill>
                  <a:srgbClr val="FF0000"/>
                </a:solidFill>
              </a:rPr>
              <a:t>) </a:t>
            </a:r>
            <a:r>
              <a:rPr lang="it-IT" dirty="0" smtClean="0"/>
              <a:t>è la rete con archi </a:t>
            </a:r>
          </a:p>
          <a:p>
            <a:pPr marL="0" indent="0" algn="ctr">
              <a:buNone/>
            </a:pPr>
            <a:r>
              <a:rPr lang="it-IT" dirty="0" err="1" smtClean="0">
                <a:solidFill>
                  <a:srgbClr val="FF0000"/>
                </a:solidFill>
              </a:rPr>
              <a:t>E</a:t>
            </a:r>
            <a:r>
              <a:rPr lang="it-IT" baseline="-25000" dirty="0" err="1">
                <a:solidFill>
                  <a:srgbClr val="FF0000"/>
                </a:solidFill>
              </a:rPr>
              <a:t>f</a:t>
            </a:r>
            <a:r>
              <a:rPr lang="it-IT" dirty="0" smtClean="0">
                <a:solidFill>
                  <a:srgbClr val="FF0000"/>
                </a:solidFill>
              </a:rPr>
              <a:t> = {</a:t>
            </a:r>
            <a:r>
              <a:rPr lang="it-IT" dirty="0" err="1" smtClean="0">
                <a:solidFill>
                  <a:srgbClr val="FF0000"/>
                </a:solidFill>
              </a:rPr>
              <a:t>uv</a:t>
            </a:r>
            <a:r>
              <a:rPr lang="it-IT" dirty="0" smtClean="0">
                <a:solidFill>
                  <a:srgbClr val="FF0000"/>
                </a:solidFill>
              </a:rPr>
              <a:t> </a:t>
            </a:r>
            <a:r>
              <a:rPr lang="it-IT" dirty="0" smtClean="0">
                <a:solidFill>
                  <a:srgbClr val="FF0000"/>
                </a:solidFill>
                <a:sym typeface="Symbol" charset="0"/>
              </a:rPr>
              <a:t> </a:t>
            </a:r>
            <a:r>
              <a:rPr lang="it-IT" dirty="0" smtClean="0">
                <a:solidFill>
                  <a:srgbClr val="FF0000"/>
                </a:solidFill>
              </a:rPr>
              <a:t>V</a:t>
            </a:r>
            <a:r>
              <a:rPr lang="it-IT" dirty="0" smtClean="0">
                <a:solidFill>
                  <a:srgbClr val="FF0000"/>
                </a:solidFill>
                <a:sym typeface="Symbol" charset="0"/>
              </a:rPr>
              <a:t></a:t>
            </a:r>
            <a:r>
              <a:rPr lang="it-IT" dirty="0" smtClean="0">
                <a:solidFill>
                  <a:srgbClr val="FF0000"/>
                </a:solidFill>
              </a:rPr>
              <a:t>V : </a:t>
            </a:r>
            <a:r>
              <a:rPr lang="it-IT" dirty="0" err="1" smtClean="0">
                <a:solidFill>
                  <a:srgbClr val="FF0000"/>
                </a:solidFill>
              </a:rPr>
              <a:t>c</a:t>
            </a:r>
            <a:r>
              <a:rPr lang="it-IT" baseline="-25000" dirty="0" err="1" smtClean="0">
                <a:solidFill>
                  <a:srgbClr val="FF0000"/>
                </a:solidFill>
              </a:rPr>
              <a:t>f</a:t>
            </a:r>
            <a:r>
              <a:rPr lang="it-IT" dirty="0" smtClean="0">
                <a:solidFill>
                  <a:srgbClr val="FF0000"/>
                </a:solidFill>
              </a:rPr>
              <a:t>(</a:t>
            </a:r>
            <a:r>
              <a:rPr lang="it-IT" dirty="0" err="1" smtClean="0">
                <a:solidFill>
                  <a:srgbClr val="FF0000"/>
                </a:solidFill>
              </a:rPr>
              <a:t>u,v</a:t>
            </a:r>
            <a:r>
              <a:rPr lang="it-IT" dirty="0" smtClean="0">
                <a:solidFill>
                  <a:srgbClr val="FF0000"/>
                </a:solidFill>
              </a:rPr>
              <a:t>) &gt; 0} </a:t>
            </a:r>
          </a:p>
          <a:p>
            <a:pPr marL="0" indent="0">
              <a:buNone/>
            </a:pPr>
            <a:r>
              <a:rPr lang="it-IT" dirty="0" smtClean="0"/>
              <a:t>    e capacità </a:t>
            </a:r>
            <a:r>
              <a:rPr lang="it-IT" dirty="0" err="1" smtClean="0">
                <a:solidFill>
                  <a:srgbClr val="FF0000"/>
                </a:solidFill>
              </a:rPr>
              <a:t>c</a:t>
            </a:r>
            <a:r>
              <a:rPr lang="it-IT" baseline="-25000" dirty="0" err="1" smtClean="0">
                <a:solidFill>
                  <a:srgbClr val="FF0000"/>
                </a:solidFill>
              </a:rPr>
              <a:t>f</a:t>
            </a:r>
            <a:r>
              <a:rPr lang="it-IT" dirty="0" smtClean="0">
                <a:solidFill>
                  <a:srgbClr val="FF0000"/>
                </a:solidFill>
              </a:rPr>
              <a:t>(</a:t>
            </a:r>
            <a:r>
              <a:rPr lang="it-IT" dirty="0" err="1" smtClean="0">
                <a:solidFill>
                  <a:srgbClr val="FF0000"/>
                </a:solidFill>
              </a:rPr>
              <a:t>u,v</a:t>
            </a:r>
            <a:r>
              <a:rPr lang="it-IT" dirty="0" smtClean="0">
                <a:solidFill>
                  <a:srgbClr val="FF0000"/>
                </a:solidFill>
              </a:rPr>
              <a:t>)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2290" name="Group 2"/>
          <p:cNvGrpSpPr>
            <a:grpSpLocks noChangeAspect="1"/>
          </p:cNvGrpSpPr>
          <p:nvPr/>
        </p:nvGrpSpPr>
        <p:grpSpPr bwMode="auto">
          <a:xfrm>
            <a:off x="1979712" y="1124744"/>
            <a:ext cx="4327376" cy="2682442"/>
            <a:chOff x="1152" y="144"/>
            <a:chExt cx="2928" cy="1815"/>
          </a:xfrm>
        </p:grpSpPr>
        <p:sp>
          <p:nvSpPr>
            <p:cNvPr id="652291" name="Line 3"/>
            <p:cNvSpPr>
              <a:spLocks noChangeShapeType="1"/>
            </p:cNvSpPr>
            <p:nvPr/>
          </p:nvSpPr>
          <p:spPr bwMode="auto">
            <a:xfrm flipV="1">
              <a:off x="1344" y="432"/>
              <a:ext cx="480" cy="48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52292" name="Oval 4"/>
            <p:cNvSpPr>
              <a:spLocks noChangeArrowheads="1"/>
            </p:cNvSpPr>
            <p:nvPr/>
          </p:nvSpPr>
          <p:spPr bwMode="auto">
            <a:xfrm>
              <a:off x="1776" y="240"/>
              <a:ext cx="240" cy="246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it-IT" sz="2400" b="1">
                  <a:latin typeface="Times New Roman" charset="0"/>
                  <a:sym typeface="Symbol" charset="0"/>
                </a:rPr>
                <a:t>u</a:t>
              </a:r>
              <a:endParaRPr lang="it-IT" sz="2400" b="1">
                <a:latin typeface="Times New Roman" charset="0"/>
              </a:endParaRPr>
            </a:p>
          </p:txBody>
        </p:sp>
        <p:sp>
          <p:nvSpPr>
            <p:cNvPr id="652293" name="Text Box 5"/>
            <p:cNvSpPr txBox="1">
              <a:spLocks noChangeArrowheads="1"/>
            </p:cNvSpPr>
            <p:nvPr/>
          </p:nvSpPr>
          <p:spPr bwMode="auto">
            <a:xfrm>
              <a:off x="3600" y="480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>
                  <a:latin typeface="Times New Roman" charset="0"/>
                </a:rPr>
                <a:t>20</a:t>
              </a:r>
              <a:endParaRPr lang="en-GB" sz="2400" b="1">
                <a:latin typeface="Times New Roman" charset="0"/>
              </a:endParaRPr>
            </a:p>
          </p:txBody>
        </p:sp>
        <p:sp>
          <p:nvSpPr>
            <p:cNvPr id="652294" name="Text Box 6"/>
            <p:cNvSpPr txBox="1">
              <a:spLocks noChangeArrowheads="1"/>
            </p:cNvSpPr>
            <p:nvPr/>
          </p:nvSpPr>
          <p:spPr bwMode="auto">
            <a:xfrm>
              <a:off x="2593" y="144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>
                  <a:latin typeface="Times New Roman" charset="0"/>
                </a:rPr>
                <a:t>12</a:t>
              </a:r>
              <a:endParaRPr lang="en-GB" sz="2400" b="1">
                <a:latin typeface="Times New Roman" charset="0"/>
              </a:endParaRPr>
            </a:p>
          </p:txBody>
        </p:sp>
        <p:sp>
          <p:nvSpPr>
            <p:cNvPr id="652295" name="Text Box 7"/>
            <p:cNvSpPr txBox="1">
              <a:spLocks noChangeArrowheads="1"/>
            </p:cNvSpPr>
            <p:nvPr/>
          </p:nvSpPr>
          <p:spPr bwMode="auto">
            <a:xfrm>
              <a:off x="1344" y="432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>
                  <a:latin typeface="Times New Roman" charset="0"/>
                </a:rPr>
                <a:t>16</a:t>
              </a:r>
              <a:endParaRPr lang="en-GB" sz="2400" b="1">
                <a:latin typeface="Times New Roman" charset="0"/>
              </a:endParaRPr>
            </a:p>
          </p:txBody>
        </p:sp>
        <p:sp>
          <p:nvSpPr>
            <p:cNvPr id="652296" name="Oval 8"/>
            <p:cNvSpPr>
              <a:spLocks noChangeArrowheads="1"/>
            </p:cNvSpPr>
            <p:nvPr/>
          </p:nvSpPr>
          <p:spPr bwMode="auto">
            <a:xfrm>
              <a:off x="1152" y="864"/>
              <a:ext cx="240" cy="24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it-IT" sz="2400" b="1">
                  <a:latin typeface="Times New Roman" charset="0"/>
                  <a:sym typeface="Symbol" charset="0"/>
                </a:rPr>
                <a:t>s</a:t>
              </a:r>
              <a:endParaRPr lang="it-IT" sz="2400" b="1">
                <a:latin typeface="Times New Roman" charset="0"/>
              </a:endParaRPr>
            </a:p>
          </p:txBody>
        </p:sp>
        <p:sp>
          <p:nvSpPr>
            <p:cNvPr id="652297" name="Oval 9"/>
            <p:cNvSpPr>
              <a:spLocks noChangeArrowheads="1"/>
            </p:cNvSpPr>
            <p:nvPr/>
          </p:nvSpPr>
          <p:spPr bwMode="auto">
            <a:xfrm>
              <a:off x="3120" y="1584"/>
              <a:ext cx="240" cy="24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it-IT" sz="2400" b="1">
                  <a:latin typeface="Times New Roman" charset="0"/>
                  <a:sym typeface="Symbol" charset="0"/>
                </a:rPr>
                <a:t>y</a:t>
              </a:r>
              <a:endParaRPr lang="it-IT" sz="2400" b="1">
                <a:latin typeface="Times New Roman" charset="0"/>
              </a:endParaRPr>
            </a:p>
          </p:txBody>
        </p:sp>
        <p:sp>
          <p:nvSpPr>
            <p:cNvPr id="652298" name="Oval 10"/>
            <p:cNvSpPr>
              <a:spLocks noChangeArrowheads="1"/>
            </p:cNvSpPr>
            <p:nvPr/>
          </p:nvSpPr>
          <p:spPr bwMode="auto">
            <a:xfrm>
              <a:off x="1776" y="1536"/>
              <a:ext cx="240" cy="24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it-IT" sz="2400" b="1">
                  <a:latin typeface="Times New Roman" charset="0"/>
                  <a:sym typeface="Symbol" charset="0"/>
                </a:rPr>
                <a:t>x</a:t>
              </a:r>
              <a:endParaRPr lang="it-IT" sz="2400" b="1">
                <a:latin typeface="Times New Roman" charset="0"/>
              </a:endParaRPr>
            </a:p>
          </p:txBody>
        </p:sp>
        <p:sp>
          <p:nvSpPr>
            <p:cNvPr id="652299" name="Oval 11"/>
            <p:cNvSpPr>
              <a:spLocks noChangeArrowheads="1"/>
            </p:cNvSpPr>
            <p:nvPr/>
          </p:nvSpPr>
          <p:spPr bwMode="auto">
            <a:xfrm>
              <a:off x="3120" y="240"/>
              <a:ext cx="240" cy="24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it-IT" sz="2400" b="1">
                  <a:latin typeface="Times New Roman" charset="0"/>
                  <a:sym typeface="Symbol" charset="0"/>
                </a:rPr>
                <a:t>v</a:t>
              </a:r>
              <a:endParaRPr lang="it-IT" sz="2400" b="1">
                <a:latin typeface="Times New Roman" charset="0"/>
              </a:endParaRPr>
            </a:p>
          </p:txBody>
        </p:sp>
        <p:sp>
          <p:nvSpPr>
            <p:cNvPr id="652300" name="Line 12"/>
            <p:cNvSpPr>
              <a:spLocks noChangeShapeType="1"/>
            </p:cNvSpPr>
            <p:nvPr/>
          </p:nvSpPr>
          <p:spPr bwMode="auto">
            <a:xfrm>
              <a:off x="1344" y="1104"/>
              <a:ext cx="480" cy="48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52301" name="Line 13"/>
            <p:cNvSpPr>
              <a:spLocks noChangeShapeType="1"/>
            </p:cNvSpPr>
            <p:nvPr/>
          </p:nvSpPr>
          <p:spPr bwMode="auto">
            <a:xfrm flipH="1">
              <a:off x="1872" y="480"/>
              <a:ext cx="0" cy="107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52302" name="Line 14"/>
            <p:cNvSpPr>
              <a:spLocks noChangeShapeType="1"/>
            </p:cNvSpPr>
            <p:nvPr/>
          </p:nvSpPr>
          <p:spPr bwMode="auto">
            <a:xfrm flipV="1">
              <a:off x="3264" y="480"/>
              <a:ext cx="0" cy="110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52303" name="Line 15"/>
            <p:cNvSpPr>
              <a:spLocks noChangeShapeType="1"/>
            </p:cNvSpPr>
            <p:nvPr/>
          </p:nvSpPr>
          <p:spPr bwMode="auto">
            <a:xfrm>
              <a:off x="2016" y="1680"/>
              <a:ext cx="110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52304" name="Line 16"/>
            <p:cNvSpPr>
              <a:spLocks noChangeShapeType="1"/>
            </p:cNvSpPr>
            <p:nvPr/>
          </p:nvSpPr>
          <p:spPr bwMode="auto">
            <a:xfrm flipV="1">
              <a:off x="2016" y="384"/>
              <a:ext cx="110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52305" name="Line 17"/>
            <p:cNvSpPr>
              <a:spLocks noChangeShapeType="1"/>
            </p:cNvSpPr>
            <p:nvPr/>
          </p:nvSpPr>
          <p:spPr bwMode="auto">
            <a:xfrm flipH="1" flipV="1">
              <a:off x="1968" y="480"/>
              <a:ext cx="0" cy="105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52306" name="Text Box 18"/>
            <p:cNvSpPr txBox="1">
              <a:spLocks noChangeArrowheads="1"/>
            </p:cNvSpPr>
            <p:nvPr/>
          </p:nvSpPr>
          <p:spPr bwMode="auto">
            <a:xfrm>
              <a:off x="1392" y="1344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>
                  <a:latin typeface="Times New Roman" charset="0"/>
                </a:rPr>
                <a:t>13</a:t>
              </a:r>
              <a:endParaRPr lang="en-GB" sz="2400" b="1">
                <a:latin typeface="Times New Roman" charset="0"/>
              </a:endParaRPr>
            </a:p>
          </p:txBody>
        </p:sp>
        <p:sp>
          <p:nvSpPr>
            <p:cNvPr id="652307" name="Text Box 19"/>
            <p:cNvSpPr txBox="1">
              <a:spLocks noChangeArrowheads="1"/>
            </p:cNvSpPr>
            <p:nvPr/>
          </p:nvSpPr>
          <p:spPr bwMode="auto">
            <a:xfrm>
              <a:off x="1584" y="864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>
                  <a:latin typeface="Times New Roman" charset="0"/>
                </a:rPr>
                <a:t>10</a:t>
              </a:r>
              <a:endParaRPr lang="en-GB" sz="2400" b="1">
                <a:latin typeface="Times New Roman" charset="0"/>
              </a:endParaRPr>
            </a:p>
          </p:txBody>
        </p:sp>
        <p:sp>
          <p:nvSpPr>
            <p:cNvPr id="652308" name="Text Box 20"/>
            <p:cNvSpPr txBox="1">
              <a:spLocks noChangeArrowheads="1"/>
            </p:cNvSpPr>
            <p:nvPr/>
          </p:nvSpPr>
          <p:spPr bwMode="auto">
            <a:xfrm>
              <a:off x="3216" y="864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>
                  <a:latin typeface="Times New Roman" charset="0"/>
                </a:rPr>
                <a:t>7</a:t>
              </a:r>
              <a:endParaRPr lang="en-GB" sz="2400" b="1">
                <a:latin typeface="Times New Roman" charset="0"/>
              </a:endParaRPr>
            </a:p>
          </p:txBody>
        </p:sp>
        <p:sp>
          <p:nvSpPr>
            <p:cNvPr id="652309" name="Text Box 21"/>
            <p:cNvSpPr txBox="1">
              <a:spLocks noChangeArrowheads="1"/>
            </p:cNvSpPr>
            <p:nvPr/>
          </p:nvSpPr>
          <p:spPr bwMode="auto">
            <a:xfrm>
              <a:off x="1968" y="864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>
                  <a:latin typeface="Times New Roman" charset="0"/>
                </a:rPr>
                <a:t>4</a:t>
              </a:r>
              <a:endParaRPr lang="en-GB" sz="2400" b="1">
                <a:latin typeface="Times New Roman" charset="0"/>
              </a:endParaRPr>
            </a:p>
          </p:txBody>
        </p:sp>
        <p:sp>
          <p:nvSpPr>
            <p:cNvPr id="652310" name="Text Box 22"/>
            <p:cNvSpPr txBox="1">
              <a:spLocks noChangeArrowheads="1"/>
            </p:cNvSpPr>
            <p:nvPr/>
          </p:nvSpPr>
          <p:spPr bwMode="auto">
            <a:xfrm>
              <a:off x="2593" y="1671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>
                  <a:latin typeface="Times New Roman" charset="0"/>
                </a:rPr>
                <a:t>14</a:t>
              </a:r>
              <a:endParaRPr lang="en-GB" sz="2400" b="1">
                <a:latin typeface="Times New Roman" charset="0"/>
              </a:endParaRPr>
            </a:p>
          </p:txBody>
        </p:sp>
        <p:sp>
          <p:nvSpPr>
            <p:cNvPr id="652311" name="Text Box 23"/>
            <p:cNvSpPr txBox="1">
              <a:spLocks noChangeArrowheads="1"/>
            </p:cNvSpPr>
            <p:nvPr/>
          </p:nvSpPr>
          <p:spPr bwMode="auto">
            <a:xfrm>
              <a:off x="2592" y="912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>
                  <a:latin typeface="Times New Roman" charset="0"/>
                </a:rPr>
                <a:t>9</a:t>
              </a:r>
              <a:endParaRPr lang="en-GB" sz="2400" b="1">
                <a:latin typeface="Times New Roman" charset="0"/>
              </a:endParaRPr>
            </a:p>
          </p:txBody>
        </p:sp>
        <p:sp>
          <p:nvSpPr>
            <p:cNvPr id="652312" name="Line 24"/>
            <p:cNvSpPr>
              <a:spLocks noChangeShapeType="1"/>
            </p:cNvSpPr>
            <p:nvPr/>
          </p:nvSpPr>
          <p:spPr bwMode="auto">
            <a:xfrm flipH="1">
              <a:off x="2016" y="432"/>
              <a:ext cx="1152" cy="115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52313" name="Text Box 25"/>
            <p:cNvSpPr txBox="1">
              <a:spLocks noChangeArrowheads="1"/>
            </p:cNvSpPr>
            <p:nvPr/>
          </p:nvSpPr>
          <p:spPr bwMode="auto">
            <a:xfrm>
              <a:off x="3600" y="1248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>
                  <a:latin typeface="Times New Roman" charset="0"/>
                </a:rPr>
                <a:t>4</a:t>
              </a:r>
              <a:endParaRPr lang="en-GB" sz="2400" b="1">
                <a:latin typeface="Times New Roman" charset="0"/>
              </a:endParaRPr>
            </a:p>
          </p:txBody>
        </p:sp>
        <p:sp>
          <p:nvSpPr>
            <p:cNvPr id="652314" name="Oval 26"/>
            <p:cNvSpPr>
              <a:spLocks noChangeArrowheads="1"/>
            </p:cNvSpPr>
            <p:nvPr/>
          </p:nvSpPr>
          <p:spPr bwMode="auto">
            <a:xfrm>
              <a:off x="3840" y="912"/>
              <a:ext cx="240" cy="24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it-IT" sz="2400" b="1">
                  <a:latin typeface="Times New Roman" charset="0"/>
                  <a:sym typeface="Symbol" charset="0"/>
                </a:rPr>
                <a:t>t</a:t>
              </a:r>
              <a:endParaRPr lang="it-IT" sz="2400" b="1">
                <a:latin typeface="Times New Roman" charset="0"/>
              </a:endParaRPr>
            </a:p>
          </p:txBody>
        </p:sp>
        <p:sp>
          <p:nvSpPr>
            <p:cNvPr id="652315" name="Line 27"/>
            <p:cNvSpPr>
              <a:spLocks noChangeShapeType="1"/>
            </p:cNvSpPr>
            <p:nvPr/>
          </p:nvSpPr>
          <p:spPr bwMode="auto">
            <a:xfrm>
              <a:off x="3360" y="432"/>
              <a:ext cx="528" cy="52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52316" name="Line 28"/>
            <p:cNvSpPr>
              <a:spLocks noChangeShapeType="1"/>
            </p:cNvSpPr>
            <p:nvPr/>
          </p:nvSpPr>
          <p:spPr bwMode="auto">
            <a:xfrm flipV="1">
              <a:off x="3360" y="1104"/>
              <a:ext cx="528" cy="52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52317" name="Text Box 29"/>
            <p:cNvSpPr txBox="1">
              <a:spLocks noChangeArrowheads="1"/>
            </p:cNvSpPr>
            <p:nvPr/>
          </p:nvSpPr>
          <p:spPr bwMode="auto">
            <a:xfrm>
              <a:off x="1200" y="576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>
                  <a:solidFill>
                    <a:srgbClr val="FF0000"/>
                  </a:solidFill>
                  <a:latin typeface="Times New Roman" charset="0"/>
                </a:rPr>
                <a:t>11</a:t>
              </a:r>
              <a:endParaRPr lang="en-GB" sz="2400" b="1">
                <a:solidFill>
                  <a:srgbClr val="FF0000"/>
                </a:solidFill>
                <a:latin typeface="Times New Roman" charset="0"/>
              </a:endParaRPr>
            </a:p>
          </p:txBody>
        </p:sp>
        <p:sp>
          <p:nvSpPr>
            <p:cNvPr id="652318" name="Text Box 30"/>
            <p:cNvSpPr txBox="1">
              <a:spLocks noChangeArrowheads="1"/>
            </p:cNvSpPr>
            <p:nvPr/>
          </p:nvSpPr>
          <p:spPr bwMode="auto">
            <a:xfrm>
              <a:off x="1296" y="1152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>
                  <a:solidFill>
                    <a:srgbClr val="FF0000"/>
                  </a:solidFill>
                  <a:latin typeface="Times New Roman" charset="0"/>
                </a:rPr>
                <a:t>8</a:t>
              </a:r>
              <a:endParaRPr lang="en-GB" sz="2400" b="1">
                <a:solidFill>
                  <a:srgbClr val="FF0000"/>
                </a:solidFill>
                <a:latin typeface="Times New Roman" charset="0"/>
              </a:endParaRPr>
            </a:p>
          </p:txBody>
        </p:sp>
        <p:sp>
          <p:nvSpPr>
            <p:cNvPr id="652319" name="Text Box 31"/>
            <p:cNvSpPr txBox="1">
              <a:spLocks noChangeArrowheads="1"/>
            </p:cNvSpPr>
            <p:nvPr/>
          </p:nvSpPr>
          <p:spPr bwMode="auto">
            <a:xfrm>
              <a:off x="3360" y="288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>
                  <a:solidFill>
                    <a:srgbClr val="FF0000"/>
                  </a:solidFill>
                  <a:latin typeface="Times New Roman" charset="0"/>
                </a:rPr>
                <a:t>15</a:t>
              </a:r>
              <a:endParaRPr lang="en-GB" sz="2400" b="1">
                <a:solidFill>
                  <a:srgbClr val="FF0000"/>
                </a:solidFill>
                <a:latin typeface="Times New Roman" charset="0"/>
              </a:endParaRPr>
            </a:p>
          </p:txBody>
        </p:sp>
        <p:sp>
          <p:nvSpPr>
            <p:cNvPr id="652320" name="Text Box 32"/>
            <p:cNvSpPr txBox="1">
              <a:spLocks noChangeArrowheads="1"/>
            </p:cNvSpPr>
            <p:nvPr/>
          </p:nvSpPr>
          <p:spPr bwMode="auto">
            <a:xfrm>
              <a:off x="3456" y="1392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>
                  <a:solidFill>
                    <a:srgbClr val="FF0000"/>
                  </a:solidFill>
                  <a:latin typeface="Times New Roman" charset="0"/>
                </a:rPr>
                <a:t>4</a:t>
              </a:r>
              <a:endParaRPr lang="en-GB" sz="2400" b="1">
                <a:solidFill>
                  <a:srgbClr val="FF0000"/>
                </a:solidFill>
                <a:latin typeface="Times New Roman" charset="0"/>
              </a:endParaRPr>
            </a:p>
          </p:txBody>
        </p:sp>
        <p:sp>
          <p:nvSpPr>
            <p:cNvPr id="652321" name="Text Box 33"/>
            <p:cNvSpPr txBox="1">
              <a:spLocks noChangeArrowheads="1"/>
            </p:cNvSpPr>
            <p:nvPr/>
          </p:nvSpPr>
          <p:spPr bwMode="auto">
            <a:xfrm>
              <a:off x="3216" y="1152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>
                  <a:solidFill>
                    <a:srgbClr val="FF0000"/>
                  </a:solidFill>
                  <a:latin typeface="Times New Roman" charset="0"/>
                </a:rPr>
                <a:t>7</a:t>
              </a:r>
              <a:endParaRPr lang="en-GB" sz="2400" b="1">
                <a:solidFill>
                  <a:srgbClr val="FF0000"/>
                </a:solidFill>
                <a:latin typeface="Times New Roman" charset="0"/>
              </a:endParaRPr>
            </a:p>
          </p:txBody>
        </p:sp>
        <p:sp>
          <p:nvSpPr>
            <p:cNvPr id="652322" name="Text Box 34"/>
            <p:cNvSpPr txBox="1">
              <a:spLocks noChangeArrowheads="1"/>
            </p:cNvSpPr>
            <p:nvPr/>
          </p:nvSpPr>
          <p:spPr bwMode="auto">
            <a:xfrm>
              <a:off x="2832" y="672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>
                  <a:solidFill>
                    <a:srgbClr val="FF0000"/>
                  </a:solidFill>
                  <a:latin typeface="Times New Roman" charset="0"/>
                </a:rPr>
                <a:t>4</a:t>
              </a:r>
              <a:endParaRPr lang="en-GB" sz="2400" b="1">
                <a:solidFill>
                  <a:srgbClr val="FF0000"/>
                </a:solidFill>
                <a:latin typeface="Times New Roman" charset="0"/>
              </a:endParaRPr>
            </a:p>
          </p:txBody>
        </p:sp>
        <p:sp>
          <p:nvSpPr>
            <p:cNvPr id="652323" name="Text Box 35"/>
            <p:cNvSpPr txBox="1">
              <a:spLocks noChangeArrowheads="1"/>
            </p:cNvSpPr>
            <p:nvPr/>
          </p:nvSpPr>
          <p:spPr bwMode="auto">
            <a:xfrm>
              <a:off x="2224" y="1671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>
                  <a:solidFill>
                    <a:srgbClr val="FF0000"/>
                  </a:solidFill>
                  <a:latin typeface="Times New Roman" charset="0"/>
                </a:rPr>
                <a:t>11</a:t>
              </a:r>
              <a:endParaRPr lang="en-GB" sz="2400" b="1">
                <a:solidFill>
                  <a:srgbClr val="FF0000"/>
                </a:solidFill>
                <a:latin typeface="Times New Roman" charset="0"/>
              </a:endParaRPr>
            </a:p>
          </p:txBody>
        </p:sp>
        <p:sp>
          <p:nvSpPr>
            <p:cNvPr id="652324" name="Text Box 36"/>
            <p:cNvSpPr txBox="1">
              <a:spLocks noChangeArrowheads="1"/>
            </p:cNvSpPr>
            <p:nvPr/>
          </p:nvSpPr>
          <p:spPr bwMode="auto">
            <a:xfrm>
              <a:off x="2224" y="144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>
                  <a:solidFill>
                    <a:srgbClr val="FF0000"/>
                  </a:solidFill>
                  <a:latin typeface="Times New Roman" charset="0"/>
                </a:rPr>
                <a:t>12</a:t>
              </a:r>
              <a:endParaRPr lang="en-GB" sz="2400" b="1">
                <a:solidFill>
                  <a:srgbClr val="FF0000"/>
                </a:solidFill>
                <a:latin typeface="Times New Roman" charset="0"/>
              </a:endParaRPr>
            </a:p>
          </p:txBody>
        </p:sp>
        <p:sp>
          <p:nvSpPr>
            <p:cNvPr id="652325" name="Text Box 37"/>
            <p:cNvSpPr txBox="1">
              <a:spLocks noChangeArrowheads="1"/>
            </p:cNvSpPr>
            <p:nvPr/>
          </p:nvSpPr>
          <p:spPr bwMode="auto">
            <a:xfrm>
              <a:off x="1968" y="1152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>
                  <a:solidFill>
                    <a:srgbClr val="FF0000"/>
                  </a:solidFill>
                  <a:latin typeface="Times New Roman" charset="0"/>
                </a:rPr>
                <a:t>1</a:t>
              </a:r>
              <a:endParaRPr lang="en-GB" sz="2400" b="1">
                <a:solidFill>
                  <a:srgbClr val="FF0000"/>
                </a:solidFill>
                <a:latin typeface="Times New Roman" charset="0"/>
              </a:endParaRPr>
            </a:p>
          </p:txBody>
        </p:sp>
      </p:grpSp>
      <p:grpSp>
        <p:nvGrpSpPr>
          <p:cNvPr id="652326" name="Group 38"/>
          <p:cNvGrpSpPr>
            <a:grpSpLocks noChangeAspect="1"/>
          </p:cNvGrpSpPr>
          <p:nvPr/>
        </p:nvGrpSpPr>
        <p:grpSpPr bwMode="auto">
          <a:xfrm>
            <a:off x="2051720" y="3789040"/>
            <a:ext cx="4327376" cy="2695742"/>
            <a:chOff x="1152" y="2160"/>
            <a:chExt cx="2928" cy="1824"/>
          </a:xfrm>
        </p:grpSpPr>
        <p:sp>
          <p:nvSpPr>
            <p:cNvPr id="652327" name="Line 39"/>
            <p:cNvSpPr>
              <a:spLocks noChangeShapeType="1"/>
            </p:cNvSpPr>
            <p:nvPr/>
          </p:nvSpPr>
          <p:spPr bwMode="auto">
            <a:xfrm flipV="1">
              <a:off x="1296" y="2400"/>
              <a:ext cx="480" cy="48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52328" name="Oval 40"/>
            <p:cNvSpPr>
              <a:spLocks noChangeArrowheads="1"/>
            </p:cNvSpPr>
            <p:nvPr/>
          </p:nvSpPr>
          <p:spPr bwMode="auto">
            <a:xfrm>
              <a:off x="1776" y="2256"/>
              <a:ext cx="240" cy="246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it-IT" sz="2400" b="1">
                  <a:latin typeface="Times New Roman" charset="0"/>
                  <a:sym typeface="Symbol" charset="0"/>
                </a:rPr>
                <a:t>u</a:t>
              </a:r>
              <a:endParaRPr lang="it-IT" sz="2400" b="1">
                <a:latin typeface="Times New Roman" charset="0"/>
              </a:endParaRPr>
            </a:p>
          </p:txBody>
        </p:sp>
        <p:sp>
          <p:nvSpPr>
            <p:cNvPr id="652329" name="Text Box 41"/>
            <p:cNvSpPr txBox="1">
              <a:spLocks noChangeArrowheads="1"/>
            </p:cNvSpPr>
            <p:nvPr/>
          </p:nvSpPr>
          <p:spPr bwMode="auto">
            <a:xfrm>
              <a:off x="3600" y="2448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>
                  <a:latin typeface="Times New Roman" charset="0"/>
                </a:rPr>
                <a:t>5</a:t>
              </a:r>
              <a:endParaRPr lang="en-GB" sz="2400" b="1">
                <a:latin typeface="Times New Roman" charset="0"/>
              </a:endParaRPr>
            </a:p>
          </p:txBody>
        </p:sp>
        <p:sp>
          <p:nvSpPr>
            <p:cNvPr id="652330" name="Text Box 42"/>
            <p:cNvSpPr txBox="1">
              <a:spLocks noChangeArrowheads="1"/>
            </p:cNvSpPr>
            <p:nvPr/>
          </p:nvSpPr>
          <p:spPr bwMode="auto">
            <a:xfrm>
              <a:off x="2448" y="2160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>
                  <a:latin typeface="Times New Roman" charset="0"/>
                </a:rPr>
                <a:t>12</a:t>
              </a:r>
              <a:endParaRPr lang="en-GB" sz="2400" b="1">
                <a:latin typeface="Times New Roman" charset="0"/>
              </a:endParaRPr>
            </a:p>
          </p:txBody>
        </p:sp>
        <p:sp>
          <p:nvSpPr>
            <p:cNvPr id="652331" name="Text Box 43"/>
            <p:cNvSpPr txBox="1">
              <a:spLocks noChangeArrowheads="1"/>
            </p:cNvSpPr>
            <p:nvPr/>
          </p:nvSpPr>
          <p:spPr bwMode="auto">
            <a:xfrm>
              <a:off x="1296" y="2448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>
                  <a:latin typeface="Times New Roman" charset="0"/>
                </a:rPr>
                <a:t>5</a:t>
              </a:r>
              <a:endParaRPr lang="en-GB" sz="2400" b="1">
                <a:latin typeface="Times New Roman" charset="0"/>
              </a:endParaRPr>
            </a:p>
          </p:txBody>
        </p:sp>
        <p:sp>
          <p:nvSpPr>
            <p:cNvPr id="652332" name="Oval 44"/>
            <p:cNvSpPr>
              <a:spLocks noChangeArrowheads="1"/>
            </p:cNvSpPr>
            <p:nvPr/>
          </p:nvSpPr>
          <p:spPr bwMode="auto">
            <a:xfrm>
              <a:off x="1152" y="2880"/>
              <a:ext cx="240" cy="24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it-IT" sz="2400" b="1">
                  <a:latin typeface="Times New Roman" charset="0"/>
                  <a:sym typeface="Symbol" charset="0"/>
                </a:rPr>
                <a:t>s</a:t>
              </a:r>
              <a:endParaRPr lang="it-IT" sz="2400" b="1">
                <a:latin typeface="Times New Roman" charset="0"/>
              </a:endParaRPr>
            </a:p>
          </p:txBody>
        </p:sp>
        <p:sp>
          <p:nvSpPr>
            <p:cNvPr id="652333" name="Oval 45"/>
            <p:cNvSpPr>
              <a:spLocks noChangeArrowheads="1"/>
            </p:cNvSpPr>
            <p:nvPr/>
          </p:nvSpPr>
          <p:spPr bwMode="auto">
            <a:xfrm>
              <a:off x="3120" y="3600"/>
              <a:ext cx="240" cy="24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it-IT" sz="2400" b="1">
                  <a:latin typeface="Times New Roman" charset="0"/>
                  <a:sym typeface="Symbol" charset="0"/>
                </a:rPr>
                <a:t>y</a:t>
              </a:r>
              <a:endParaRPr lang="it-IT" sz="2400" b="1">
                <a:latin typeface="Times New Roman" charset="0"/>
              </a:endParaRPr>
            </a:p>
          </p:txBody>
        </p:sp>
        <p:sp>
          <p:nvSpPr>
            <p:cNvPr id="652334" name="Oval 46"/>
            <p:cNvSpPr>
              <a:spLocks noChangeArrowheads="1"/>
            </p:cNvSpPr>
            <p:nvPr/>
          </p:nvSpPr>
          <p:spPr bwMode="auto">
            <a:xfrm>
              <a:off x="1776" y="3552"/>
              <a:ext cx="240" cy="24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it-IT" sz="2400" b="1">
                  <a:latin typeface="Times New Roman" charset="0"/>
                  <a:sym typeface="Symbol" charset="0"/>
                </a:rPr>
                <a:t>x</a:t>
              </a:r>
              <a:endParaRPr lang="it-IT" sz="2400" b="1">
                <a:latin typeface="Times New Roman" charset="0"/>
              </a:endParaRPr>
            </a:p>
          </p:txBody>
        </p:sp>
        <p:sp>
          <p:nvSpPr>
            <p:cNvPr id="652335" name="Oval 47"/>
            <p:cNvSpPr>
              <a:spLocks noChangeArrowheads="1"/>
            </p:cNvSpPr>
            <p:nvPr/>
          </p:nvSpPr>
          <p:spPr bwMode="auto">
            <a:xfrm>
              <a:off x="3120" y="2256"/>
              <a:ext cx="240" cy="24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it-IT" sz="2400" b="1">
                  <a:latin typeface="Times New Roman" charset="0"/>
                  <a:sym typeface="Symbol" charset="0"/>
                </a:rPr>
                <a:t>v</a:t>
              </a:r>
              <a:endParaRPr lang="it-IT" sz="2400" b="1">
                <a:latin typeface="Times New Roman" charset="0"/>
              </a:endParaRPr>
            </a:p>
          </p:txBody>
        </p:sp>
        <p:sp>
          <p:nvSpPr>
            <p:cNvPr id="652336" name="Line 48"/>
            <p:cNvSpPr>
              <a:spLocks noChangeShapeType="1"/>
            </p:cNvSpPr>
            <p:nvPr/>
          </p:nvSpPr>
          <p:spPr bwMode="auto">
            <a:xfrm>
              <a:off x="1296" y="3120"/>
              <a:ext cx="480" cy="48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52337" name="Line 49"/>
            <p:cNvSpPr>
              <a:spLocks noChangeShapeType="1"/>
            </p:cNvSpPr>
            <p:nvPr/>
          </p:nvSpPr>
          <p:spPr bwMode="auto">
            <a:xfrm flipH="1">
              <a:off x="1872" y="2496"/>
              <a:ext cx="0" cy="107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52338" name="Line 50"/>
            <p:cNvSpPr>
              <a:spLocks noChangeShapeType="1"/>
            </p:cNvSpPr>
            <p:nvPr/>
          </p:nvSpPr>
          <p:spPr bwMode="auto">
            <a:xfrm flipV="1">
              <a:off x="3264" y="2496"/>
              <a:ext cx="0" cy="110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52339" name="Line 51"/>
            <p:cNvSpPr>
              <a:spLocks noChangeShapeType="1"/>
            </p:cNvSpPr>
            <p:nvPr/>
          </p:nvSpPr>
          <p:spPr bwMode="auto">
            <a:xfrm>
              <a:off x="2016" y="3744"/>
              <a:ext cx="110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52340" name="Line 52"/>
            <p:cNvSpPr>
              <a:spLocks noChangeShapeType="1"/>
            </p:cNvSpPr>
            <p:nvPr/>
          </p:nvSpPr>
          <p:spPr bwMode="auto">
            <a:xfrm flipH="1">
              <a:off x="2016" y="2400"/>
              <a:ext cx="110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52341" name="Line 53"/>
            <p:cNvSpPr>
              <a:spLocks noChangeShapeType="1"/>
            </p:cNvSpPr>
            <p:nvPr/>
          </p:nvSpPr>
          <p:spPr bwMode="auto">
            <a:xfrm flipH="1" flipV="1">
              <a:off x="1968" y="2496"/>
              <a:ext cx="0" cy="105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52342" name="Text Box 54"/>
            <p:cNvSpPr txBox="1">
              <a:spLocks noChangeArrowheads="1"/>
            </p:cNvSpPr>
            <p:nvPr/>
          </p:nvSpPr>
          <p:spPr bwMode="auto">
            <a:xfrm>
              <a:off x="1296" y="3312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>
                  <a:latin typeface="Times New Roman" charset="0"/>
                </a:rPr>
                <a:t>5</a:t>
              </a:r>
              <a:endParaRPr lang="en-GB" sz="2400" b="1">
                <a:latin typeface="Times New Roman" charset="0"/>
              </a:endParaRPr>
            </a:p>
          </p:txBody>
        </p:sp>
        <p:sp>
          <p:nvSpPr>
            <p:cNvPr id="652343" name="Text Box 55"/>
            <p:cNvSpPr txBox="1">
              <a:spLocks noChangeArrowheads="1"/>
            </p:cNvSpPr>
            <p:nvPr/>
          </p:nvSpPr>
          <p:spPr bwMode="auto">
            <a:xfrm>
              <a:off x="1632" y="2880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>
                  <a:latin typeface="Times New Roman" charset="0"/>
                </a:rPr>
                <a:t>11</a:t>
              </a:r>
              <a:endParaRPr lang="en-GB" sz="2400" b="1">
                <a:latin typeface="Times New Roman" charset="0"/>
              </a:endParaRPr>
            </a:p>
          </p:txBody>
        </p:sp>
        <p:sp>
          <p:nvSpPr>
            <p:cNvPr id="652344" name="Text Box 56"/>
            <p:cNvSpPr txBox="1">
              <a:spLocks noChangeArrowheads="1"/>
            </p:cNvSpPr>
            <p:nvPr/>
          </p:nvSpPr>
          <p:spPr bwMode="auto">
            <a:xfrm>
              <a:off x="3216" y="2880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>
                  <a:latin typeface="Times New Roman" charset="0"/>
                </a:rPr>
                <a:t>7</a:t>
              </a:r>
              <a:endParaRPr lang="en-GB" sz="2400" b="1">
                <a:latin typeface="Times New Roman" charset="0"/>
              </a:endParaRPr>
            </a:p>
          </p:txBody>
        </p:sp>
        <p:sp>
          <p:nvSpPr>
            <p:cNvPr id="652345" name="Text Box 57"/>
            <p:cNvSpPr txBox="1">
              <a:spLocks noChangeArrowheads="1"/>
            </p:cNvSpPr>
            <p:nvPr/>
          </p:nvSpPr>
          <p:spPr bwMode="auto">
            <a:xfrm>
              <a:off x="1968" y="2880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>
                  <a:latin typeface="Times New Roman" charset="0"/>
                </a:rPr>
                <a:t>3</a:t>
              </a:r>
              <a:endParaRPr lang="en-GB" sz="2400" b="1">
                <a:latin typeface="Times New Roman" charset="0"/>
              </a:endParaRPr>
            </a:p>
          </p:txBody>
        </p:sp>
        <p:sp>
          <p:nvSpPr>
            <p:cNvPr id="652346" name="Text Box 58"/>
            <p:cNvSpPr txBox="1">
              <a:spLocks noChangeArrowheads="1"/>
            </p:cNvSpPr>
            <p:nvPr/>
          </p:nvSpPr>
          <p:spPr bwMode="auto">
            <a:xfrm>
              <a:off x="2448" y="3408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>
                  <a:latin typeface="Times New Roman" charset="0"/>
                </a:rPr>
                <a:t>11</a:t>
              </a:r>
              <a:endParaRPr lang="en-GB" sz="2400" b="1">
                <a:latin typeface="Times New Roman" charset="0"/>
              </a:endParaRPr>
            </a:p>
          </p:txBody>
        </p:sp>
        <p:sp>
          <p:nvSpPr>
            <p:cNvPr id="652347" name="Text Box 59"/>
            <p:cNvSpPr txBox="1">
              <a:spLocks noChangeArrowheads="1"/>
            </p:cNvSpPr>
            <p:nvPr/>
          </p:nvSpPr>
          <p:spPr bwMode="auto">
            <a:xfrm>
              <a:off x="2592" y="2976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>
                  <a:latin typeface="Times New Roman" charset="0"/>
                </a:rPr>
                <a:t>5</a:t>
              </a:r>
              <a:endParaRPr lang="en-GB" sz="2400" b="1">
                <a:latin typeface="Times New Roman" charset="0"/>
              </a:endParaRPr>
            </a:p>
          </p:txBody>
        </p:sp>
        <p:sp>
          <p:nvSpPr>
            <p:cNvPr id="652348" name="Line 60"/>
            <p:cNvSpPr>
              <a:spLocks noChangeShapeType="1"/>
            </p:cNvSpPr>
            <p:nvPr/>
          </p:nvSpPr>
          <p:spPr bwMode="auto">
            <a:xfrm flipH="1">
              <a:off x="2016" y="2496"/>
              <a:ext cx="1152" cy="115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52349" name="Text Box 61"/>
            <p:cNvSpPr txBox="1">
              <a:spLocks noChangeArrowheads="1"/>
            </p:cNvSpPr>
            <p:nvPr/>
          </p:nvSpPr>
          <p:spPr bwMode="auto">
            <a:xfrm>
              <a:off x="3600" y="3264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>
                  <a:latin typeface="Times New Roman" charset="0"/>
                </a:rPr>
                <a:t>4</a:t>
              </a:r>
              <a:endParaRPr lang="en-GB" sz="2400" b="1">
                <a:latin typeface="Times New Roman" charset="0"/>
              </a:endParaRPr>
            </a:p>
          </p:txBody>
        </p:sp>
        <p:sp>
          <p:nvSpPr>
            <p:cNvPr id="652350" name="Oval 62"/>
            <p:cNvSpPr>
              <a:spLocks noChangeArrowheads="1"/>
            </p:cNvSpPr>
            <p:nvPr/>
          </p:nvSpPr>
          <p:spPr bwMode="auto">
            <a:xfrm>
              <a:off x="3840" y="2928"/>
              <a:ext cx="240" cy="24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it-IT" sz="2400" b="1">
                  <a:latin typeface="Times New Roman" charset="0"/>
                  <a:sym typeface="Symbol" charset="0"/>
                </a:rPr>
                <a:t>t</a:t>
              </a:r>
              <a:endParaRPr lang="it-IT" sz="2400" b="1">
                <a:latin typeface="Times New Roman" charset="0"/>
              </a:endParaRPr>
            </a:p>
          </p:txBody>
        </p:sp>
        <p:sp>
          <p:nvSpPr>
            <p:cNvPr id="652351" name="Line 63"/>
            <p:cNvSpPr>
              <a:spLocks noChangeShapeType="1"/>
            </p:cNvSpPr>
            <p:nvPr/>
          </p:nvSpPr>
          <p:spPr bwMode="auto">
            <a:xfrm>
              <a:off x="3360" y="2400"/>
              <a:ext cx="528" cy="52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52352" name="Line 64"/>
            <p:cNvSpPr>
              <a:spLocks noChangeShapeType="1"/>
            </p:cNvSpPr>
            <p:nvPr/>
          </p:nvSpPr>
          <p:spPr bwMode="auto">
            <a:xfrm flipV="1">
              <a:off x="3360" y="3120"/>
              <a:ext cx="528" cy="52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52353" name="Line 65"/>
            <p:cNvSpPr>
              <a:spLocks noChangeShapeType="1"/>
            </p:cNvSpPr>
            <p:nvPr/>
          </p:nvSpPr>
          <p:spPr bwMode="auto">
            <a:xfrm flipV="1">
              <a:off x="1344" y="2448"/>
              <a:ext cx="480" cy="48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52354" name="Text Box 66"/>
            <p:cNvSpPr txBox="1">
              <a:spLocks noChangeArrowheads="1"/>
            </p:cNvSpPr>
            <p:nvPr/>
          </p:nvSpPr>
          <p:spPr bwMode="auto">
            <a:xfrm>
              <a:off x="1536" y="2640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>
                  <a:latin typeface="Times New Roman" charset="0"/>
                </a:rPr>
                <a:t>11</a:t>
              </a:r>
              <a:endParaRPr lang="en-GB" sz="2400" b="1">
                <a:latin typeface="Times New Roman" charset="0"/>
              </a:endParaRPr>
            </a:p>
          </p:txBody>
        </p:sp>
        <p:sp>
          <p:nvSpPr>
            <p:cNvPr id="652355" name="Line 67"/>
            <p:cNvSpPr>
              <a:spLocks noChangeShapeType="1"/>
            </p:cNvSpPr>
            <p:nvPr/>
          </p:nvSpPr>
          <p:spPr bwMode="auto">
            <a:xfrm>
              <a:off x="1344" y="3072"/>
              <a:ext cx="480" cy="48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52356" name="Text Box 68"/>
            <p:cNvSpPr txBox="1">
              <a:spLocks noChangeArrowheads="1"/>
            </p:cNvSpPr>
            <p:nvPr/>
          </p:nvSpPr>
          <p:spPr bwMode="auto">
            <a:xfrm>
              <a:off x="1584" y="3120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>
                  <a:latin typeface="Times New Roman" charset="0"/>
                </a:rPr>
                <a:t>8</a:t>
              </a:r>
              <a:endParaRPr lang="en-GB" sz="2400" b="1">
                <a:latin typeface="Times New Roman" charset="0"/>
              </a:endParaRPr>
            </a:p>
          </p:txBody>
        </p:sp>
        <p:sp>
          <p:nvSpPr>
            <p:cNvPr id="652357" name="Line 69"/>
            <p:cNvSpPr>
              <a:spLocks noChangeShapeType="1"/>
            </p:cNvSpPr>
            <p:nvPr/>
          </p:nvSpPr>
          <p:spPr bwMode="auto">
            <a:xfrm flipH="1">
              <a:off x="1968" y="2448"/>
              <a:ext cx="1152" cy="115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52358" name="Text Box 70"/>
            <p:cNvSpPr txBox="1">
              <a:spLocks noChangeArrowheads="1"/>
            </p:cNvSpPr>
            <p:nvPr/>
          </p:nvSpPr>
          <p:spPr bwMode="auto">
            <a:xfrm>
              <a:off x="2448" y="2736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>
                  <a:latin typeface="Times New Roman" charset="0"/>
                </a:rPr>
                <a:t>4</a:t>
              </a:r>
              <a:endParaRPr lang="en-GB" sz="2400" b="1">
                <a:latin typeface="Times New Roman" charset="0"/>
              </a:endParaRPr>
            </a:p>
          </p:txBody>
        </p:sp>
        <p:sp>
          <p:nvSpPr>
            <p:cNvPr id="652359" name="Line 71"/>
            <p:cNvSpPr>
              <a:spLocks noChangeShapeType="1"/>
            </p:cNvSpPr>
            <p:nvPr/>
          </p:nvSpPr>
          <p:spPr bwMode="auto">
            <a:xfrm>
              <a:off x="2016" y="3648"/>
              <a:ext cx="110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52360" name="Text Box 72"/>
            <p:cNvSpPr txBox="1">
              <a:spLocks noChangeArrowheads="1"/>
            </p:cNvSpPr>
            <p:nvPr/>
          </p:nvSpPr>
          <p:spPr bwMode="auto">
            <a:xfrm>
              <a:off x="2448" y="3696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>
                  <a:latin typeface="Times New Roman" charset="0"/>
                </a:rPr>
                <a:t>3</a:t>
              </a:r>
              <a:endParaRPr lang="en-GB" sz="2400" b="1">
                <a:latin typeface="Times New Roman" charset="0"/>
              </a:endParaRPr>
            </a:p>
          </p:txBody>
        </p:sp>
        <p:sp>
          <p:nvSpPr>
            <p:cNvPr id="652361" name="Line 73"/>
            <p:cNvSpPr>
              <a:spLocks noChangeShapeType="1"/>
            </p:cNvSpPr>
            <p:nvPr/>
          </p:nvSpPr>
          <p:spPr bwMode="auto">
            <a:xfrm>
              <a:off x="3312" y="2448"/>
              <a:ext cx="528" cy="52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52362" name="Text Box 74"/>
            <p:cNvSpPr txBox="1">
              <a:spLocks noChangeArrowheads="1"/>
            </p:cNvSpPr>
            <p:nvPr/>
          </p:nvSpPr>
          <p:spPr bwMode="auto">
            <a:xfrm>
              <a:off x="3360" y="2688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>
                  <a:latin typeface="Times New Roman" charset="0"/>
                </a:rPr>
                <a:t>15</a:t>
              </a:r>
              <a:endParaRPr lang="en-GB" sz="2400" b="1">
                <a:latin typeface="Times New Roman" charset="0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Un </a:t>
            </a:r>
            <a:r>
              <a:rPr lang="en-US" dirty="0" err="1" smtClean="0"/>
              <a:t>esempio</a:t>
            </a:r>
            <a:endParaRPr lang="en-US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2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Proprietà additiva dei flussi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 smtClean="0"/>
              <a:t>Sia </a:t>
            </a:r>
            <a:r>
              <a:rPr lang="it-IT" dirty="0" err="1" smtClean="0">
                <a:solidFill>
                  <a:srgbClr val="FF0000"/>
                </a:solidFill>
              </a:rPr>
              <a:t>f</a:t>
            </a:r>
            <a:r>
              <a:rPr lang="it-IT" dirty="0" smtClean="0"/>
              <a:t>  un flusso in una rete di flusso </a:t>
            </a:r>
            <a:r>
              <a:rPr lang="it-IT" dirty="0" smtClean="0">
                <a:solidFill>
                  <a:srgbClr val="FF0000"/>
                </a:solidFill>
              </a:rPr>
              <a:t>G = (V,E)</a:t>
            </a:r>
            <a:r>
              <a:rPr lang="it-IT" dirty="0" smtClean="0"/>
              <a:t>, sia        </a:t>
            </a:r>
            <a:r>
              <a:rPr lang="it-IT" dirty="0" err="1" smtClean="0">
                <a:solidFill>
                  <a:srgbClr val="FF0000"/>
                </a:solidFill>
              </a:rPr>
              <a:t>G</a:t>
            </a:r>
            <a:r>
              <a:rPr lang="it-IT" baseline="-25000" dirty="0" err="1">
                <a:solidFill>
                  <a:srgbClr val="FF0000"/>
                </a:solidFill>
              </a:rPr>
              <a:t>f</a:t>
            </a:r>
            <a:r>
              <a:rPr lang="it-IT" dirty="0" smtClean="0">
                <a:solidFill>
                  <a:srgbClr val="FF0000"/>
                </a:solidFill>
              </a:rPr>
              <a:t> = (</a:t>
            </a:r>
            <a:r>
              <a:rPr lang="it-IT" dirty="0" err="1" smtClean="0">
                <a:solidFill>
                  <a:srgbClr val="FF0000"/>
                </a:solidFill>
              </a:rPr>
              <a:t>V,E</a:t>
            </a:r>
            <a:r>
              <a:rPr lang="it-IT" baseline="-25000" dirty="0" err="1" smtClean="0">
                <a:solidFill>
                  <a:srgbClr val="FF0000"/>
                </a:solidFill>
              </a:rPr>
              <a:t>f</a:t>
            </a:r>
            <a:r>
              <a:rPr lang="it-IT" dirty="0" smtClean="0">
                <a:solidFill>
                  <a:srgbClr val="FF0000"/>
                </a:solidFill>
              </a:rPr>
              <a:t>) </a:t>
            </a:r>
            <a:r>
              <a:rPr lang="it-IT" dirty="0" smtClean="0"/>
              <a:t>la rete residua e sia </a:t>
            </a:r>
            <a:r>
              <a:rPr lang="it-IT" dirty="0" smtClean="0">
                <a:solidFill>
                  <a:srgbClr val="FF0000"/>
                </a:solidFill>
              </a:rPr>
              <a:t>g</a:t>
            </a:r>
            <a:r>
              <a:rPr lang="it-IT" dirty="0" smtClean="0"/>
              <a:t> un flusso in               </a:t>
            </a:r>
            <a:r>
              <a:rPr lang="it-IT" dirty="0" err="1" smtClean="0">
                <a:solidFill>
                  <a:srgbClr val="FF0000"/>
                </a:solidFill>
              </a:rPr>
              <a:t>G</a:t>
            </a:r>
            <a:r>
              <a:rPr lang="it-IT" baseline="-25000" dirty="0" err="1" smtClean="0">
                <a:solidFill>
                  <a:srgbClr val="FF0000"/>
                </a:solidFill>
              </a:rPr>
              <a:t>f</a:t>
            </a:r>
            <a:r>
              <a:rPr lang="it-IT" dirty="0" smtClean="0">
                <a:solidFill>
                  <a:srgbClr val="FF0000"/>
                </a:solidFill>
              </a:rPr>
              <a:t> = (</a:t>
            </a:r>
            <a:r>
              <a:rPr lang="it-IT" dirty="0" err="1" smtClean="0">
                <a:solidFill>
                  <a:srgbClr val="FF0000"/>
                </a:solidFill>
              </a:rPr>
              <a:t>V,E</a:t>
            </a:r>
            <a:r>
              <a:rPr lang="it-IT" baseline="-25000" dirty="0" err="1" smtClean="0">
                <a:solidFill>
                  <a:srgbClr val="FF0000"/>
                </a:solidFill>
              </a:rPr>
              <a:t>f</a:t>
            </a:r>
            <a:r>
              <a:rPr lang="it-IT" dirty="0" smtClean="0">
                <a:solidFill>
                  <a:srgbClr val="FF0000"/>
                </a:solidFill>
              </a:rPr>
              <a:t>)</a:t>
            </a:r>
          </a:p>
          <a:p>
            <a:r>
              <a:rPr lang="it-IT" dirty="0" smtClean="0"/>
              <a:t>Allora  </a:t>
            </a:r>
            <a:r>
              <a:rPr lang="it-IT" dirty="0" err="1" smtClean="0">
                <a:solidFill>
                  <a:srgbClr val="FF0000"/>
                </a:solidFill>
              </a:rPr>
              <a:t>f</a:t>
            </a:r>
            <a:r>
              <a:rPr lang="it-IT" dirty="0" smtClean="0">
                <a:solidFill>
                  <a:srgbClr val="FF0000"/>
                </a:solidFill>
              </a:rPr>
              <a:t> + g </a:t>
            </a:r>
            <a:r>
              <a:rPr lang="it-IT" dirty="0" smtClean="0"/>
              <a:t>è un flusso in </a:t>
            </a:r>
            <a:r>
              <a:rPr lang="it-IT" dirty="0" smtClean="0">
                <a:solidFill>
                  <a:srgbClr val="FF0000"/>
                </a:solidFill>
              </a:rPr>
              <a:t>G = (V,E) </a:t>
            </a:r>
            <a:r>
              <a:rPr lang="it-IT" dirty="0" smtClean="0"/>
              <a:t>di valore</a:t>
            </a:r>
          </a:p>
          <a:p>
            <a:pPr marL="0" indent="0" algn="ctr">
              <a:buNone/>
            </a:pPr>
            <a:r>
              <a:rPr lang="it-IT" dirty="0" smtClean="0">
                <a:solidFill>
                  <a:srgbClr val="FF0000"/>
                </a:solidFill>
              </a:rPr>
              <a:t>|</a:t>
            </a:r>
            <a:r>
              <a:rPr lang="it-IT" dirty="0" err="1" smtClean="0">
                <a:solidFill>
                  <a:srgbClr val="FF0000"/>
                </a:solidFill>
              </a:rPr>
              <a:t>f</a:t>
            </a:r>
            <a:r>
              <a:rPr lang="it-IT" dirty="0" smtClean="0">
                <a:solidFill>
                  <a:srgbClr val="FF0000"/>
                </a:solidFill>
              </a:rPr>
              <a:t> + g| = |</a:t>
            </a:r>
            <a:r>
              <a:rPr lang="it-IT" dirty="0" err="1" smtClean="0">
                <a:solidFill>
                  <a:srgbClr val="FF0000"/>
                </a:solidFill>
              </a:rPr>
              <a:t>f</a:t>
            </a:r>
            <a:r>
              <a:rPr lang="it-IT" dirty="0" smtClean="0">
                <a:solidFill>
                  <a:srgbClr val="FF0000"/>
                </a:solidFill>
              </a:rPr>
              <a:t>| + |</a:t>
            </a:r>
            <a:r>
              <a:rPr lang="it-IT" smtClean="0">
                <a:solidFill>
                  <a:srgbClr val="FF0000"/>
                </a:solidFill>
              </a:rPr>
              <a:t>g|</a:t>
            </a:r>
            <a:endParaRPr lang="it-IT" dirty="0" smtClean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5638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61771747"/>
              </p:ext>
            </p:extLst>
          </p:nvPr>
        </p:nvGraphicFramePr>
        <p:xfrm>
          <a:off x="971600" y="4077072"/>
          <a:ext cx="6019800" cy="2270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95" name="Equation" r:id="rId4" imgW="2095896" imgH="889397" progId="Equation.3">
                  <p:embed/>
                </p:oleObj>
              </mc:Choice>
              <mc:Fallback>
                <p:oleObj name="Equation" r:id="rId4" imgW="2095896" imgH="88939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600" y="4077072"/>
                        <a:ext cx="6019800" cy="2270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638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85882100"/>
              </p:ext>
            </p:extLst>
          </p:nvPr>
        </p:nvGraphicFramePr>
        <p:xfrm>
          <a:off x="573137" y="1791072"/>
          <a:ext cx="7259638" cy="168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96" name="Equation" r:id="rId6" imgW="2527696" imgH="660797" progId="Equation.3">
                  <p:embed/>
                </p:oleObj>
              </mc:Choice>
              <mc:Fallback>
                <p:oleObj name="Equation" r:id="rId6" imgW="2527696" imgH="66079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3137" y="1791072"/>
                        <a:ext cx="7259638" cy="1685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56389" name="Text Box 5"/>
          <p:cNvSpPr txBox="1">
            <a:spLocks noChangeArrowheads="1"/>
          </p:cNvSpPr>
          <p:nvPr/>
        </p:nvSpPr>
        <p:spPr bwMode="auto">
          <a:xfrm>
            <a:off x="427087" y="1257672"/>
            <a:ext cx="82296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20000"/>
              </a:spcBef>
            </a:pPr>
            <a:r>
              <a:rPr lang="it-IT">
                <a:latin typeface="Times New Roman" charset="0"/>
              </a:rPr>
              <a:t>Limite di capacità:</a:t>
            </a:r>
          </a:p>
        </p:txBody>
      </p:sp>
      <p:sp>
        <p:nvSpPr>
          <p:cNvPr id="656390" name="Text Box 6"/>
          <p:cNvSpPr txBox="1">
            <a:spLocks noChangeArrowheads="1"/>
          </p:cNvSpPr>
          <p:nvPr/>
        </p:nvSpPr>
        <p:spPr bwMode="auto">
          <a:xfrm>
            <a:off x="427087" y="3467472"/>
            <a:ext cx="82296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20000"/>
              </a:spcBef>
            </a:pPr>
            <a:r>
              <a:rPr lang="it-IT">
                <a:latin typeface="Times New Roman" charset="0"/>
              </a:rPr>
              <a:t>Antisimmetria: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smtClean="0"/>
              <a:t>Dimostrazione</a:t>
            </a:r>
            <a:endParaRPr lang="en-US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58434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28096839"/>
              </p:ext>
            </p:extLst>
          </p:nvPr>
        </p:nvGraphicFramePr>
        <p:xfrm>
          <a:off x="539552" y="1556792"/>
          <a:ext cx="6638925" cy="174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43" name="Equation" r:id="rId4" imgW="2680096" imgH="686197" progId="Equation.3">
                  <p:embed/>
                </p:oleObj>
              </mc:Choice>
              <mc:Fallback>
                <p:oleObj name="Equation" r:id="rId4" imgW="2680096" imgH="68619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552" y="1556792"/>
                        <a:ext cx="6638925" cy="1749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843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96890876"/>
              </p:ext>
            </p:extLst>
          </p:nvPr>
        </p:nvGraphicFramePr>
        <p:xfrm>
          <a:off x="611560" y="3645024"/>
          <a:ext cx="7042150" cy="2690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44" name="Equation" r:id="rId6" imgW="2451496" imgH="1054497" progId="Equation.3">
                  <p:embed/>
                </p:oleObj>
              </mc:Choice>
              <mc:Fallback>
                <p:oleObj name="Equation" r:id="rId6" imgW="2451496" imgH="105449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560" y="3645024"/>
                        <a:ext cx="7042150" cy="2690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58436" name="Text Box 4"/>
          <p:cNvSpPr txBox="1">
            <a:spLocks noChangeArrowheads="1"/>
          </p:cNvSpPr>
          <p:nvPr/>
        </p:nvSpPr>
        <p:spPr bwMode="auto">
          <a:xfrm>
            <a:off x="395536" y="908720"/>
            <a:ext cx="82296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20000"/>
              </a:spcBef>
            </a:pPr>
            <a:r>
              <a:rPr lang="it-IT" dirty="0">
                <a:latin typeface="Times New Roman" charset="0"/>
              </a:rPr>
              <a:t>Conservazione: per ogni </a:t>
            </a:r>
            <a:r>
              <a:rPr lang="it-IT" b="1" i="1" dirty="0">
                <a:latin typeface="Times New Roman" charset="0"/>
              </a:rPr>
              <a:t>u</a:t>
            </a:r>
            <a:r>
              <a:rPr lang="it-IT" b="1" dirty="0">
                <a:latin typeface="Times New Roman" charset="0"/>
              </a:rPr>
              <a:t> </a:t>
            </a:r>
            <a:r>
              <a:rPr lang="it-IT" b="1" dirty="0">
                <a:latin typeface="Times New Roman" charset="0"/>
                <a:sym typeface="Symbol" charset="0"/>
              </a:rPr>
              <a:t> </a:t>
            </a:r>
            <a:r>
              <a:rPr lang="it-IT" b="1" i="1" dirty="0">
                <a:latin typeface="Times New Roman" charset="0"/>
              </a:rPr>
              <a:t>V</a:t>
            </a:r>
            <a:r>
              <a:rPr lang="it-IT" b="1" dirty="0">
                <a:latin typeface="Times New Roman" charset="0"/>
                <a:sym typeface="Symbol" charset="0"/>
              </a:rPr>
              <a:t> </a:t>
            </a:r>
            <a:r>
              <a:rPr lang="it-IT" b="1" dirty="0">
                <a:latin typeface="Times New Roman" charset="0"/>
              </a:rPr>
              <a:t>\{</a:t>
            </a:r>
            <a:r>
              <a:rPr lang="it-IT" b="1" i="1" dirty="0" err="1">
                <a:latin typeface="Times New Roman" charset="0"/>
              </a:rPr>
              <a:t>s</a:t>
            </a:r>
            <a:r>
              <a:rPr lang="it-IT" b="1" dirty="0" err="1">
                <a:latin typeface="Times New Roman" charset="0"/>
              </a:rPr>
              <a:t>,</a:t>
            </a:r>
            <a:r>
              <a:rPr lang="it-IT" b="1" i="1" dirty="0" err="1">
                <a:latin typeface="Times New Roman" charset="0"/>
              </a:rPr>
              <a:t>t</a:t>
            </a:r>
            <a:r>
              <a:rPr lang="it-IT" b="1" dirty="0">
                <a:latin typeface="Times New Roman" charset="0"/>
              </a:rPr>
              <a:t>}</a:t>
            </a:r>
            <a:endParaRPr lang="it-IT" b="1" i="1" dirty="0">
              <a:latin typeface="Times New Roman" charset="0"/>
            </a:endParaRPr>
          </a:p>
        </p:txBody>
      </p:sp>
      <p:sp>
        <p:nvSpPr>
          <p:cNvPr id="658437" name="Text Box 5"/>
          <p:cNvSpPr txBox="1">
            <a:spLocks noChangeArrowheads="1"/>
          </p:cNvSpPr>
          <p:nvPr/>
        </p:nvSpPr>
        <p:spPr bwMode="auto">
          <a:xfrm>
            <a:off x="467544" y="3068960"/>
            <a:ext cx="82296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20000"/>
              </a:spcBef>
            </a:pPr>
            <a:r>
              <a:rPr lang="it-IT">
                <a:latin typeface="Times New Roman" charset="0"/>
              </a:rPr>
              <a:t>Valore: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Dimostrazione</a:t>
            </a:r>
            <a:endParaRPr lang="en-US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Cammini aumentanti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323528" y="1412776"/>
            <a:ext cx="8568952" cy="2664296"/>
          </a:xfrm>
        </p:spPr>
        <p:txBody>
          <a:bodyPr/>
          <a:lstStyle/>
          <a:p>
            <a:r>
              <a:rPr lang="it-IT" dirty="0" smtClean="0"/>
              <a:t>Un </a:t>
            </a:r>
            <a:r>
              <a:rPr lang="it-IT" dirty="0" smtClean="0">
                <a:solidFill>
                  <a:schemeClr val="tx1"/>
                </a:solidFill>
              </a:rPr>
              <a:t>cammino aumentante </a:t>
            </a:r>
            <a:r>
              <a:rPr lang="it-IT" dirty="0" smtClean="0"/>
              <a:t>è un cammino </a:t>
            </a:r>
            <a:r>
              <a:rPr lang="it-IT" dirty="0" err="1" smtClean="0">
                <a:solidFill>
                  <a:srgbClr val="FF0000"/>
                </a:solidFill>
              </a:rPr>
              <a:t>p</a:t>
            </a:r>
            <a:r>
              <a:rPr lang="it-IT" dirty="0" smtClean="0">
                <a:solidFill>
                  <a:srgbClr val="FF0000"/>
                </a:solidFill>
              </a:rPr>
              <a:t> </a:t>
            </a:r>
            <a:r>
              <a:rPr lang="it-IT" dirty="0" smtClean="0"/>
              <a:t>da </a:t>
            </a:r>
            <a:r>
              <a:rPr lang="it-IT" dirty="0" err="1" smtClean="0">
                <a:solidFill>
                  <a:srgbClr val="FF0000"/>
                </a:solidFill>
              </a:rPr>
              <a:t>s</a:t>
            </a:r>
            <a:r>
              <a:rPr lang="it-IT" dirty="0" smtClean="0">
                <a:solidFill>
                  <a:srgbClr val="FF0000"/>
                </a:solidFill>
              </a:rPr>
              <a:t> </a:t>
            </a:r>
            <a:r>
              <a:rPr lang="it-IT" dirty="0" smtClean="0"/>
              <a:t>a </a:t>
            </a:r>
            <a:r>
              <a:rPr lang="it-IT" dirty="0" smtClean="0">
                <a:solidFill>
                  <a:srgbClr val="FF0000"/>
                </a:solidFill>
              </a:rPr>
              <a:t>t</a:t>
            </a:r>
            <a:r>
              <a:rPr lang="it-IT" dirty="0" smtClean="0"/>
              <a:t> nella rete residua. </a:t>
            </a:r>
          </a:p>
          <a:p>
            <a:r>
              <a:rPr lang="it-IT" dirty="0" smtClean="0"/>
              <a:t>La </a:t>
            </a:r>
            <a:r>
              <a:rPr lang="it-IT" dirty="0" smtClean="0">
                <a:solidFill>
                  <a:srgbClr val="000000"/>
                </a:solidFill>
              </a:rPr>
              <a:t>capacità</a:t>
            </a:r>
            <a:r>
              <a:rPr lang="it-IT" dirty="0" smtClean="0"/>
              <a:t> di un cammino aumentante </a:t>
            </a:r>
            <a:r>
              <a:rPr lang="it-IT" dirty="0" err="1">
                <a:solidFill>
                  <a:srgbClr val="FF0000"/>
                </a:solidFill>
              </a:rPr>
              <a:t>p</a:t>
            </a:r>
            <a:r>
              <a:rPr lang="it-IT" dirty="0">
                <a:solidFill>
                  <a:srgbClr val="FF0000"/>
                </a:solidFill>
              </a:rPr>
              <a:t> </a:t>
            </a:r>
            <a:r>
              <a:rPr lang="it-IT" dirty="0" smtClean="0"/>
              <a:t>è la minima capacità degli archi di </a:t>
            </a:r>
            <a:r>
              <a:rPr lang="it-IT" dirty="0" err="1">
                <a:solidFill>
                  <a:srgbClr val="FF0000"/>
                </a:solidFill>
              </a:rPr>
              <a:t>p</a:t>
            </a:r>
            <a:r>
              <a:rPr lang="it-IT" dirty="0">
                <a:solidFill>
                  <a:srgbClr val="FF0000"/>
                </a:solidFill>
              </a:rPr>
              <a:t> </a:t>
            </a:r>
            <a:r>
              <a:rPr lang="it-IT" dirty="0" smtClean="0"/>
              <a:t>nella rete residua:</a:t>
            </a:r>
          </a:p>
          <a:p>
            <a:pPr marL="0" indent="0" algn="ctr">
              <a:buNone/>
            </a:pPr>
            <a:r>
              <a:rPr lang="it-IT" dirty="0" err="1" smtClean="0">
                <a:solidFill>
                  <a:srgbClr val="FF0000"/>
                </a:solidFill>
              </a:rPr>
              <a:t>c</a:t>
            </a:r>
            <a:r>
              <a:rPr lang="it-IT" baseline="-25000" dirty="0" err="1" smtClean="0">
                <a:solidFill>
                  <a:srgbClr val="FF0000"/>
                </a:solidFill>
              </a:rPr>
              <a:t>f</a:t>
            </a:r>
            <a:r>
              <a:rPr lang="it-IT" dirty="0" smtClean="0">
                <a:solidFill>
                  <a:srgbClr val="FF0000"/>
                </a:solidFill>
              </a:rPr>
              <a:t>(</a:t>
            </a:r>
            <a:r>
              <a:rPr lang="it-IT" dirty="0" err="1" smtClean="0">
                <a:solidFill>
                  <a:srgbClr val="FF0000"/>
                </a:solidFill>
              </a:rPr>
              <a:t>p</a:t>
            </a:r>
            <a:r>
              <a:rPr lang="it-IT" dirty="0" smtClean="0">
                <a:solidFill>
                  <a:srgbClr val="FF0000"/>
                </a:solidFill>
              </a:rPr>
              <a:t>) = </a:t>
            </a:r>
            <a:r>
              <a:rPr lang="it-IT" dirty="0" err="1" smtClean="0">
                <a:solidFill>
                  <a:srgbClr val="FF0000"/>
                </a:solidFill>
              </a:rPr>
              <a:t>min</a:t>
            </a:r>
            <a:r>
              <a:rPr lang="it-IT" dirty="0" smtClean="0">
                <a:solidFill>
                  <a:srgbClr val="FF0000"/>
                </a:solidFill>
              </a:rPr>
              <a:t>{</a:t>
            </a:r>
            <a:r>
              <a:rPr lang="it-IT" dirty="0" err="1" smtClean="0">
                <a:solidFill>
                  <a:srgbClr val="FF0000"/>
                </a:solidFill>
              </a:rPr>
              <a:t>c</a:t>
            </a:r>
            <a:r>
              <a:rPr lang="it-IT" baseline="-25000" dirty="0" err="1" smtClean="0">
                <a:solidFill>
                  <a:srgbClr val="FF0000"/>
                </a:solidFill>
              </a:rPr>
              <a:t>f</a:t>
            </a:r>
            <a:r>
              <a:rPr lang="it-IT" dirty="0" smtClean="0">
                <a:solidFill>
                  <a:srgbClr val="FF0000"/>
                </a:solidFill>
              </a:rPr>
              <a:t>(</a:t>
            </a:r>
            <a:r>
              <a:rPr lang="it-IT" dirty="0" err="1" smtClean="0">
                <a:solidFill>
                  <a:srgbClr val="FF0000"/>
                </a:solidFill>
              </a:rPr>
              <a:t>u,v</a:t>
            </a:r>
            <a:r>
              <a:rPr lang="it-IT" dirty="0" smtClean="0">
                <a:solidFill>
                  <a:srgbClr val="FF0000"/>
                </a:solidFill>
              </a:rPr>
              <a:t>): </a:t>
            </a:r>
            <a:r>
              <a:rPr lang="it-IT" dirty="0" err="1" smtClean="0">
                <a:solidFill>
                  <a:srgbClr val="FF0000"/>
                </a:solidFill>
              </a:rPr>
              <a:t>uv</a:t>
            </a:r>
            <a:r>
              <a:rPr lang="it-IT" dirty="0" smtClean="0">
                <a:solidFill>
                  <a:srgbClr val="FF0000"/>
                </a:solidFill>
              </a:rPr>
              <a:t> arco in </a:t>
            </a:r>
            <a:r>
              <a:rPr lang="it-IT" dirty="0" err="1" smtClean="0">
                <a:solidFill>
                  <a:srgbClr val="FF0000"/>
                </a:solidFill>
              </a:rPr>
              <a:t>p</a:t>
            </a:r>
            <a:r>
              <a:rPr lang="it-IT" dirty="0" smtClean="0">
                <a:solidFill>
                  <a:srgbClr val="FF0000"/>
                </a:solidFill>
              </a:rPr>
              <a:t>}</a:t>
            </a:r>
            <a:endParaRPr lang="it-IT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62531" name="Object 3"/>
          <p:cNvGraphicFramePr>
            <a:graphicFrameLocks noChangeAspect="1"/>
          </p:cNvGraphicFramePr>
          <p:nvPr/>
        </p:nvGraphicFramePr>
        <p:xfrm>
          <a:off x="939800" y="2317750"/>
          <a:ext cx="6326188" cy="1620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21" name="Equation" r:id="rId4" imgW="2311796" imgH="635397" progId="Equation.3">
                  <p:embed/>
                </p:oleObj>
              </mc:Choice>
              <mc:Fallback>
                <p:oleObj name="Equation" r:id="rId4" imgW="2311796" imgH="63539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9800" y="2317750"/>
                        <a:ext cx="6326188" cy="1620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Flusso associato a un cammino aumentante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it-IT" dirty="0" smtClean="0"/>
              <a:t>Se </a:t>
            </a:r>
            <a:r>
              <a:rPr lang="it-IT" dirty="0" err="1" smtClean="0">
                <a:solidFill>
                  <a:srgbClr val="FF0000"/>
                </a:solidFill>
              </a:rPr>
              <a:t>p</a:t>
            </a:r>
            <a:r>
              <a:rPr lang="it-IT" dirty="0" smtClean="0"/>
              <a:t> è un cammino aumentante allora</a:t>
            </a:r>
          </a:p>
          <a:p>
            <a:endParaRPr lang="it-IT" dirty="0" smtClean="0"/>
          </a:p>
          <a:p>
            <a:endParaRPr lang="it-IT" dirty="0" smtClean="0"/>
          </a:p>
          <a:p>
            <a:endParaRPr lang="it-IT" dirty="0" smtClean="0"/>
          </a:p>
          <a:p>
            <a:endParaRPr lang="it-IT" dirty="0" smtClean="0"/>
          </a:p>
          <a:p>
            <a:pPr marL="0" indent="0">
              <a:buNone/>
            </a:pPr>
            <a:r>
              <a:rPr lang="it-IT" dirty="0" smtClean="0"/>
              <a:t>è un flusso in </a:t>
            </a:r>
            <a:r>
              <a:rPr lang="it-IT" dirty="0" err="1" smtClean="0">
                <a:solidFill>
                  <a:srgbClr val="FF0000"/>
                </a:solidFill>
              </a:rPr>
              <a:t>G</a:t>
            </a:r>
            <a:r>
              <a:rPr lang="it-IT" baseline="-25000" dirty="0" err="1" smtClean="0">
                <a:solidFill>
                  <a:srgbClr val="FF0000"/>
                </a:solidFill>
              </a:rPr>
              <a:t>f</a:t>
            </a:r>
            <a:r>
              <a:rPr lang="it-IT" dirty="0" smtClean="0"/>
              <a:t>  di valore  </a:t>
            </a:r>
            <a:r>
              <a:rPr lang="it-IT" dirty="0" smtClean="0">
                <a:solidFill>
                  <a:srgbClr val="FF0000"/>
                </a:solidFill>
              </a:rPr>
              <a:t>|f</a:t>
            </a:r>
            <a:r>
              <a:rPr lang="it-IT" baseline="-25000" dirty="0" smtClean="0">
                <a:solidFill>
                  <a:srgbClr val="FF0000"/>
                </a:solidFill>
              </a:rPr>
              <a:t>p</a:t>
            </a:r>
            <a:r>
              <a:rPr lang="it-IT" dirty="0" smtClean="0">
                <a:solidFill>
                  <a:srgbClr val="FF0000"/>
                </a:solidFill>
              </a:rPr>
              <a:t>| = </a:t>
            </a:r>
            <a:r>
              <a:rPr lang="it-IT" dirty="0" err="1" smtClean="0">
                <a:solidFill>
                  <a:srgbClr val="FF0000"/>
                </a:solidFill>
              </a:rPr>
              <a:t>c</a:t>
            </a:r>
            <a:r>
              <a:rPr lang="it-IT" baseline="-25000" dirty="0" err="1" smtClean="0">
                <a:solidFill>
                  <a:srgbClr val="FF0000"/>
                </a:solidFill>
              </a:rPr>
              <a:t>f</a:t>
            </a:r>
            <a:r>
              <a:rPr lang="it-IT" dirty="0" smtClean="0">
                <a:solidFill>
                  <a:srgbClr val="FF0000"/>
                </a:solidFill>
              </a:rPr>
              <a:t>(</a:t>
            </a:r>
            <a:r>
              <a:rPr lang="it-IT" dirty="0" err="1" smtClean="0">
                <a:solidFill>
                  <a:srgbClr val="FF0000"/>
                </a:solidFill>
              </a:rPr>
              <a:t>p</a:t>
            </a:r>
            <a:r>
              <a:rPr lang="it-IT" dirty="0" smtClean="0">
                <a:solidFill>
                  <a:srgbClr val="FF0000"/>
                </a:solidFill>
              </a:rPr>
              <a:t>) &gt; 0</a:t>
            </a:r>
            <a:endParaRPr lang="it-IT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Cammini aumentanti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 smtClean="0"/>
              <a:t>Il metodo del cammino aumentante incrementa ripetutamente il flusso lungo dei cammini aumentanti finché non si arrivi ad un flusso di valore massimo</a:t>
            </a:r>
          </a:p>
          <a:p>
            <a:r>
              <a:rPr lang="it-IT" dirty="0" smtClean="0"/>
              <a:t>Dimostreremo ora che il flusso è massimo se e solo se non ci sono cammini da </a:t>
            </a:r>
            <a:r>
              <a:rPr lang="it-IT" dirty="0" err="1" smtClean="0">
                <a:solidFill>
                  <a:srgbClr val="FF0000"/>
                </a:solidFill>
              </a:rPr>
              <a:t>s</a:t>
            </a:r>
            <a:r>
              <a:rPr lang="it-IT" dirty="0" smtClean="0">
                <a:solidFill>
                  <a:srgbClr val="FF0000"/>
                </a:solidFill>
              </a:rPr>
              <a:t> </a:t>
            </a:r>
            <a:r>
              <a:rPr lang="it-IT" dirty="0" smtClean="0"/>
              <a:t>a </a:t>
            </a:r>
            <a:r>
              <a:rPr lang="it-IT" dirty="0" smtClean="0">
                <a:solidFill>
                  <a:srgbClr val="FF0000"/>
                </a:solidFill>
              </a:rPr>
              <a:t>t</a:t>
            </a:r>
            <a:r>
              <a:rPr lang="it-IT" dirty="0" smtClean="0"/>
              <a:t> nella rete residua</a:t>
            </a:r>
          </a:p>
          <a:p>
            <a:r>
              <a:rPr lang="it-IT" dirty="0" smtClean="0"/>
              <a:t>Per farlo abbiamo bisogno di definire il concetto di </a:t>
            </a:r>
            <a:r>
              <a:rPr lang="it-IT" dirty="0" smtClean="0">
                <a:solidFill>
                  <a:schemeClr val="tx1"/>
                </a:solidFill>
              </a:rPr>
              <a:t>taglio</a:t>
            </a:r>
            <a:r>
              <a:rPr lang="it-IT" dirty="0" smtClean="0"/>
              <a:t> in una rete di flusso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6662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31463170"/>
              </p:ext>
            </p:extLst>
          </p:nvPr>
        </p:nvGraphicFramePr>
        <p:xfrm>
          <a:off x="2061965" y="3383509"/>
          <a:ext cx="3649662" cy="1166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37" name="Equation" r:id="rId4" imgW="1270396" imgH="457597" progId="Equation.3">
                  <p:embed/>
                </p:oleObj>
              </mc:Choice>
              <mc:Fallback>
                <p:oleObj name="Equation" r:id="rId4" imgW="1270396" imgH="45759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1965" y="3383509"/>
                        <a:ext cx="3649662" cy="1166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662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90496821"/>
              </p:ext>
            </p:extLst>
          </p:nvPr>
        </p:nvGraphicFramePr>
        <p:xfrm>
          <a:off x="2066727" y="5172621"/>
          <a:ext cx="3429000" cy="1166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38" name="Equation" r:id="rId6" imgW="1194197" imgH="457597" progId="Equation.3">
                  <p:embed/>
                </p:oleObj>
              </mc:Choice>
              <mc:Fallback>
                <p:oleObj name="Equation" r:id="rId6" imgW="1194197" imgH="45759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6727" y="5172621"/>
                        <a:ext cx="3429000" cy="1166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Cammini aumentanti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1340768"/>
            <a:ext cx="8496944" cy="3816424"/>
          </a:xfrm>
        </p:spPr>
        <p:txBody>
          <a:bodyPr/>
          <a:lstStyle/>
          <a:p>
            <a:r>
              <a:rPr lang="it-IT" dirty="0" smtClean="0"/>
              <a:t>Un </a:t>
            </a:r>
            <a:r>
              <a:rPr lang="it-IT" dirty="0" smtClean="0">
                <a:solidFill>
                  <a:srgbClr val="000000"/>
                </a:solidFill>
              </a:rPr>
              <a:t>taglio</a:t>
            </a:r>
            <a:r>
              <a:rPr lang="it-IT" dirty="0" smtClean="0"/>
              <a:t> in una rete di flusso </a:t>
            </a:r>
            <a:r>
              <a:rPr lang="it-IT" dirty="0" smtClean="0">
                <a:solidFill>
                  <a:srgbClr val="FF0000"/>
                </a:solidFill>
              </a:rPr>
              <a:t>G = (V,E)</a:t>
            </a:r>
            <a:r>
              <a:rPr lang="it-IT" dirty="0" smtClean="0"/>
              <a:t> è un taglio    </a:t>
            </a:r>
            <a:r>
              <a:rPr lang="it-IT" dirty="0" smtClean="0">
                <a:solidFill>
                  <a:srgbClr val="FF0000"/>
                </a:solidFill>
              </a:rPr>
              <a:t>(S,V\</a:t>
            </a:r>
            <a:r>
              <a:rPr lang="it-IT" dirty="0" err="1" smtClean="0">
                <a:solidFill>
                  <a:srgbClr val="FF0000"/>
                </a:solidFill>
              </a:rPr>
              <a:t>S</a:t>
            </a:r>
            <a:r>
              <a:rPr lang="it-IT" dirty="0" smtClean="0">
                <a:solidFill>
                  <a:srgbClr val="FF0000"/>
                </a:solidFill>
              </a:rPr>
              <a:t>)</a:t>
            </a:r>
            <a:r>
              <a:rPr lang="it-IT" dirty="0" smtClean="0"/>
              <a:t> del grafo </a:t>
            </a:r>
            <a:r>
              <a:rPr lang="it-IT" dirty="0" smtClean="0">
                <a:solidFill>
                  <a:srgbClr val="FF0000"/>
                </a:solidFill>
              </a:rPr>
              <a:t>G</a:t>
            </a:r>
            <a:r>
              <a:rPr lang="it-IT" dirty="0" smtClean="0"/>
              <a:t> tale che </a:t>
            </a:r>
            <a:r>
              <a:rPr lang="it-IT" dirty="0" err="1" smtClean="0">
                <a:solidFill>
                  <a:srgbClr val="FF0000"/>
                </a:solidFill>
              </a:rPr>
              <a:t>s</a:t>
            </a:r>
            <a:r>
              <a:rPr lang="it-IT" dirty="0" smtClean="0">
                <a:solidFill>
                  <a:srgbClr val="FF0000"/>
                </a:solidFill>
              </a:rPr>
              <a:t> </a:t>
            </a:r>
            <a:r>
              <a:rPr lang="it-IT" dirty="0" smtClean="0">
                <a:solidFill>
                  <a:srgbClr val="FF0000"/>
                </a:solidFill>
                <a:sym typeface="Symbol" charset="0"/>
              </a:rPr>
              <a:t></a:t>
            </a:r>
            <a:r>
              <a:rPr lang="it-IT" dirty="0" smtClean="0">
                <a:solidFill>
                  <a:srgbClr val="FF0000"/>
                </a:solidFill>
              </a:rPr>
              <a:t> </a:t>
            </a:r>
            <a:r>
              <a:rPr lang="it-IT" dirty="0" err="1" smtClean="0">
                <a:solidFill>
                  <a:srgbClr val="FF0000"/>
                </a:solidFill>
              </a:rPr>
              <a:t>S</a:t>
            </a:r>
            <a:r>
              <a:rPr lang="it-IT" dirty="0" smtClean="0">
                <a:solidFill>
                  <a:srgbClr val="FF0000"/>
                </a:solidFill>
              </a:rPr>
              <a:t> </a:t>
            </a:r>
            <a:r>
              <a:rPr lang="it-IT" dirty="0" smtClean="0"/>
              <a:t>e </a:t>
            </a:r>
            <a:r>
              <a:rPr lang="it-IT" dirty="0" smtClean="0">
                <a:solidFill>
                  <a:srgbClr val="FF0000"/>
                </a:solidFill>
              </a:rPr>
              <a:t>t </a:t>
            </a:r>
            <a:r>
              <a:rPr lang="it-IT" dirty="0" smtClean="0">
                <a:solidFill>
                  <a:srgbClr val="FF0000"/>
                </a:solidFill>
                <a:sym typeface="Symbol" charset="0"/>
              </a:rPr>
              <a:t></a:t>
            </a:r>
            <a:r>
              <a:rPr lang="it-IT" dirty="0" smtClean="0">
                <a:solidFill>
                  <a:srgbClr val="FF0000"/>
                </a:solidFill>
              </a:rPr>
              <a:t> T = V\</a:t>
            </a:r>
            <a:r>
              <a:rPr lang="it-IT" dirty="0" err="1" smtClean="0">
                <a:solidFill>
                  <a:srgbClr val="FF0000"/>
                </a:solidFill>
              </a:rPr>
              <a:t>S</a:t>
            </a:r>
            <a:endParaRPr lang="it-IT" dirty="0" smtClean="0"/>
          </a:p>
          <a:p>
            <a:r>
              <a:rPr lang="it-IT" dirty="0" smtClean="0"/>
              <a:t>Se </a:t>
            </a:r>
            <a:r>
              <a:rPr lang="it-IT" dirty="0" err="1" smtClean="0">
                <a:solidFill>
                  <a:srgbClr val="FF0000"/>
                </a:solidFill>
              </a:rPr>
              <a:t>f</a:t>
            </a:r>
            <a:r>
              <a:rPr lang="it-IT" dirty="0" smtClean="0">
                <a:solidFill>
                  <a:srgbClr val="FF0000"/>
                </a:solidFill>
              </a:rPr>
              <a:t> </a:t>
            </a:r>
            <a:r>
              <a:rPr lang="it-IT" dirty="0" smtClean="0"/>
              <a:t>è un flusso in </a:t>
            </a:r>
            <a:r>
              <a:rPr lang="it-IT" dirty="0" smtClean="0">
                <a:solidFill>
                  <a:srgbClr val="FF0000"/>
                </a:solidFill>
              </a:rPr>
              <a:t>G = (V,E)</a:t>
            </a:r>
            <a:r>
              <a:rPr lang="it-IT" dirty="0" smtClean="0"/>
              <a:t>, allora il flusso che </a:t>
            </a:r>
            <a:r>
              <a:rPr lang="it-IT" dirty="0" smtClean="0">
                <a:solidFill>
                  <a:schemeClr val="tx1"/>
                </a:solidFill>
              </a:rPr>
              <a:t>attraversa</a:t>
            </a:r>
            <a:r>
              <a:rPr lang="it-IT" dirty="0" smtClean="0"/>
              <a:t> il taglio </a:t>
            </a:r>
            <a:r>
              <a:rPr lang="it-IT" dirty="0" smtClean="0">
                <a:solidFill>
                  <a:srgbClr val="FF0000"/>
                </a:solidFill>
              </a:rPr>
              <a:t>(S,T) </a:t>
            </a:r>
            <a:r>
              <a:rPr lang="it-IT" dirty="0" smtClean="0"/>
              <a:t>è</a:t>
            </a:r>
          </a:p>
          <a:p>
            <a:endParaRPr lang="it-IT" dirty="0" smtClean="0"/>
          </a:p>
          <a:p>
            <a:endParaRPr lang="it-IT" dirty="0" smtClean="0"/>
          </a:p>
          <a:p>
            <a:pPr marL="0" indent="0">
              <a:buNone/>
            </a:pPr>
            <a:r>
              <a:rPr lang="it-IT" dirty="0" smtClean="0"/>
              <a:t>    mentre la </a:t>
            </a:r>
            <a:r>
              <a:rPr lang="it-IT" dirty="0" smtClean="0">
                <a:solidFill>
                  <a:srgbClr val="000000"/>
                </a:solidFill>
              </a:rPr>
              <a:t>capacità</a:t>
            </a:r>
            <a:r>
              <a:rPr lang="it-IT" dirty="0" smtClean="0"/>
              <a:t> del taglio è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674" name="Text Box 2"/>
          <p:cNvSpPr txBox="1">
            <a:spLocks noChangeArrowheads="1"/>
          </p:cNvSpPr>
          <p:nvPr/>
        </p:nvSpPr>
        <p:spPr bwMode="auto">
          <a:xfrm>
            <a:off x="1259632" y="5229200"/>
            <a:ext cx="6629400" cy="9048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20000"/>
              </a:spcBef>
            </a:pPr>
            <a:r>
              <a:rPr lang="it-IT" sz="2400" dirty="0">
                <a:latin typeface="+mn-lt"/>
              </a:rPr>
              <a:t> </a:t>
            </a:r>
            <a:r>
              <a:rPr lang="it-IT" sz="2400" i="1" dirty="0" err="1">
                <a:latin typeface="+mn-lt"/>
              </a:rPr>
              <a:t>f</a:t>
            </a:r>
            <a:r>
              <a:rPr lang="it-IT" sz="2400" i="1" dirty="0">
                <a:latin typeface="+mn-lt"/>
              </a:rPr>
              <a:t> </a:t>
            </a:r>
            <a:r>
              <a:rPr lang="it-IT" sz="2400" dirty="0">
                <a:latin typeface="+mn-lt"/>
              </a:rPr>
              <a:t>(</a:t>
            </a:r>
            <a:r>
              <a:rPr lang="it-IT" sz="2400" i="1" dirty="0">
                <a:latin typeface="+mn-lt"/>
              </a:rPr>
              <a:t>S,T </a:t>
            </a:r>
            <a:r>
              <a:rPr lang="it-IT" sz="2400" dirty="0">
                <a:latin typeface="+mn-lt"/>
              </a:rPr>
              <a:t>) = 12 –4 +11 = 19</a:t>
            </a:r>
          </a:p>
          <a:p>
            <a:pPr eaLnBrk="0" hangingPunct="0">
              <a:spcBef>
                <a:spcPct val="20000"/>
              </a:spcBef>
            </a:pPr>
            <a:r>
              <a:rPr lang="it-IT" sz="2400" i="1" dirty="0" smtClean="0">
                <a:latin typeface="+mn-lt"/>
              </a:rPr>
              <a:t> c </a:t>
            </a:r>
            <a:r>
              <a:rPr lang="it-IT" sz="2400" dirty="0">
                <a:latin typeface="+mn-lt"/>
              </a:rPr>
              <a:t>(</a:t>
            </a:r>
            <a:r>
              <a:rPr lang="it-IT" sz="2400" i="1" dirty="0">
                <a:latin typeface="+mn-lt"/>
              </a:rPr>
              <a:t>S,T </a:t>
            </a:r>
            <a:r>
              <a:rPr lang="it-IT" sz="2400" dirty="0">
                <a:latin typeface="+mn-lt"/>
              </a:rPr>
              <a:t>) = 12 +14 = 26</a:t>
            </a:r>
          </a:p>
        </p:txBody>
      </p:sp>
      <p:grpSp>
        <p:nvGrpSpPr>
          <p:cNvPr id="668675" name="Group 3"/>
          <p:cNvGrpSpPr>
            <a:grpSpLocks/>
          </p:cNvGrpSpPr>
          <p:nvPr/>
        </p:nvGrpSpPr>
        <p:grpSpPr bwMode="auto">
          <a:xfrm>
            <a:off x="1331640" y="620688"/>
            <a:ext cx="6237288" cy="4660900"/>
            <a:chOff x="864" y="187"/>
            <a:chExt cx="3929" cy="2936"/>
          </a:xfrm>
        </p:grpSpPr>
        <p:sp>
          <p:nvSpPr>
            <p:cNvPr id="668676" name="Line 4"/>
            <p:cNvSpPr>
              <a:spLocks noChangeShapeType="1"/>
            </p:cNvSpPr>
            <p:nvPr/>
          </p:nvSpPr>
          <p:spPr bwMode="auto">
            <a:xfrm flipV="1">
              <a:off x="1152" y="816"/>
              <a:ext cx="672" cy="67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68677" name="Oval 5"/>
            <p:cNvSpPr>
              <a:spLocks noChangeArrowheads="1"/>
            </p:cNvSpPr>
            <p:nvPr/>
          </p:nvSpPr>
          <p:spPr bwMode="auto">
            <a:xfrm>
              <a:off x="1776" y="576"/>
              <a:ext cx="329" cy="325"/>
            </a:xfrm>
            <a:prstGeom prst="ellipse">
              <a:avLst/>
            </a:prstGeom>
            <a:solidFill>
              <a:srgbClr val="FFCC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it-IT" sz="2400" b="1">
                  <a:latin typeface="Times New Roman" charset="0"/>
                  <a:sym typeface="Symbol" charset="0"/>
                </a:rPr>
                <a:t>u</a:t>
              </a:r>
              <a:endParaRPr lang="it-IT" sz="2400" b="1">
                <a:latin typeface="Times New Roman" charset="0"/>
              </a:endParaRPr>
            </a:p>
          </p:txBody>
        </p:sp>
        <p:sp>
          <p:nvSpPr>
            <p:cNvPr id="668678" name="Text Box 6"/>
            <p:cNvSpPr txBox="1">
              <a:spLocks noChangeArrowheads="1"/>
            </p:cNvSpPr>
            <p:nvPr/>
          </p:nvSpPr>
          <p:spPr bwMode="auto">
            <a:xfrm>
              <a:off x="4128" y="960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>
                  <a:latin typeface="Times New Roman" charset="0"/>
                </a:rPr>
                <a:t>20</a:t>
              </a:r>
              <a:endParaRPr lang="en-GB" sz="2400" b="1">
                <a:latin typeface="Times New Roman" charset="0"/>
              </a:endParaRPr>
            </a:p>
          </p:txBody>
        </p:sp>
        <p:sp>
          <p:nvSpPr>
            <p:cNvPr id="668679" name="Text Box 7"/>
            <p:cNvSpPr txBox="1">
              <a:spLocks noChangeArrowheads="1"/>
            </p:cNvSpPr>
            <p:nvPr/>
          </p:nvSpPr>
          <p:spPr bwMode="auto">
            <a:xfrm>
              <a:off x="2736" y="432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>
                  <a:latin typeface="Times New Roman" charset="0"/>
                </a:rPr>
                <a:t>12</a:t>
              </a:r>
              <a:endParaRPr lang="en-GB" sz="2400" b="1">
                <a:latin typeface="Times New Roman" charset="0"/>
              </a:endParaRPr>
            </a:p>
          </p:txBody>
        </p:sp>
        <p:sp>
          <p:nvSpPr>
            <p:cNvPr id="668680" name="Text Box 8"/>
            <p:cNvSpPr txBox="1">
              <a:spLocks noChangeArrowheads="1"/>
            </p:cNvSpPr>
            <p:nvPr/>
          </p:nvSpPr>
          <p:spPr bwMode="auto">
            <a:xfrm>
              <a:off x="1200" y="960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>
                  <a:latin typeface="Times New Roman" charset="0"/>
                </a:rPr>
                <a:t>16</a:t>
              </a:r>
              <a:endParaRPr lang="en-GB" sz="2400" b="1">
                <a:latin typeface="Times New Roman" charset="0"/>
              </a:endParaRPr>
            </a:p>
          </p:txBody>
        </p:sp>
        <p:sp>
          <p:nvSpPr>
            <p:cNvPr id="668681" name="Oval 9"/>
            <p:cNvSpPr>
              <a:spLocks noChangeArrowheads="1"/>
            </p:cNvSpPr>
            <p:nvPr/>
          </p:nvSpPr>
          <p:spPr bwMode="auto">
            <a:xfrm>
              <a:off x="864" y="1440"/>
              <a:ext cx="329" cy="325"/>
            </a:xfrm>
            <a:prstGeom prst="ellipse">
              <a:avLst/>
            </a:prstGeom>
            <a:solidFill>
              <a:srgbClr val="FFCC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it-IT" sz="2400" b="1">
                  <a:latin typeface="Times New Roman" charset="0"/>
                  <a:sym typeface="Symbol" charset="0"/>
                </a:rPr>
                <a:t>s</a:t>
              </a:r>
              <a:endParaRPr lang="it-IT" sz="2400" b="1">
                <a:latin typeface="Times New Roman" charset="0"/>
              </a:endParaRPr>
            </a:p>
          </p:txBody>
        </p:sp>
        <p:sp>
          <p:nvSpPr>
            <p:cNvPr id="668682" name="Oval 10"/>
            <p:cNvSpPr>
              <a:spLocks noChangeArrowheads="1"/>
            </p:cNvSpPr>
            <p:nvPr/>
          </p:nvSpPr>
          <p:spPr bwMode="auto">
            <a:xfrm>
              <a:off x="3552" y="2352"/>
              <a:ext cx="329" cy="325"/>
            </a:xfrm>
            <a:prstGeom prst="ellipse">
              <a:avLst/>
            </a:prstGeom>
            <a:solidFill>
              <a:srgbClr val="00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it-IT" sz="2400" b="1">
                  <a:latin typeface="Times New Roman" charset="0"/>
                  <a:sym typeface="Symbol" charset="0"/>
                </a:rPr>
                <a:t>y</a:t>
              </a:r>
              <a:endParaRPr lang="it-IT" sz="2400" b="1">
                <a:latin typeface="Times New Roman" charset="0"/>
              </a:endParaRPr>
            </a:p>
          </p:txBody>
        </p:sp>
        <p:sp>
          <p:nvSpPr>
            <p:cNvPr id="668683" name="Oval 11"/>
            <p:cNvSpPr>
              <a:spLocks noChangeArrowheads="1"/>
            </p:cNvSpPr>
            <p:nvPr/>
          </p:nvSpPr>
          <p:spPr bwMode="auto">
            <a:xfrm>
              <a:off x="1776" y="2352"/>
              <a:ext cx="329" cy="325"/>
            </a:xfrm>
            <a:prstGeom prst="ellipse">
              <a:avLst/>
            </a:prstGeom>
            <a:solidFill>
              <a:srgbClr val="FFCC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it-IT" sz="2400" b="1">
                  <a:latin typeface="Times New Roman" charset="0"/>
                  <a:sym typeface="Symbol" charset="0"/>
                </a:rPr>
                <a:t>x</a:t>
              </a:r>
              <a:endParaRPr lang="it-IT" sz="2400" b="1">
                <a:latin typeface="Times New Roman" charset="0"/>
              </a:endParaRPr>
            </a:p>
          </p:txBody>
        </p:sp>
        <p:sp>
          <p:nvSpPr>
            <p:cNvPr id="668684" name="Oval 12"/>
            <p:cNvSpPr>
              <a:spLocks noChangeArrowheads="1"/>
            </p:cNvSpPr>
            <p:nvPr/>
          </p:nvSpPr>
          <p:spPr bwMode="auto">
            <a:xfrm>
              <a:off x="3552" y="576"/>
              <a:ext cx="329" cy="325"/>
            </a:xfrm>
            <a:prstGeom prst="ellipse">
              <a:avLst/>
            </a:prstGeom>
            <a:solidFill>
              <a:srgbClr val="00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it-IT" sz="2400" b="1">
                  <a:latin typeface="Times New Roman" charset="0"/>
                  <a:sym typeface="Symbol" charset="0"/>
                </a:rPr>
                <a:t>v</a:t>
              </a:r>
              <a:endParaRPr lang="it-IT" sz="2400" b="1">
                <a:latin typeface="Times New Roman" charset="0"/>
              </a:endParaRPr>
            </a:p>
          </p:txBody>
        </p:sp>
        <p:sp>
          <p:nvSpPr>
            <p:cNvPr id="668685" name="Line 13"/>
            <p:cNvSpPr>
              <a:spLocks noChangeShapeType="1"/>
            </p:cNvSpPr>
            <p:nvPr/>
          </p:nvSpPr>
          <p:spPr bwMode="auto">
            <a:xfrm>
              <a:off x="1152" y="1728"/>
              <a:ext cx="672" cy="67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68686" name="Line 14"/>
            <p:cNvSpPr>
              <a:spLocks noChangeShapeType="1"/>
            </p:cNvSpPr>
            <p:nvPr/>
          </p:nvSpPr>
          <p:spPr bwMode="auto">
            <a:xfrm>
              <a:off x="1872" y="912"/>
              <a:ext cx="0" cy="14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68687" name="Line 15"/>
            <p:cNvSpPr>
              <a:spLocks noChangeShapeType="1"/>
            </p:cNvSpPr>
            <p:nvPr/>
          </p:nvSpPr>
          <p:spPr bwMode="auto">
            <a:xfrm flipV="1">
              <a:off x="3744" y="912"/>
              <a:ext cx="0" cy="14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68688" name="Line 16"/>
            <p:cNvSpPr>
              <a:spLocks noChangeShapeType="1"/>
            </p:cNvSpPr>
            <p:nvPr/>
          </p:nvSpPr>
          <p:spPr bwMode="auto">
            <a:xfrm flipV="1">
              <a:off x="2112" y="2496"/>
              <a:ext cx="144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68689" name="Line 17"/>
            <p:cNvSpPr>
              <a:spLocks noChangeShapeType="1"/>
            </p:cNvSpPr>
            <p:nvPr/>
          </p:nvSpPr>
          <p:spPr bwMode="auto">
            <a:xfrm flipV="1">
              <a:off x="2112" y="720"/>
              <a:ext cx="144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68690" name="Line 18"/>
            <p:cNvSpPr>
              <a:spLocks noChangeShapeType="1"/>
            </p:cNvSpPr>
            <p:nvPr/>
          </p:nvSpPr>
          <p:spPr bwMode="auto">
            <a:xfrm flipH="1" flipV="1">
              <a:off x="2016" y="912"/>
              <a:ext cx="0" cy="14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68691" name="Text Box 19"/>
            <p:cNvSpPr txBox="1">
              <a:spLocks noChangeArrowheads="1"/>
            </p:cNvSpPr>
            <p:nvPr/>
          </p:nvSpPr>
          <p:spPr bwMode="auto">
            <a:xfrm>
              <a:off x="1200" y="1968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>
                  <a:latin typeface="Times New Roman" charset="0"/>
                </a:rPr>
                <a:t>13</a:t>
              </a:r>
              <a:endParaRPr lang="en-GB" sz="2400" b="1">
                <a:latin typeface="Times New Roman" charset="0"/>
              </a:endParaRPr>
            </a:p>
          </p:txBody>
        </p:sp>
        <p:sp>
          <p:nvSpPr>
            <p:cNvPr id="668692" name="Text Box 20"/>
            <p:cNvSpPr txBox="1">
              <a:spLocks noChangeArrowheads="1"/>
            </p:cNvSpPr>
            <p:nvPr/>
          </p:nvSpPr>
          <p:spPr bwMode="auto">
            <a:xfrm>
              <a:off x="1584" y="1440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>
                  <a:latin typeface="Times New Roman" charset="0"/>
                </a:rPr>
                <a:t>10</a:t>
              </a:r>
              <a:endParaRPr lang="en-GB" sz="2400" b="1">
                <a:latin typeface="Times New Roman" charset="0"/>
              </a:endParaRPr>
            </a:p>
          </p:txBody>
        </p:sp>
        <p:sp>
          <p:nvSpPr>
            <p:cNvPr id="668693" name="Text Box 21"/>
            <p:cNvSpPr txBox="1">
              <a:spLocks noChangeArrowheads="1"/>
            </p:cNvSpPr>
            <p:nvPr/>
          </p:nvSpPr>
          <p:spPr bwMode="auto">
            <a:xfrm>
              <a:off x="3744" y="1392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>
                  <a:latin typeface="Times New Roman" charset="0"/>
                </a:rPr>
                <a:t>7</a:t>
              </a:r>
              <a:endParaRPr lang="en-GB" sz="2400" b="1">
                <a:latin typeface="Times New Roman" charset="0"/>
              </a:endParaRPr>
            </a:p>
          </p:txBody>
        </p:sp>
        <p:sp>
          <p:nvSpPr>
            <p:cNvPr id="668694" name="Text Box 22"/>
            <p:cNvSpPr txBox="1">
              <a:spLocks noChangeArrowheads="1"/>
            </p:cNvSpPr>
            <p:nvPr/>
          </p:nvSpPr>
          <p:spPr bwMode="auto">
            <a:xfrm>
              <a:off x="2016" y="1440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>
                  <a:latin typeface="Times New Roman" charset="0"/>
                </a:rPr>
                <a:t>4</a:t>
              </a:r>
              <a:endParaRPr lang="en-GB" sz="2400" b="1">
                <a:latin typeface="Times New Roman" charset="0"/>
              </a:endParaRPr>
            </a:p>
          </p:txBody>
        </p:sp>
        <p:sp>
          <p:nvSpPr>
            <p:cNvPr id="668695" name="Text Box 23"/>
            <p:cNvSpPr txBox="1">
              <a:spLocks noChangeArrowheads="1"/>
            </p:cNvSpPr>
            <p:nvPr/>
          </p:nvSpPr>
          <p:spPr bwMode="auto">
            <a:xfrm>
              <a:off x="2736" y="2448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>
                  <a:latin typeface="Times New Roman" charset="0"/>
                </a:rPr>
                <a:t>14</a:t>
              </a:r>
              <a:endParaRPr lang="en-GB" sz="2400" b="1">
                <a:latin typeface="Times New Roman" charset="0"/>
              </a:endParaRPr>
            </a:p>
          </p:txBody>
        </p:sp>
        <p:sp>
          <p:nvSpPr>
            <p:cNvPr id="668696" name="Text Box 24"/>
            <p:cNvSpPr txBox="1">
              <a:spLocks noChangeArrowheads="1"/>
            </p:cNvSpPr>
            <p:nvPr/>
          </p:nvSpPr>
          <p:spPr bwMode="auto">
            <a:xfrm>
              <a:off x="2832" y="1536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>
                  <a:latin typeface="Times New Roman" charset="0"/>
                </a:rPr>
                <a:t>9</a:t>
              </a:r>
              <a:endParaRPr lang="en-GB" sz="2400" b="1">
                <a:latin typeface="Times New Roman" charset="0"/>
              </a:endParaRPr>
            </a:p>
          </p:txBody>
        </p:sp>
        <p:sp>
          <p:nvSpPr>
            <p:cNvPr id="668697" name="Line 25"/>
            <p:cNvSpPr>
              <a:spLocks noChangeShapeType="1"/>
            </p:cNvSpPr>
            <p:nvPr/>
          </p:nvSpPr>
          <p:spPr bwMode="auto">
            <a:xfrm flipH="1">
              <a:off x="2064" y="864"/>
              <a:ext cx="1536" cy="153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68698" name="Text Box 26"/>
            <p:cNvSpPr txBox="1">
              <a:spLocks noChangeArrowheads="1"/>
            </p:cNvSpPr>
            <p:nvPr/>
          </p:nvSpPr>
          <p:spPr bwMode="auto">
            <a:xfrm>
              <a:off x="4128" y="2016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>
                  <a:latin typeface="Times New Roman" charset="0"/>
                </a:rPr>
                <a:t>4</a:t>
              </a:r>
              <a:endParaRPr lang="en-GB" sz="2400" b="1">
                <a:latin typeface="Times New Roman" charset="0"/>
              </a:endParaRPr>
            </a:p>
          </p:txBody>
        </p:sp>
        <p:sp>
          <p:nvSpPr>
            <p:cNvPr id="668699" name="Oval 27"/>
            <p:cNvSpPr>
              <a:spLocks noChangeArrowheads="1"/>
            </p:cNvSpPr>
            <p:nvPr/>
          </p:nvSpPr>
          <p:spPr bwMode="auto">
            <a:xfrm>
              <a:off x="4464" y="1488"/>
              <a:ext cx="329" cy="325"/>
            </a:xfrm>
            <a:prstGeom prst="ellipse">
              <a:avLst/>
            </a:prstGeom>
            <a:solidFill>
              <a:srgbClr val="00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it-IT" sz="2400" b="1">
                  <a:latin typeface="Times New Roman" charset="0"/>
                  <a:sym typeface="Symbol" charset="0"/>
                </a:rPr>
                <a:t>t</a:t>
              </a:r>
              <a:endParaRPr lang="it-IT" sz="2400" b="1">
                <a:latin typeface="Times New Roman" charset="0"/>
              </a:endParaRPr>
            </a:p>
          </p:txBody>
        </p:sp>
        <p:sp>
          <p:nvSpPr>
            <p:cNvPr id="668700" name="Line 28"/>
            <p:cNvSpPr>
              <a:spLocks noChangeShapeType="1"/>
            </p:cNvSpPr>
            <p:nvPr/>
          </p:nvSpPr>
          <p:spPr bwMode="auto">
            <a:xfrm>
              <a:off x="3840" y="864"/>
              <a:ext cx="672" cy="67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68701" name="Line 29"/>
            <p:cNvSpPr>
              <a:spLocks noChangeShapeType="1"/>
            </p:cNvSpPr>
            <p:nvPr/>
          </p:nvSpPr>
          <p:spPr bwMode="auto">
            <a:xfrm flipV="1">
              <a:off x="3840" y="1728"/>
              <a:ext cx="672" cy="67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68702" name="Text Box 30"/>
            <p:cNvSpPr txBox="1">
              <a:spLocks noChangeArrowheads="1"/>
            </p:cNvSpPr>
            <p:nvPr/>
          </p:nvSpPr>
          <p:spPr bwMode="auto">
            <a:xfrm>
              <a:off x="1008" y="1152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>
                  <a:solidFill>
                    <a:srgbClr val="FF0000"/>
                  </a:solidFill>
                  <a:latin typeface="Times New Roman" charset="0"/>
                </a:rPr>
                <a:t>11</a:t>
              </a:r>
              <a:endParaRPr lang="en-GB" sz="2400" b="1">
                <a:solidFill>
                  <a:srgbClr val="FF0000"/>
                </a:solidFill>
                <a:latin typeface="Times New Roman" charset="0"/>
              </a:endParaRPr>
            </a:p>
          </p:txBody>
        </p:sp>
        <p:sp>
          <p:nvSpPr>
            <p:cNvPr id="668703" name="Text Box 31"/>
            <p:cNvSpPr txBox="1">
              <a:spLocks noChangeArrowheads="1"/>
            </p:cNvSpPr>
            <p:nvPr/>
          </p:nvSpPr>
          <p:spPr bwMode="auto">
            <a:xfrm>
              <a:off x="1056" y="1776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>
                  <a:solidFill>
                    <a:srgbClr val="FF0000"/>
                  </a:solidFill>
                  <a:latin typeface="Times New Roman" charset="0"/>
                </a:rPr>
                <a:t>8</a:t>
              </a:r>
              <a:endParaRPr lang="en-GB" sz="2400" b="1">
                <a:solidFill>
                  <a:srgbClr val="FF0000"/>
                </a:solidFill>
                <a:latin typeface="Times New Roman" charset="0"/>
              </a:endParaRPr>
            </a:p>
          </p:txBody>
        </p:sp>
        <p:sp>
          <p:nvSpPr>
            <p:cNvPr id="668704" name="Text Box 32"/>
            <p:cNvSpPr txBox="1">
              <a:spLocks noChangeArrowheads="1"/>
            </p:cNvSpPr>
            <p:nvPr/>
          </p:nvSpPr>
          <p:spPr bwMode="auto">
            <a:xfrm>
              <a:off x="3888" y="720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>
                  <a:solidFill>
                    <a:srgbClr val="FF0000"/>
                  </a:solidFill>
                  <a:latin typeface="Times New Roman" charset="0"/>
                </a:rPr>
                <a:t>15</a:t>
              </a:r>
              <a:endParaRPr lang="en-GB" sz="2400" b="1">
                <a:solidFill>
                  <a:srgbClr val="FF0000"/>
                </a:solidFill>
                <a:latin typeface="Times New Roman" charset="0"/>
              </a:endParaRPr>
            </a:p>
          </p:txBody>
        </p:sp>
        <p:sp>
          <p:nvSpPr>
            <p:cNvPr id="668705" name="Text Box 33"/>
            <p:cNvSpPr txBox="1">
              <a:spLocks noChangeArrowheads="1"/>
            </p:cNvSpPr>
            <p:nvPr/>
          </p:nvSpPr>
          <p:spPr bwMode="auto">
            <a:xfrm>
              <a:off x="3936" y="2208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>
                  <a:solidFill>
                    <a:srgbClr val="FF0000"/>
                  </a:solidFill>
                  <a:latin typeface="Times New Roman" charset="0"/>
                </a:rPr>
                <a:t>4</a:t>
              </a:r>
              <a:endParaRPr lang="en-GB" sz="2400" b="1">
                <a:solidFill>
                  <a:srgbClr val="FF0000"/>
                </a:solidFill>
                <a:latin typeface="Times New Roman" charset="0"/>
              </a:endParaRPr>
            </a:p>
          </p:txBody>
        </p:sp>
        <p:sp>
          <p:nvSpPr>
            <p:cNvPr id="668706" name="Text Box 34"/>
            <p:cNvSpPr txBox="1">
              <a:spLocks noChangeArrowheads="1"/>
            </p:cNvSpPr>
            <p:nvPr/>
          </p:nvSpPr>
          <p:spPr bwMode="auto">
            <a:xfrm>
              <a:off x="3744" y="1824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>
                  <a:solidFill>
                    <a:srgbClr val="FF0000"/>
                  </a:solidFill>
                  <a:latin typeface="Times New Roman" charset="0"/>
                </a:rPr>
                <a:t>7</a:t>
              </a:r>
              <a:endParaRPr lang="en-GB" sz="2400" b="1">
                <a:solidFill>
                  <a:srgbClr val="FF0000"/>
                </a:solidFill>
                <a:latin typeface="Times New Roman" charset="0"/>
              </a:endParaRPr>
            </a:p>
          </p:txBody>
        </p:sp>
        <p:sp>
          <p:nvSpPr>
            <p:cNvPr id="668707" name="Text Box 35"/>
            <p:cNvSpPr txBox="1">
              <a:spLocks noChangeArrowheads="1"/>
            </p:cNvSpPr>
            <p:nvPr/>
          </p:nvSpPr>
          <p:spPr bwMode="auto">
            <a:xfrm>
              <a:off x="3120" y="1248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>
                  <a:solidFill>
                    <a:srgbClr val="FF0000"/>
                  </a:solidFill>
                  <a:latin typeface="Times New Roman" charset="0"/>
                </a:rPr>
                <a:t>4</a:t>
              </a:r>
              <a:endParaRPr lang="en-GB" sz="2400" b="1">
                <a:solidFill>
                  <a:srgbClr val="FF0000"/>
                </a:solidFill>
                <a:latin typeface="Times New Roman" charset="0"/>
              </a:endParaRPr>
            </a:p>
          </p:txBody>
        </p:sp>
        <p:sp>
          <p:nvSpPr>
            <p:cNvPr id="668708" name="Text Box 36"/>
            <p:cNvSpPr txBox="1">
              <a:spLocks noChangeArrowheads="1"/>
            </p:cNvSpPr>
            <p:nvPr/>
          </p:nvSpPr>
          <p:spPr bwMode="auto">
            <a:xfrm>
              <a:off x="2256" y="2448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>
                  <a:solidFill>
                    <a:srgbClr val="FF0000"/>
                  </a:solidFill>
                  <a:latin typeface="Times New Roman" charset="0"/>
                </a:rPr>
                <a:t>11</a:t>
              </a:r>
              <a:endParaRPr lang="en-GB" sz="2400" b="1">
                <a:solidFill>
                  <a:srgbClr val="FF0000"/>
                </a:solidFill>
                <a:latin typeface="Times New Roman" charset="0"/>
              </a:endParaRPr>
            </a:p>
          </p:txBody>
        </p:sp>
        <p:sp>
          <p:nvSpPr>
            <p:cNvPr id="668709" name="Text Box 37"/>
            <p:cNvSpPr txBox="1">
              <a:spLocks noChangeArrowheads="1"/>
            </p:cNvSpPr>
            <p:nvPr/>
          </p:nvSpPr>
          <p:spPr bwMode="auto">
            <a:xfrm>
              <a:off x="2256" y="432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>
                  <a:solidFill>
                    <a:srgbClr val="FF0000"/>
                  </a:solidFill>
                  <a:latin typeface="Times New Roman" charset="0"/>
                </a:rPr>
                <a:t>12</a:t>
              </a:r>
              <a:endParaRPr lang="en-GB" sz="2400" b="1">
                <a:solidFill>
                  <a:srgbClr val="FF0000"/>
                </a:solidFill>
                <a:latin typeface="Times New Roman" charset="0"/>
              </a:endParaRPr>
            </a:p>
          </p:txBody>
        </p:sp>
        <p:sp>
          <p:nvSpPr>
            <p:cNvPr id="668710" name="Text Box 38"/>
            <p:cNvSpPr txBox="1">
              <a:spLocks noChangeArrowheads="1"/>
            </p:cNvSpPr>
            <p:nvPr/>
          </p:nvSpPr>
          <p:spPr bwMode="auto">
            <a:xfrm>
              <a:off x="2016" y="1824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>
                  <a:solidFill>
                    <a:srgbClr val="FF0000"/>
                  </a:solidFill>
                  <a:latin typeface="Times New Roman" charset="0"/>
                </a:rPr>
                <a:t>1</a:t>
              </a:r>
              <a:endParaRPr lang="en-GB" sz="2400" b="1">
                <a:solidFill>
                  <a:srgbClr val="FF0000"/>
                </a:solidFill>
                <a:latin typeface="Times New Roman" charset="0"/>
              </a:endParaRPr>
            </a:p>
          </p:txBody>
        </p:sp>
        <p:sp>
          <p:nvSpPr>
            <p:cNvPr id="668711" name="Freeform 39"/>
            <p:cNvSpPr>
              <a:spLocks/>
            </p:cNvSpPr>
            <p:nvPr/>
          </p:nvSpPr>
          <p:spPr bwMode="auto">
            <a:xfrm>
              <a:off x="2518" y="187"/>
              <a:ext cx="778" cy="2936"/>
            </a:xfrm>
            <a:custGeom>
              <a:avLst/>
              <a:gdLst>
                <a:gd name="T0" fmla="*/ 94 w 778"/>
                <a:gd name="T1" fmla="*/ 0 h 2936"/>
                <a:gd name="T2" fmla="*/ 5 w 778"/>
                <a:gd name="T3" fmla="*/ 754 h 2936"/>
                <a:gd name="T4" fmla="*/ 127 w 778"/>
                <a:gd name="T5" fmla="*/ 1403 h 2936"/>
                <a:gd name="T6" fmla="*/ 565 w 778"/>
                <a:gd name="T7" fmla="*/ 2068 h 2936"/>
                <a:gd name="T8" fmla="*/ 743 w 778"/>
                <a:gd name="T9" fmla="*/ 2531 h 2936"/>
                <a:gd name="T10" fmla="*/ 776 w 778"/>
                <a:gd name="T11" fmla="*/ 2936 h 2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78" h="2936">
                  <a:moveTo>
                    <a:pt x="94" y="0"/>
                  </a:moveTo>
                  <a:cubicBezTo>
                    <a:pt x="79" y="126"/>
                    <a:pt x="0" y="520"/>
                    <a:pt x="5" y="754"/>
                  </a:cubicBezTo>
                  <a:cubicBezTo>
                    <a:pt x="10" y="988"/>
                    <a:pt x="34" y="1184"/>
                    <a:pt x="127" y="1403"/>
                  </a:cubicBezTo>
                  <a:cubicBezTo>
                    <a:pt x="220" y="1622"/>
                    <a:pt x="462" y="1880"/>
                    <a:pt x="565" y="2068"/>
                  </a:cubicBezTo>
                  <a:cubicBezTo>
                    <a:pt x="668" y="2256"/>
                    <a:pt x="708" y="2386"/>
                    <a:pt x="743" y="2531"/>
                  </a:cubicBezTo>
                  <a:cubicBezTo>
                    <a:pt x="778" y="2676"/>
                    <a:pt x="769" y="2852"/>
                    <a:pt x="776" y="2936"/>
                  </a:cubicBezTo>
                </a:path>
              </a:pathLst>
            </a:custGeom>
            <a:noFill/>
            <a:ln w="38100" cmpd="sng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Esempio</a:t>
            </a:r>
            <a:endParaRPr lang="en-US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8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8674" grpId="0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722" name="Text Box 2"/>
          <p:cNvSpPr txBox="1">
            <a:spLocks noChangeArrowheads="1"/>
          </p:cNvSpPr>
          <p:nvPr/>
        </p:nvSpPr>
        <p:spPr bwMode="auto">
          <a:xfrm>
            <a:off x="395536" y="1412776"/>
            <a:ext cx="8229600" cy="11757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20000"/>
              </a:spcBef>
            </a:pPr>
            <a:r>
              <a:rPr lang="it-IT" dirty="0" smtClean="0">
                <a:latin typeface="Times New Roman" charset="0"/>
              </a:rPr>
              <a:t>Sia </a:t>
            </a:r>
            <a:r>
              <a:rPr lang="it-IT" b="1" i="1" dirty="0" err="1">
                <a:latin typeface="Times New Roman" charset="0"/>
              </a:rPr>
              <a:t>f</a:t>
            </a:r>
            <a:r>
              <a:rPr lang="it-IT" dirty="0">
                <a:latin typeface="Times New Roman" charset="0"/>
              </a:rPr>
              <a:t>  un flusso in una rete di flusso </a:t>
            </a:r>
            <a:r>
              <a:rPr lang="it-IT" b="1" i="1" dirty="0">
                <a:latin typeface="Times New Roman" charset="0"/>
              </a:rPr>
              <a:t>G </a:t>
            </a:r>
            <a:r>
              <a:rPr lang="it-IT" b="1" dirty="0">
                <a:latin typeface="Times New Roman" charset="0"/>
              </a:rPr>
              <a:t>= (</a:t>
            </a:r>
            <a:r>
              <a:rPr lang="it-IT" b="1" i="1" dirty="0">
                <a:latin typeface="Times New Roman" charset="0"/>
              </a:rPr>
              <a:t>V,E</a:t>
            </a:r>
            <a:r>
              <a:rPr lang="it-IT" b="1" dirty="0">
                <a:latin typeface="Times New Roman" charset="0"/>
              </a:rPr>
              <a:t>)</a:t>
            </a:r>
            <a:r>
              <a:rPr lang="it-IT" dirty="0">
                <a:latin typeface="Times New Roman" charset="0"/>
              </a:rPr>
              <a:t>.</a:t>
            </a:r>
          </a:p>
          <a:p>
            <a:pPr eaLnBrk="0" hangingPunct="0">
              <a:spcBef>
                <a:spcPct val="20000"/>
              </a:spcBef>
            </a:pPr>
            <a:r>
              <a:rPr lang="it-IT" dirty="0">
                <a:latin typeface="Times New Roman" charset="0"/>
              </a:rPr>
              <a:t>Allora </a:t>
            </a:r>
            <a:r>
              <a:rPr lang="it-IT" b="1" i="1" dirty="0" err="1">
                <a:latin typeface="Times New Roman" charset="0"/>
              </a:rPr>
              <a:t>f</a:t>
            </a:r>
            <a:r>
              <a:rPr lang="it-IT" b="1" i="1" dirty="0">
                <a:latin typeface="Times New Roman" charset="0"/>
              </a:rPr>
              <a:t> </a:t>
            </a:r>
            <a:r>
              <a:rPr lang="it-IT" b="1" dirty="0">
                <a:latin typeface="Times New Roman" charset="0"/>
              </a:rPr>
              <a:t>(</a:t>
            </a:r>
            <a:r>
              <a:rPr lang="it-IT" b="1" i="1" dirty="0">
                <a:latin typeface="Times New Roman" charset="0"/>
              </a:rPr>
              <a:t>S,T </a:t>
            </a:r>
            <a:r>
              <a:rPr lang="it-IT" b="1" dirty="0">
                <a:latin typeface="Times New Roman" charset="0"/>
              </a:rPr>
              <a:t>)</a:t>
            </a:r>
            <a:r>
              <a:rPr lang="it-IT" dirty="0">
                <a:latin typeface="Times New Roman" charset="0"/>
              </a:rPr>
              <a:t> </a:t>
            </a:r>
            <a:r>
              <a:rPr lang="it-IT" b="1" dirty="0">
                <a:latin typeface="Times New Roman" charset="0"/>
              </a:rPr>
              <a:t>= | </a:t>
            </a:r>
            <a:r>
              <a:rPr lang="it-IT" b="1" i="1" dirty="0" err="1">
                <a:latin typeface="Times New Roman" charset="0"/>
              </a:rPr>
              <a:t>f</a:t>
            </a:r>
            <a:r>
              <a:rPr lang="it-IT" b="1" i="1" dirty="0">
                <a:latin typeface="Times New Roman" charset="0"/>
              </a:rPr>
              <a:t> </a:t>
            </a:r>
            <a:r>
              <a:rPr lang="it-IT" b="1" dirty="0">
                <a:latin typeface="Times New Roman" charset="0"/>
              </a:rPr>
              <a:t>| </a:t>
            </a:r>
            <a:r>
              <a:rPr lang="it-IT" dirty="0">
                <a:latin typeface="Times New Roman" charset="0"/>
              </a:rPr>
              <a:t>per ogni taglio </a:t>
            </a:r>
            <a:r>
              <a:rPr lang="it-IT" b="1" dirty="0">
                <a:latin typeface="Times New Roman" charset="0"/>
              </a:rPr>
              <a:t>(</a:t>
            </a:r>
            <a:r>
              <a:rPr lang="it-IT" b="1" i="1" dirty="0">
                <a:latin typeface="Times New Roman" charset="0"/>
              </a:rPr>
              <a:t>S,T </a:t>
            </a:r>
            <a:r>
              <a:rPr lang="it-IT" b="1" dirty="0">
                <a:latin typeface="Times New Roman" charset="0"/>
              </a:rPr>
              <a:t>)</a:t>
            </a:r>
            <a:r>
              <a:rPr lang="it-IT" dirty="0">
                <a:latin typeface="Times New Roman" charset="0"/>
              </a:rPr>
              <a:t>.</a:t>
            </a:r>
          </a:p>
        </p:txBody>
      </p:sp>
      <p:graphicFrame>
        <p:nvGraphicFramePr>
          <p:cNvPr id="670723" name="Object 3"/>
          <p:cNvGraphicFramePr>
            <a:graphicFrameLocks noChangeAspect="1"/>
          </p:cNvGraphicFramePr>
          <p:nvPr/>
        </p:nvGraphicFramePr>
        <p:xfrm>
          <a:off x="830263" y="2743200"/>
          <a:ext cx="5438775" cy="2952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13" name="Equation" r:id="rId4" imgW="1892696" imgH="1156097" progId="Equation.3">
                  <p:embed/>
                </p:oleObj>
              </mc:Choice>
              <mc:Fallback>
                <p:oleObj name="Equation" r:id="rId4" imgW="1892696" imgH="115609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0263" y="2743200"/>
                        <a:ext cx="5438775" cy="2952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70724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Proprietà dei tagli</a:t>
            </a:r>
            <a:endParaRPr lang="it-IT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770" name="Text Box 2"/>
          <p:cNvSpPr txBox="1">
            <a:spLocks noChangeArrowheads="1"/>
          </p:cNvSpPr>
          <p:nvPr/>
        </p:nvSpPr>
        <p:spPr bwMode="auto">
          <a:xfrm>
            <a:off x="392857" y="1287016"/>
            <a:ext cx="8229600" cy="1747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20000"/>
              </a:spcBef>
            </a:pPr>
            <a:r>
              <a:rPr lang="it-IT" i="1" u="sng" dirty="0">
                <a:latin typeface="Times New Roman" charset="0"/>
              </a:rPr>
              <a:t>Conseguenza</a:t>
            </a:r>
            <a:r>
              <a:rPr lang="it-IT" dirty="0">
                <a:latin typeface="Times New Roman" charset="0"/>
              </a:rPr>
              <a:t>.</a:t>
            </a:r>
          </a:p>
          <a:p>
            <a:pPr eaLnBrk="0" hangingPunct="0">
              <a:spcBef>
                <a:spcPct val="20000"/>
              </a:spcBef>
            </a:pPr>
            <a:r>
              <a:rPr lang="it-IT" dirty="0">
                <a:latin typeface="Times New Roman" charset="0"/>
              </a:rPr>
              <a:t>Sia </a:t>
            </a:r>
            <a:r>
              <a:rPr lang="it-IT" b="1" i="1" dirty="0" err="1">
                <a:latin typeface="Times New Roman" charset="0"/>
              </a:rPr>
              <a:t>f</a:t>
            </a:r>
            <a:r>
              <a:rPr lang="it-IT" dirty="0">
                <a:latin typeface="Times New Roman" charset="0"/>
              </a:rPr>
              <a:t>  un flusso in una rete di flusso </a:t>
            </a:r>
            <a:r>
              <a:rPr lang="it-IT" b="1" i="1" dirty="0">
                <a:latin typeface="Times New Roman" charset="0"/>
              </a:rPr>
              <a:t>G </a:t>
            </a:r>
            <a:r>
              <a:rPr lang="it-IT" b="1" dirty="0">
                <a:latin typeface="Times New Roman" charset="0"/>
              </a:rPr>
              <a:t>= (</a:t>
            </a:r>
            <a:r>
              <a:rPr lang="it-IT" b="1" i="1" dirty="0">
                <a:latin typeface="Times New Roman" charset="0"/>
              </a:rPr>
              <a:t>V,E</a:t>
            </a:r>
            <a:r>
              <a:rPr lang="it-IT" b="1" dirty="0">
                <a:latin typeface="Times New Roman" charset="0"/>
              </a:rPr>
              <a:t>)</a:t>
            </a:r>
            <a:r>
              <a:rPr lang="it-IT" dirty="0">
                <a:latin typeface="Times New Roman" charset="0"/>
              </a:rPr>
              <a:t>.</a:t>
            </a:r>
          </a:p>
          <a:p>
            <a:pPr eaLnBrk="0" hangingPunct="0">
              <a:spcBef>
                <a:spcPct val="20000"/>
              </a:spcBef>
            </a:pPr>
            <a:r>
              <a:rPr lang="it-IT" dirty="0">
                <a:latin typeface="Times New Roman" charset="0"/>
              </a:rPr>
              <a:t>Allora </a:t>
            </a:r>
            <a:r>
              <a:rPr lang="it-IT" b="1" dirty="0">
                <a:latin typeface="Times New Roman" charset="0"/>
              </a:rPr>
              <a:t>| </a:t>
            </a:r>
            <a:r>
              <a:rPr lang="it-IT" b="1" i="1" dirty="0" err="1">
                <a:latin typeface="Times New Roman" charset="0"/>
              </a:rPr>
              <a:t>f</a:t>
            </a:r>
            <a:r>
              <a:rPr lang="it-IT" b="1" i="1" dirty="0">
                <a:latin typeface="Times New Roman" charset="0"/>
              </a:rPr>
              <a:t> </a:t>
            </a:r>
            <a:r>
              <a:rPr lang="it-IT" b="1" dirty="0">
                <a:latin typeface="Times New Roman" charset="0"/>
              </a:rPr>
              <a:t>| </a:t>
            </a:r>
            <a:r>
              <a:rPr lang="it-IT" b="1" dirty="0">
                <a:latin typeface="Times New Roman" charset="0"/>
                <a:sym typeface="Symbol" charset="0"/>
              </a:rPr>
              <a:t></a:t>
            </a:r>
            <a:r>
              <a:rPr lang="it-IT" b="1" dirty="0">
                <a:latin typeface="Times New Roman" charset="0"/>
              </a:rPr>
              <a:t> </a:t>
            </a:r>
            <a:r>
              <a:rPr lang="it-IT" b="1" i="1" dirty="0">
                <a:latin typeface="Times New Roman" charset="0"/>
              </a:rPr>
              <a:t>c</a:t>
            </a:r>
            <a:r>
              <a:rPr lang="it-IT" b="1" dirty="0">
                <a:latin typeface="Times New Roman" charset="0"/>
              </a:rPr>
              <a:t>(</a:t>
            </a:r>
            <a:r>
              <a:rPr lang="it-IT" b="1" i="1" dirty="0">
                <a:latin typeface="Times New Roman" charset="0"/>
              </a:rPr>
              <a:t>S,T </a:t>
            </a:r>
            <a:r>
              <a:rPr lang="it-IT" b="1" dirty="0">
                <a:latin typeface="Times New Roman" charset="0"/>
              </a:rPr>
              <a:t>)</a:t>
            </a:r>
            <a:r>
              <a:rPr lang="it-IT" dirty="0">
                <a:latin typeface="Times New Roman" charset="0"/>
              </a:rPr>
              <a:t> per ogni taglio </a:t>
            </a:r>
            <a:r>
              <a:rPr lang="it-IT" b="1" dirty="0">
                <a:latin typeface="Times New Roman" charset="0"/>
              </a:rPr>
              <a:t>(</a:t>
            </a:r>
            <a:r>
              <a:rPr lang="it-IT" b="1" i="1" dirty="0">
                <a:latin typeface="Times New Roman" charset="0"/>
              </a:rPr>
              <a:t>S,T </a:t>
            </a:r>
            <a:r>
              <a:rPr lang="it-IT" b="1" dirty="0">
                <a:latin typeface="Times New Roman" charset="0"/>
              </a:rPr>
              <a:t>)</a:t>
            </a:r>
            <a:r>
              <a:rPr lang="it-IT" dirty="0">
                <a:latin typeface="Times New Roman" charset="0"/>
              </a:rPr>
              <a:t>.</a:t>
            </a:r>
          </a:p>
        </p:txBody>
      </p:sp>
      <p:graphicFrame>
        <p:nvGraphicFramePr>
          <p:cNvPr id="672771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59574810"/>
              </p:ext>
            </p:extLst>
          </p:nvPr>
        </p:nvGraphicFramePr>
        <p:xfrm>
          <a:off x="1259632" y="3573016"/>
          <a:ext cx="4525963" cy="2335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060" name="Equation" r:id="rId4" imgW="1575196" imgH="914797" progId="Equation.3">
                  <p:embed/>
                </p:oleObj>
              </mc:Choice>
              <mc:Fallback>
                <p:oleObj name="Equation" r:id="rId4" imgW="1575196" imgH="91479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9632" y="3573016"/>
                        <a:ext cx="4525963" cy="2335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818" name="Text Box 2"/>
          <p:cNvSpPr txBox="1">
            <a:spLocks noChangeArrowheads="1"/>
          </p:cNvSpPr>
          <p:nvPr/>
        </p:nvSpPr>
        <p:spPr bwMode="auto">
          <a:xfrm>
            <a:off x="457200" y="914400"/>
            <a:ext cx="8229600" cy="3987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914400" indent="-4572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828800" indent="-4572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286000" indent="-4572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7432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32004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6576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41148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hangingPunct="0">
              <a:spcBef>
                <a:spcPct val="20000"/>
              </a:spcBef>
            </a:pPr>
            <a:r>
              <a:rPr lang="it-IT" sz="3200" i="1" u="sng">
                <a:latin typeface="Times New Roman" charset="0"/>
              </a:rPr>
              <a:t>Massimo flusso – minimo taglio</a:t>
            </a:r>
            <a:r>
              <a:rPr lang="it-IT" sz="3200">
                <a:latin typeface="Times New Roman" charset="0"/>
              </a:rPr>
              <a:t>.</a:t>
            </a:r>
          </a:p>
          <a:p>
            <a:pPr eaLnBrk="0" hangingPunct="0">
              <a:spcBef>
                <a:spcPct val="20000"/>
              </a:spcBef>
            </a:pPr>
            <a:r>
              <a:rPr lang="it-IT" sz="3200">
                <a:latin typeface="Times New Roman" charset="0"/>
              </a:rPr>
              <a:t>Sia </a:t>
            </a:r>
            <a:r>
              <a:rPr lang="it-IT" sz="3200" b="1" i="1">
                <a:latin typeface="Times New Roman" charset="0"/>
              </a:rPr>
              <a:t>f</a:t>
            </a:r>
            <a:r>
              <a:rPr lang="it-IT" sz="3200">
                <a:latin typeface="Times New Roman" charset="0"/>
              </a:rPr>
              <a:t>  un flusso in una rete di flusso </a:t>
            </a:r>
            <a:r>
              <a:rPr lang="it-IT" sz="3200" b="1" i="1">
                <a:latin typeface="Times New Roman" charset="0"/>
              </a:rPr>
              <a:t>G </a:t>
            </a:r>
            <a:r>
              <a:rPr lang="it-IT" sz="3200" b="1">
                <a:latin typeface="Times New Roman" charset="0"/>
              </a:rPr>
              <a:t>= (</a:t>
            </a:r>
            <a:r>
              <a:rPr lang="it-IT" sz="3200" b="1" i="1">
                <a:latin typeface="Times New Roman" charset="0"/>
              </a:rPr>
              <a:t>V,E</a:t>
            </a:r>
            <a:r>
              <a:rPr lang="it-IT" sz="3200" b="1">
                <a:latin typeface="Times New Roman" charset="0"/>
              </a:rPr>
              <a:t>)</a:t>
            </a:r>
            <a:r>
              <a:rPr lang="it-IT" sz="3200">
                <a:latin typeface="Times New Roman" charset="0"/>
              </a:rPr>
              <a:t>.</a:t>
            </a:r>
          </a:p>
          <a:p>
            <a:pPr eaLnBrk="0" hangingPunct="0">
              <a:spcBef>
                <a:spcPct val="20000"/>
              </a:spcBef>
            </a:pPr>
            <a:r>
              <a:rPr lang="it-IT" sz="3200">
                <a:latin typeface="Times New Roman" charset="0"/>
              </a:rPr>
              <a:t>Allora le seguenti affermazioni sono equivalenti:</a:t>
            </a:r>
          </a:p>
          <a:p>
            <a:pPr eaLnBrk="0" hangingPunct="0">
              <a:spcBef>
                <a:spcPct val="20000"/>
              </a:spcBef>
              <a:buFontTx/>
              <a:buAutoNum type="arabicParenR"/>
            </a:pPr>
            <a:r>
              <a:rPr lang="it-IT" sz="3200">
                <a:latin typeface="Times New Roman" charset="0"/>
              </a:rPr>
              <a:t> </a:t>
            </a:r>
            <a:r>
              <a:rPr lang="it-IT" sz="3200" b="1" i="1">
                <a:latin typeface="Times New Roman" charset="0"/>
              </a:rPr>
              <a:t>f</a:t>
            </a:r>
            <a:r>
              <a:rPr lang="it-IT" sz="3200">
                <a:latin typeface="Times New Roman" charset="0"/>
              </a:rPr>
              <a:t> è un flusso massimo di </a:t>
            </a:r>
            <a:r>
              <a:rPr lang="it-IT" sz="3200" b="1" i="1">
                <a:latin typeface="Times New Roman" charset="0"/>
              </a:rPr>
              <a:t>G</a:t>
            </a:r>
            <a:r>
              <a:rPr lang="it-IT" sz="3200">
                <a:latin typeface="Times New Roman" charset="0"/>
              </a:rPr>
              <a:t> </a:t>
            </a:r>
          </a:p>
          <a:p>
            <a:pPr eaLnBrk="0" hangingPunct="0">
              <a:spcBef>
                <a:spcPct val="20000"/>
              </a:spcBef>
              <a:buFontTx/>
              <a:buAutoNum type="arabicParenR"/>
            </a:pPr>
            <a:r>
              <a:rPr lang="it-IT" sz="3200">
                <a:latin typeface="Times New Roman" charset="0"/>
              </a:rPr>
              <a:t> la rete residua </a:t>
            </a:r>
            <a:r>
              <a:rPr lang="it-IT" sz="3200" b="1" i="1">
                <a:latin typeface="Times New Roman" charset="0"/>
              </a:rPr>
              <a:t>G</a:t>
            </a:r>
            <a:r>
              <a:rPr lang="it-IT" sz="3200" b="1" i="1" baseline="-25000">
                <a:latin typeface="Times New Roman" charset="0"/>
              </a:rPr>
              <a:t>f</a:t>
            </a:r>
            <a:r>
              <a:rPr lang="it-IT" sz="3200">
                <a:latin typeface="Times New Roman" charset="0"/>
              </a:rPr>
              <a:t>  non ha cammini aumentanti</a:t>
            </a:r>
          </a:p>
          <a:p>
            <a:pPr eaLnBrk="0" hangingPunct="0">
              <a:spcBef>
                <a:spcPct val="20000"/>
              </a:spcBef>
              <a:buFontTx/>
              <a:buAutoNum type="arabicParenR"/>
            </a:pPr>
            <a:r>
              <a:rPr lang="it-IT" sz="3200">
                <a:latin typeface="Times New Roman" charset="0"/>
              </a:rPr>
              <a:t> </a:t>
            </a:r>
            <a:r>
              <a:rPr lang="it-IT" sz="3200" b="1">
                <a:latin typeface="Times New Roman" charset="0"/>
              </a:rPr>
              <a:t>| </a:t>
            </a:r>
            <a:r>
              <a:rPr lang="it-IT" sz="3200" b="1" i="1">
                <a:latin typeface="Times New Roman" charset="0"/>
              </a:rPr>
              <a:t>f</a:t>
            </a:r>
            <a:r>
              <a:rPr lang="it-IT" sz="3200" b="1">
                <a:latin typeface="Times New Roman" charset="0"/>
              </a:rPr>
              <a:t> | = </a:t>
            </a:r>
            <a:r>
              <a:rPr lang="it-IT" sz="3200" b="1" i="1">
                <a:latin typeface="Times New Roman" charset="0"/>
              </a:rPr>
              <a:t>c</a:t>
            </a:r>
            <a:r>
              <a:rPr lang="it-IT" sz="3200" b="1">
                <a:latin typeface="Times New Roman" charset="0"/>
              </a:rPr>
              <a:t>(</a:t>
            </a:r>
            <a:r>
              <a:rPr lang="it-IT" sz="3200" b="1" i="1">
                <a:latin typeface="Times New Roman" charset="0"/>
              </a:rPr>
              <a:t>S,T </a:t>
            </a:r>
            <a:r>
              <a:rPr lang="it-IT" sz="3200" b="1">
                <a:latin typeface="Times New Roman" charset="0"/>
              </a:rPr>
              <a:t>)</a:t>
            </a:r>
            <a:r>
              <a:rPr lang="it-IT" sz="3200">
                <a:latin typeface="Times New Roman" charset="0"/>
              </a:rPr>
              <a:t> per qualche taglio </a:t>
            </a:r>
            <a:r>
              <a:rPr lang="it-IT" sz="3200" b="1">
                <a:latin typeface="Times New Roman" charset="0"/>
              </a:rPr>
              <a:t>(</a:t>
            </a:r>
            <a:r>
              <a:rPr lang="it-IT" sz="3200" b="1" i="1">
                <a:latin typeface="Times New Roman" charset="0"/>
              </a:rPr>
              <a:t>S,T</a:t>
            </a:r>
            <a:r>
              <a:rPr lang="it-IT" sz="3200" b="1">
                <a:latin typeface="Times New Roman" charset="0"/>
              </a:rPr>
              <a:t>)</a:t>
            </a:r>
            <a:r>
              <a:rPr lang="it-IT" sz="3200">
                <a:latin typeface="Times New Roman" charset="0"/>
              </a:rPr>
              <a:t> </a:t>
            </a:r>
          </a:p>
        </p:txBody>
      </p:sp>
      <p:sp>
        <p:nvSpPr>
          <p:cNvPr id="674819" name="Rectangle 3"/>
          <p:cNvSpPr>
            <a:spLocks noGrp="1" noChangeArrowheads="1"/>
          </p:cNvSpPr>
          <p:nvPr>
            <p:ph type="title" idx="4294967295"/>
          </p:nvPr>
        </p:nvSpPr>
        <p:spPr>
          <a:xfrm>
            <a:off x="2312988" y="333375"/>
            <a:ext cx="4151312" cy="227013"/>
          </a:xfrm>
        </p:spPr>
        <p:txBody>
          <a:bodyPr/>
          <a:lstStyle/>
          <a:p>
            <a:r>
              <a:rPr lang="it-IT" sz="600">
                <a:solidFill>
                  <a:schemeClr val="bg1"/>
                </a:solidFill>
              </a:rPr>
              <a:t>Massimo flusso – minimo taglio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866" name="Text Box 2"/>
          <p:cNvSpPr txBox="1">
            <a:spLocks noChangeArrowheads="1"/>
          </p:cNvSpPr>
          <p:nvPr/>
        </p:nvSpPr>
        <p:spPr bwMode="auto">
          <a:xfrm>
            <a:off x="533400" y="1066800"/>
            <a:ext cx="8229600" cy="2138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20000"/>
              </a:spcBef>
            </a:pPr>
            <a:r>
              <a:rPr lang="it-IT" i="1" u="sng">
                <a:latin typeface="Times New Roman" charset="0"/>
              </a:rPr>
              <a:t>Dimostrazione</a:t>
            </a:r>
            <a:r>
              <a:rPr lang="it-IT">
                <a:latin typeface="Times New Roman" charset="0"/>
              </a:rPr>
              <a:t> </a:t>
            </a:r>
            <a:r>
              <a:rPr lang="it-IT">
                <a:latin typeface="Times New Roman" charset="0"/>
                <a:sym typeface="Symbol" charset="0"/>
              </a:rPr>
              <a:t>(1)  </a:t>
            </a:r>
            <a:r>
              <a:rPr lang="it-IT">
                <a:latin typeface="Times New Roman" charset="0"/>
              </a:rPr>
              <a:t>(2)</a:t>
            </a:r>
          </a:p>
          <a:p>
            <a:pPr eaLnBrk="0" hangingPunct="0">
              <a:spcBef>
                <a:spcPct val="20000"/>
              </a:spcBef>
            </a:pPr>
            <a:r>
              <a:rPr lang="it-IT">
                <a:latin typeface="Times New Roman" charset="0"/>
              </a:rPr>
              <a:t>Se esiste un cammino aumentante </a:t>
            </a:r>
            <a:r>
              <a:rPr lang="it-IT" b="1" i="1">
                <a:latin typeface="Times New Roman" charset="0"/>
              </a:rPr>
              <a:t>p</a:t>
            </a:r>
            <a:r>
              <a:rPr lang="it-IT">
                <a:latin typeface="Times New Roman" charset="0"/>
              </a:rPr>
              <a:t> allora </a:t>
            </a:r>
            <a:r>
              <a:rPr lang="it-IT" b="1" i="1">
                <a:latin typeface="Times New Roman" charset="0"/>
              </a:rPr>
              <a:t>f</a:t>
            </a:r>
            <a:r>
              <a:rPr lang="it-IT" b="1">
                <a:latin typeface="Times New Roman" charset="0"/>
              </a:rPr>
              <a:t> + </a:t>
            </a:r>
            <a:r>
              <a:rPr lang="it-IT" b="1" i="1">
                <a:latin typeface="Times New Roman" charset="0"/>
              </a:rPr>
              <a:t>f</a:t>
            </a:r>
            <a:r>
              <a:rPr lang="it-IT" b="1" i="1" baseline="-25000">
                <a:latin typeface="Times New Roman" charset="0"/>
              </a:rPr>
              <a:t>p</a:t>
            </a:r>
            <a:r>
              <a:rPr lang="it-IT">
                <a:latin typeface="Times New Roman" charset="0"/>
              </a:rPr>
              <a:t> è un flusso di valore strettamente maggiore di </a:t>
            </a:r>
            <a:r>
              <a:rPr lang="it-IT" b="1" i="1">
                <a:latin typeface="Times New Roman" charset="0"/>
              </a:rPr>
              <a:t>f</a:t>
            </a:r>
            <a:r>
              <a:rPr lang="it-IT">
                <a:latin typeface="Times New Roman" charset="0"/>
              </a:rPr>
              <a:t> e quindi </a:t>
            </a:r>
            <a:r>
              <a:rPr lang="it-IT" b="1" i="1">
                <a:latin typeface="Times New Roman" charset="0"/>
              </a:rPr>
              <a:t>f</a:t>
            </a:r>
            <a:r>
              <a:rPr lang="it-IT">
                <a:latin typeface="Times New Roman" charset="0"/>
              </a:rPr>
              <a:t> non è massimo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914" name="Text Box 2"/>
          <p:cNvSpPr txBox="1">
            <a:spLocks noChangeArrowheads="1"/>
          </p:cNvSpPr>
          <p:nvPr/>
        </p:nvSpPr>
        <p:spPr bwMode="auto">
          <a:xfrm>
            <a:off x="492125" y="1219200"/>
            <a:ext cx="8048625" cy="4865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20000"/>
              </a:spcBef>
            </a:pPr>
            <a:r>
              <a:rPr lang="it-IT" i="1" u="sng">
                <a:latin typeface="Times New Roman" charset="0"/>
              </a:rPr>
              <a:t>Dimostrazione</a:t>
            </a:r>
            <a:r>
              <a:rPr lang="it-IT">
                <a:latin typeface="Times New Roman" charset="0"/>
              </a:rPr>
              <a:t> </a:t>
            </a:r>
            <a:r>
              <a:rPr lang="it-IT">
                <a:latin typeface="Times New Roman" charset="0"/>
                <a:sym typeface="Symbol" charset="0"/>
              </a:rPr>
              <a:t>(2)  </a:t>
            </a:r>
            <a:r>
              <a:rPr lang="it-IT">
                <a:latin typeface="Times New Roman" charset="0"/>
              </a:rPr>
              <a:t>(3)</a:t>
            </a:r>
          </a:p>
          <a:p>
            <a:pPr eaLnBrk="0" hangingPunct="0">
              <a:spcBef>
                <a:spcPct val="20000"/>
              </a:spcBef>
            </a:pPr>
            <a:r>
              <a:rPr lang="it-IT">
                <a:latin typeface="Times New Roman" charset="0"/>
              </a:rPr>
              <a:t>Supponiamo che non ci siano cammini aumentanti. </a:t>
            </a:r>
          </a:p>
          <a:p>
            <a:pPr eaLnBrk="0" hangingPunct="0">
              <a:spcBef>
                <a:spcPct val="20000"/>
              </a:spcBef>
            </a:pPr>
            <a:r>
              <a:rPr lang="it-IT">
                <a:latin typeface="Times New Roman" charset="0"/>
              </a:rPr>
              <a:t>Sia </a:t>
            </a:r>
            <a:r>
              <a:rPr lang="it-IT" b="1" i="1">
                <a:latin typeface="Times New Roman" charset="0"/>
              </a:rPr>
              <a:t>S</a:t>
            </a:r>
            <a:r>
              <a:rPr lang="it-IT">
                <a:latin typeface="Times New Roman" charset="0"/>
              </a:rPr>
              <a:t> l’insieme di tutti i vertici raggiungibili dalla sorgente </a:t>
            </a:r>
            <a:r>
              <a:rPr lang="it-IT" b="1" i="1">
                <a:latin typeface="Times New Roman" charset="0"/>
              </a:rPr>
              <a:t>s</a:t>
            </a:r>
            <a:r>
              <a:rPr lang="it-IT">
                <a:latin typeface="Times New Roman" charset="0"/>
              </a:rPr>
              <a:t> nella rete residua </a:t>
            </a:r>
            <a:r>
              <a:rPr lang="it-IT" b="1" i="1">
                <a:latin typeface="Times New Roman" charset="0"/>
              </a:rPr>
              <a:t>G</a:t>
            </a:r>
            <a:r>
              <a:rPr lang="it-IT" b="1" i="1" baseline="-25000">
                <a:latin typeface="Times New Roman" charset="0"/>
              </a:rPr>
              <a:t>f</a:t>
            </a:r>
            <a:r>
              <a:rPr lang="it-IT">
                <a:latin typeface="Times New Roman" charset="0"/>
              </a:rPr>
              <a:t> e sia </a:t>
            </a:r>
            <a:br>
              <a:rPr lang="it-IT">
                <a:latin typeface="Times New Roman" charset="0"/>
              </a:rPr>
            </a:br>
            <a:r>
              <a:rPr lang="it-IT" b="1" i="1">
                <a:latin typeface="Times New Roman" charset="0"/>
              </a:rPr>
              <a:t>T </a:t>
            </a:r>
            <a:r>
              <a:rPr lang="it-IT" b="1">
                <a:latin typeface="Times New Roman" charset="0"/>
              </a:rPr>
              <a:t>= </a:t>
            </a:r>
            <a:r>
              <a:rPr lang="it-IT" b="1" i="1">
                <a:latin typeface="Times New Roman" charset="0"/>
              </a:rPr>
              <a:t>V</a:t>
            </a:r>
            <a:r>
              <a:rPr lang="it-IT" b="1">
                <a:latin typeface="Times New Roman" charset="0"/>
              </a:rPr>
              <a:t> \</a:t>
            </a:r>
            <a:r>
              <a:rPr lang="it-IT" b="1" i="1">
                <a:latin typeface="Times New Roman" charset="0"/>
              </a:rPr>
              <a:t>S</a:t>
            </a:r>
            <a:r>
              <a:rPr lang="it-IT">
                <a:latin typeface="Times New Roman" charset="0"/>
              </a:rPr>
              <a:t>. </a:t>
            </a:r>
          </a:p>
          <a:p>
            <a:pPr eaLnBrk="0" hangingPunct="0">
              <a:spcBef>
                <a:spcPct val="20000"/>
              </a:spcBef>
            </a:pPr>
            <a:r>
              <a:rPr lang="it-IT">
                <a:latin typeface="Times New Roman" charset="0"/>
              </a:rPr>
              <a:t>Allora </a:t>
            </a:r>
            <a:r>
              <a:rPr lang="it-IT" b="1">
                <a:latin typeface="Times New Roman" charset="0"/>
              </a:rPr>
              <a:t>(</a:t>
            </a:r>
            <a:r>
              <a:rPr lang="it-IT" b="1" i="1">
                <a:latin typeface="Times New Roman" charset="0"/>
              </a:rPr>
              <a:t>S,T</a:t>
            </a:r>
            <a:r>
              <a:rPr lang="it-IT" b="1">
                <a:latin typeface="Times New Roman" charset="0"/>
              </a:rPr>
              <a:t>)</a:t>
            </a:r>
            <a:r>
              <a:rPr lang="it-IT">
                <a:latin typeface="Times New Roman" charset="0"/>
              </a:rPr>
              <a:t> è un taglio tale che </a:t>
            </a:r>
            <a:r>
              <a:rPr lang="it-IT" b="1" i="1">
                <a:latin typeface="Times New Roman" charset="0"/>
              </a:rPr>
              <a:t>f</a:t>
            </a:r>
            <a:r>
              <a:rPr lang="it-IT" b="1">
                <a:latin typeface="Times New Roman" charset="0"/>
              </a:rPr>
              <a:t>(</a:t>
            </a:r>
            <a:r>
              <a:rPr lang="it-IT" b="1" i="1">
                <a:latin typeface="Times New Roman" charset="0"/>
              </a:rPr>
              <a:t>x,y</a:t>
            </a:r>
            <a:r>
              <a:rPr lang="it-IT" b="1">
                <a:latin typeface="Times New Roman" charset="0"/>
              </a:rPr>
              <a:t>) = </a:t>
            </a:r>
            <a:r>
              <a:rPr lang="it-IT" b="1" i="1">
                <a:latin typeface="Times New Roman" charset="0"/>
              </a:rPr>
              <a:t>c</a:t>
            </a:r>
            <a:r>
              <a:rPr lang="it-IT" b="1">
                <a:latin typeface="Times New Roman" charset="0"/>
              </a:rPr>
              <a:t>(</a:t>
            </a:r>
            <a:r>
              <a:rPr lang="it-IT" b="1" i="1">
                <a:latin typeface="Times New Roman" charset="0"/>
              </a:rPr>
              <a:t>x,y</a:t>
            </a:r>
            <a:r>
              <a:rPr lang="it-IT" b="1">
                <a:latin typeface="Times New Roman" charset="0"/>
              </a:rPr>
              <a:t>)</a:t>
            </a:r>
            <a:r>
              <a:rPr lang="it-IT">
                <a:latin typeface="Times New Roman" charset="0"/>
              </a:rPr>
              <a:t> per ogni </a:t>
            </a:r>
            <a:r>
              <a:rPr lang="it-IT" b="1" i="1">
                <a:latin typeface="Times New Roman" charset="0"/>
              </a:rPr>
              <a:t>x</a:t>
            </a:r>
            <a:r>
              <a:rPr lang="it-IT">
                <a:latin typeface="Times New Roman" charset="0"/>
              </a:rPr>
              <a:t> </a:t>
            </a:r>
            <a:r>
              <a:rPr lang="it-IT" b="1">
                <a:latin typeface="Times New Roman" charset="0"/>
                <a:sym typeface="Symbol" charset="0"/>
              </a:rPr>
              <a:t></a:t>
            </a:r>
            <a:r>
              <a:rPr lang="it-IT">
                <a:latin typeface="Times New Roman" charset="0"/>
              </a:rPr>
              <a:t> </a:t>
            </a:r>
            <a:r>
              <a:rPr lang="it-IT" b="1" i="1">
                <a:latin typeface="Times New Roman" charset="0"/>
              </a:rPr>
              <a:t>S</a:t>
            </a:r>
            <a:r>
              <a:rPr lang="it-IT">
                <a:latin typeface="Times New Roman" charset="0"/>
              </a:rPr>
              <a:t> ed </a:t>
            </a:r>
            <a:r>
              <a:rPr lang="it-IT" b="1" i="1">
                <a:latin typeface="Times New Roman" charset="0"/>
              </a:rPr>
              <a:t>y </a:t>
            </a:r>
            <a:r>
              <a:rPr lang="it-IT" b="1">
                <a:latin typeface="Times New Roman" charset="0"/>
                <a:sym typeface="Symbol" charset="0"/>
              </a:rPr>
              <a:t></a:t>
            </a:r>
            <a:r>
              <a:rPr lang="it-IT">
                <a:latin typeface="Times New Roman" charset="0"/>
              </a:rPr>
              <a:t> </a:t>
            </a:r>
            <a:r>
              <a:rPr lang="it-IT" b="1" i="1">
                <a:latin typeface="Times New Roman" charset="0"/>
              </a:rPr>
              <a:t>T</a:t>
            </a:r>
            <a:r>
              <a:rPr lang="it-IT">
                <a:latin typeface="Times New Roman" charset="0"/>
              </a:rPr>
              <a:t> (altrimenti </a:t>
            </a:r>
            <a:r>
              <a:rPr lang="it-IT" b="1">
                <a:latin typeface="Times New Roman" charset="0"/>
              </a:rPr>
              <a:t>(</a:t>
            </a:r>
            <a:r>
              <a:rPr lang="it-IT" b="1" i="1">
                <a:latin typeface="Times New Roman" charset="0"/>
              </a:rPr>
              <a:t>x,y</a:t>
            </a:r>
            <a:r>
              <a:rPr lang="it-IT" b="1">
                <a:latin typeface="Times New Roman" charset="0"/>
              </a:rPr>
              <a:t>) </a:t>
            </a:r>
            <a:r>
              <a:rPr lang="it-IT" b="1">
                <a:latin typeface="Times New Roman" charset="0"/>
                <a:sym typeface="Symbol" charset="0"/>
              </a:rPr>
              <a:t></a:t>
            </a:r>
            <a:r>
              <a:rPr lang="it-IT" b="1">
                <a:latin typeface="Times New Roman" charset="0"/>
              </a:rPr>
              <a:t> </a:t>
            </a:r>
            <a:r>
              <a:rPr lang="it-IT" b="1" i="1">
                <a:latin typeface="Times New Roman" charset="0"/>
              </a:rPr>
              <a:t>E</a:t>
            </a:r>
            <a:r>
              <a:rPr lang="it-IT" b="1" i="1" baseline="-25000">
                <a:latin typeface="Times New Roman" charset="0"/>
              </a:rPr>
              <a:t>f</a:t>
            </a:r>
            <a:r>
              <a:rPr lang="it-IT">
                <a:latin typeface="Times New Roman" charset="0"/>
              </a:rPr>
              <a:t>).</a:t>
            </a:r>
          </a:p>
          <a:p>
            <a:pPr eaLnBrk="0" hangingPunct="0">
              <a:spcBef>
                <a:spcPct val="20000"/>
              </a:spcBef>
            </a:pPr>
            <a:r>
              <a:rPr lang="it-IT">
                <a:latin typeface="Times New Roman" charset="0"/>
              </a:rPr>
              <a:t>Pertanto </a:t>
            </a:r>
            <a:r>
              <a:rPr lang="it-IT" b="1">
                <a:latin typeface="Times New Roman" charset="0"/>
              </a:rPr>
              <a:t>| </a:t>
            </a:r>
            <a:r>
              <a:rPr lang="it-IT" b="1" i="1">
                <a:latin typeface="Times New Roman" charset="0"/>
              </a:rPr>
              <a:t>f</a:t>
            </a:r>
            <a:r>
              <a:rPr lang="it-IT" b="1">
                <a:latin typeface="Times New Roman" charset="0"/>
              </a:rPr>
              <a:t> | = </a:t>
            </a:r>
            <a:r>
              <a:rPr lang="it-IT" b="1" i="1">
                <a:latin typeface="Times New Roman" charset="0"/>
              </a:rPr>
              <a:t>f</a:t>
            </a:r>
            <a:r>
              <a:rPr lang="it-IT" b="1">
                <a:latin typeface="Times New Roman" charset="0"/>
              </a:rPr>
              <a:t>(</a:t>
            </a:r>
            <a:r>
              <a:rPr lang="it-IT" b="1" i="1">
                <a:latin typeface="Times New Roman" charset="0"/>
              </a:rPr>
              <a:t>S,T </a:t>
            </a:r>
            <a:r>
              <a:rPr lang="it-IT" b="1">
                <a:latin typeface="Times New Roman" charset="0"/>
              </a:rPr>
              <a:t>)</a:t>
            </a:r>
            <a:r>
              <a:rPr lang="it-IT">
                <a:latin typeface="Times New Roman" charset="0"/>
              </a:rPr>
              <a:t> </a:t>
            </a:r>
            <a:r>
              <a:rPr lang="it-IT" b="1">
                <a:latin typeface="Times New Roman" charset="0"/>
              </a:rPr>
              <a:t>= </a:t>
            </a:r>
            <a:r>
              <a:rPr lang="it-IT" b="1" i="1">
                <a:latin typeface="Times New Roman" charset="0"/>
              </a:rPr>
              <a:t>c</a:t>
            </a:r>
            <a:r>
              <a:rPr lang="it-IT" b="1">
                <a:latin typeface="Times New Roman" charset="0"/>
              </a:rPr>
              <a:t>(</a:t>
            </a:r>
            <a:r>
              <a:rPr lang="it-IT" b="1" i="1">
                <a:latin typeface="Times New Roman" charset="0"/>
              </a:rPr>
              <a:t>S,T </a:t>
            </a:r>
            <a:r>
              <a:rPr lang="it-IT" b="1">
                <a:latin typeface="Times New Roman" charset="0"/>
              </a:rPr>
              <a:t>)</a:t>
            </a:r>
            <a:r>
              <a:rPr lang="it-IT">
                <a:latin typeface="Times New Roman" charset="0"/>
              </a:rPr>
              <a:t>.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962" name="Text Box 2"/>
          <p:cNvSpPr txBox="1">
            <a:spLocks noChangeArrowheads="1"/>
          </p:cNvSpPr>
          <p:nvPr/>
        </p:nvSpPr>
        <p:spPr bwMode="auto">
          <a:xfrm>
            <a:off x="467544" y="1484784"/>
            <a:ext cx="8229600" cy="2235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20000"/>
              </a:spcBef>
            </a:pPr>
            <a:r>
              <a:rPr lang="it-IT" i="1" u="sng" dirty="0">
                <a:latin typeface="Times New Roman" charset="0"/>
              </a:rPr>
              <a:t>Dimostrazione</a:t>
            </a:r>
            <a:r>
              <a:rPr lang="it-IT" dirty="0">
                <a:latin typeface="Times New Roman" charset="0"/>
              </a:rPr>
              <a:t> </a:t>
            </a:r>
            <a:r>
              <a:rPr lang="it-IT" dirty="0">
                <a:latin typeface="Times New Roman" charset="0"/>
                <a:sym typeface="Symbol" charset="0"/>
              </a:rPr>
              <a:t>(3)  </a:t>
            </a:r>
            <a:r>
              <a:rPr lang="it-IT" dirty="0">
                <a:latin typeface="Times New Roman" charset="0"/>
              </a:rPr>
              <a:t>(1)</a:t>
            </a:r>
          </a:p>
          <a:p>
            <a:pPr eaLnBrk="0" hangingPunct="0">
              <a:spcBef>
                <a:spcPct val="20000"/>
              </a:spcBef>
            </a:pPr>
            <a:r>
              <a:rPr lang="it-IT" dirty="0">
                <a:latin typeface="Times New Roman" charset="0"/>
              </a:rPr>
              <a:t>Per ogni taglio </a:t>
            </a:r>
            <a:r>
              <a:rPr lang="it-IT" b="1" dirty="0">
                <a:latin typeface="Times New Roman" charset="0"/>
              </a:rPr>
              <a:t>(</a:t>
            </a:r>
            <a:r>
              <a:rPr lang="it-IT" b="1" i="1" dirty="0">
                <a:latin typeface="Times New Roman" charset="0"/>
              </a:rPr>
              <a:t>S,T </a:t>
            </a:r>
            <a:r>
              <a:rPr lang="it-IT" b="1" dirty="0">
                <a:latin typeface="Times New Roman" charset="0"/>
              </a:rPr>
              <a:t>)</a:t>
            </a:r>
            <a:r>
              <a:rPr lang="it-IT" dirty="0">
                <a:latin typeface="Times New Roman" charset="0"/>
              </a:rPr>
              <a:t> abbiamo che </a:t>
            </a:r>
            <a:r>
              <a:rPr lang="it-IT" b="1" dirty="0">
                <a:latin typeface="Times New Roman" charset="0"/>
              </a:rPr>
              <a:t>| </a:t>
            </a:r>
            <a:r>
              <a:rPr lang="it-IT" b="1" i="1" dirty="0" err="1">
                <a:latin typeface="Times New Roman" charset="0"/>
              </a:rPr>
              <a:t>f</a:t>
            </a:r>
            <a:r>
              <a:rPr lang="it-IT" b="1" dirty="0">
                <a:latin typeface="Times New Roman" charset="0"/>
              </a:rPr>
              <a:t> | </a:t>
            </a:r>
            <a:r>
              <a:rPr lang="it-IT" b="1" dirty="0">
                <a:latin typeface="Times New Roman" charset="0"/>
                <a:sym typeface="Symbol" charset="0"/>
              </a:rPr>
              <a:t></a:t>
            </a:r>
            <a:r>
              <a:rPr lang="it-IT" b="1" dirty="0">
                <a:latin typeface="Times New Roman" charset="0"/>
              </a:rPr>
              <a:t> </a:t>
            </a:r>
            <a:r>
              <a:rPr lang="it-IT" b="1" i="1" dirty="0">
                <a:latin typeface="Times New Roman" charset="0"/>
              </a:rPr>
              <a:t>c</a:t>
            </a:r>
            <a:r>
              <a:rPr lang="it-IT" b="1" dirty="0">
                <a:latin typeface="Times New Roman" charset="0"/>
              </a:rPr>
              <a:t>(</a:t>
            </a:r>
            <a:r>
              <a:rPr lang="it-IT" b="1" i="1" dirty="0">
                <a:latin typeface="Times New Roman" charset="0"/>
              </a:rPr>
              <a:t>S,T </a:t>
            </a:r>
            <a:r>
              <a:rPr lang="it-IT" b="1" dirty="0">
                <a:latin typeface="Times New Roman" charset="0"/>
              </a:rPr>
              <a:t>)</a:t>
            </a:r>
            <a:r>
              <a:rPr lang="it-IT" dirty="0">
                <a:latin typeface="Times New Roman" charset="0"/>
              </a:rPr>
              <a:t>.</a:t>
            </a:r>
          </a:p>
          <a:p>
            <a:pPr eaLnBrk="0" hangingPunct="0">
              <a:spcBef>
                <a:spcPct val="20000"/>
              </a:spcBef>
            </a:pPr>
            <a:r>
              <a:rPr lang="it-IT" dirty="0">
                <a:latin typeface="Times New Roman" charset="0"/>
              </a:rPr>
              <a:t>Quindi se </a:t>
            </a:r>
            <a:r>
              <a:rPr lang="it-IT" b="1" dirty="0">
                <a:latin typeface="Times New Roman" charset="0"/>
              </a:rPr>
              <a:t>| </a:t>
            </a:r>
            <a:r>
              <a:rPr lang="it-IT" b="1" i="1" dirty="0" err="1">
                <a:latin typeface="Times New Roman" charset="0"/>
              </a:rPr>
              <a:t>f</a:t>
            </a:r>
            <a:r>
              <a:rPr lang="it-IT" b="1" dirty="0">
                <a:latin typeface="Times New Roman" charset="0"/>
              </a:rPr>
              <a:t> | </a:t>
            </a:r>
            <a:r>
              <a:rPr lang="it-IT" b="1" dirty="0">
                <a:latin typeface="Times New Roman" charset="0"/>
                <a:sym typeface="Symbol" charset="0"/>
              </a:rPr>
              <a:t>=</a:t>
            </a:r>
            <a:r>
              <a:rPr lang="it-IT" b="1" dirty="0">
                <a:latin typeface="Times New Roman" charset="0"/>
              </a:rPr>
              <a:t> </a:t>
            </a:r>
            <a:r>
              <a:rPr lang="it-IT" b="1" i="1" dirty="0">
                <a:latin typeface="Times New Roman" charset="0"/>
              </a:rPr>
              <a:t>c</a:t>
            </a:r>
            <a:r>
              <a:rPr lang="it-IT" b="1" dirty="0">
                <a:latin typeface="Times New Roman" charset="0"/>
              </a:rPr>
              <a:t>(</a:t>
            </a:r>
            <a:r>
              <a:rPr lang="it-IT" b="1" i="1" dirty="0">
                <a:latin typeface="Times New Roman" charset="0"/>
              </a:rPr>
              <a:t>S,T </a:t>
            </a:r>
            <a:r>
              <a:rPr lang="it-IT" b="1" dirty="0">
                <a:latin typeface="Times New Roman" charset="0"/>
              </a:rPr>
              <a:t>)</a:t>
            </a:r>
            <a:r>
              <a:rPr lang="it-IT" dirty="0">
                <a:latin typeface="Times New Roman" charset="0"/>
              </a:rPr>
              <a:t> per qualche taglio allora il flusso </a:t>
            </a:r>
            <a:r>
              <a:rPr lang="it-IT" b="1" dirty="0">
                <a:latin typeface="Times New Roman" charset="0"/>
              </a:rPr>
              <a:t>| </a:t>
            </a:r>
            <a:r>
              <a:rPr lang="it-IT" b="1" i="1" dirty="0" err="1">
                <a:latin typeface="Times New Roman" charset="0"/>
              </a:rPr>
              <a:t>f</a:t>
            </a:r>
            <a:r>
              <a:rPr lang="it-IT" b="1" dirty="0">
                <a:latin typeface="Times New Roman" charset="0"/>
              </a:rPr>
              <a:t> | </a:t>
            </a:r>
            <a:r>
              <a:rPr lang="it-IT" dirty="0">
                <a:latin typeface="Times New Roman" charset="0"/>
              </a:rPr>
              <a:t>è massimo.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011" name="Text Box 3"/>
          <p:cNvSpPr txBox="1">
            <a:spLocks noChangeArrowheads="1"/>
          </p:cNvSpPr>
          <p:nvPr/>
        </p:nvSpPr>
        <p:spPr bwMode="auto">
          <a:xfrm>
            <a:off x="533400" y="1447800"/>
            <a:ext cx="8077200" cy="4387850"/>
          </a:xfrm>
          <a:prstGeom prst="rect">
            <a:avLst/>
          </a:prstGeom>
          <a:solidFill>
            <a:srgbClr val="FFFF99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it-IT" sz="2800" b="1" i="1">
                <a:latin typeface="Times New Roman" charset="0"/>
                <a:sym typeface="Symbol" charset="0"/>
              </a:rPr>
              <a:t>FordFulkerson</a:t>
            </a:r>
            <a:r>
              <a:rPr lang="it-IT" sz="2800" b="1">
                <a:latin typeface="Times New Roman" charset="0"/>
                <a:sym typeface="Symbol" charset="0"/>
              </a:rPr>
              <a:t>(</a:t>
            </a:r>
            <a:r>
              <a:rPr lang="it-IT" sz="2800" b="1" i="1">
                <a:latin typeface="Times New Roman" charset="0"/>
                <a:sym typeface="Symbol" charset="0"/>
              </a:rPr>
              <a:t>G</a:t>
            </a:r>
            <a:r>
              <a:rPr lang="it-IT" sz="2800" b="1">
                <a:latin typeface="Times New Roman" charset="0"/>
                <a:sym typeface="Symbol" charset="0"/>
              </a:rPr>
              <a:t>, </a:t>
            </a:r>
            <a:r>
              <a:rPr lang="it-IT" sz="2800" b="1" i="1">
                <a:latin typeface="Times New Roman" charset="0"/>
                <a:sym typeface="Symbol" charset="0"/>
              </a:rPr>
              <a:t>s</a:t>
            </a:r>
            <a:r>
              <a:rPr lang="it-IT" sz="2800" b="1">
                <a:latin typeface="Times New Roman" charset="0"/>
                <a:sym typeface="Symbol" charset="0"/>
              </a:rPr>
              <a:t>, </a:t>
            </a:r>
            <a:r>
              <a:rPr lang="it-IT" sz="2800" b="1" i="1">
                <a:latin typeface="Times New Roman" charset="0"/>
                <a:sym typeface="Symbol" charset="0"/>
              </a:rPr>
              <a:t>t</a:t>
            </a:r>
            <a:r>
              <a:rPr lang="it-IT" sz="2800" b="1">
                <a:latin typeface="Times New Roman" charset="0"/>
                <a:sym typeface="Symbol" charset="0"/>
              </a:rPr>
              <a:t>) </a:t>
            </a:r>
          </a:p>
          <a:p>
            <a:pPr eaLnBrk="0" hangingPunct="0"/>
            <a:r>
              <a:rPr lang="it-IT" sz="2800" b="1">
                <a:latin typeface="Times New Roman" charset="0"/>
                <a:sym typeface="Symbol" charset="0"/>
              </a:rPr>
              <a:t>    </a:t>
            </a:r>
            <a:r>
              <a:rPr lang="it-IT" sz="2400" b="1" i="1">
                <a:solidFill>
                  <a:srgbClr val="0000CC"/>
                </a:solidFill>
                <a:latin typeface="Times New Roman" charset="0"/>
                <a:sym typeface="Symbol" charset="0"/>
              </a:rPr>
              <a:t>G</a:t>
            </a:r>
            <a:r>
              <a:rPr lang="it-IT" sz="2400" b="1">
                <a:solidFill>
                  <a:srgbClr val="0000CC"/>
                </a:solidFill>
                <a:latin typeface="Times New Roman" charset="0"/>
                <a:sym typeface="Symbol" charset="0"/>
              </a:rPr>
              <a:t> rete di flusso con capacità </a:t>
            </a:r>
            <a:r>
              <a:rPr lang="it-IT" sz="2400" b="1" i="1">
                <a:solidFill>
                  <a:srgbClr val="0000CC"/>
                </a:solidFill>
                <a:latin typeface="Times New Roman" charset="0"/>
                <a:sym typeface="Symbol" charset="0"/>
              </a:rPr>
              <a:t>c</a:t>
            </a:r>
            <a:r>
              <a:rPr lang="it-IT" sz="2400" b="1">
                <a:solidFill>
                  <a:srgbClr val="0000CC"/>
                </a:solidFill>
                <a:latin typeface="Times New Roman" charset="0"/>
                <a:sym typeface="Symbol" charset="0"/>
              </a:rPr>
              <a:t>(</a:t>
            </a:r>
            <a:r>
              <a:rPr lang="it-IT" sz="2400" b="1" i="1">
                <a:solidFill>
                  <a:srgbClr val="0000CC"/>
                </a:solidFill>
                <a:latin typeface="Times New Roman" charset="0"/>
                <a:sym typeface="Symbol" charset="0"/>
              </a:rPr>
              <a:t>u</a:t>
            </a:r>
            <a:r>
              <a:rPr lang="it-IT" sz="2400" b="1">
                <a:solidFill>
                  <a:srgbClr val="0000CC"/>
                </a:solidFill>
                <a:latin typeface="Times New Roman" charset="0"/>
                <a:sym typeface="Symbol" charset="0"/>
              </a:rPr>
              <a:t>,</a:t>
            </a:r>
            <a:r>
              <a:rPr lang="it-IT" sz="2400" b="1" i="1">
                <a:solidFill>
                  <a:srgbClr val="0000CC"/>
                </a:solidFill>
                <a:latin typeface="Times New Roman" charset="0"/>
                <a:sym typeface="Symbol" charset="0"/>
              </a:rPr>
              <a:t>v</a:t>
            </a:r>
            <a:r>
              <a:rPr lang="it-IT" sz="2400" b="1">
                <a:solidFill>
                  <a:srgbClr val="0000CC"/>
                </a:solidFill>
                <a:latin typeface="Times New Roman" charset="0"/>
                <a:sym typeface="Symbol" charset="0"/>
              </a:rPr>
              <a:t>)</a:t>
            </a:r>
          </a:p>
          <a:p>
            <a:pPr eaLnBrk="0" hangingPunct="0"/>
            <a:r>
              <a:rPr lang="it-IT" sz="2800" b="1">
                <a:latin typeface="Times New Roman" charset="0"/>
                <a:sym typeface="Symbol" charset="0"/>
              </a:rPr>
              <a:t>    for “ogni </a:t>
            </a:r>
            <a:r>
              <a:rPr lang="it-IT" sz="2800" b="1" i="1">
                <a:latin typeface="Times New Roman" charset="0"/>
                <a:sym typeface="Symbol" charset="0"/>
              </a:rPr>
              <a:t>uv</a:t>
            </a:r>
            <a:r>
              <a:rPr lang="it-IT" sz="2800" b="1">
                <a:latin typeface="Times New Roman" charset="0"/>
                <a:sym typeface="Symbol" charset="0"/>
              </a:rPr>
              <a:t>  </a:t>
            </a:r>
            <a:r>
              <a:rPr lang="it-IT" sz="2800" b="1" i="1">
                <a:latin typeface="Times New Roman" charset="0"/>
                <a:sym typeface="Symbol" charset="0"/>
              </a:rPr>
              <a:t>E</a:t>
            </a:r>
            <a:r>
              <a:rPr lang="it-IT" sz="2800" b="1">
                <a:latin typeface="Times New Roman" charset="0"/>
                <a:sym typeface="Symbol" charset="0"/>
              </a:rPr>
              <a:t>[</a:t>
            </a:r>
            <a:r>
              <a:rPr lang="it-IT" sz="2800" b="1" i="1">
                <a:latin typeface="Times New Roman" charset="0"/>
                <a:sym typeface="Symbol" charset="0"/>
              </a:rPr>
              <a:t>G</a:t>
            </a:r>
            <a:r>
              <a:rPr lang="it-IT" sz="2800" b="1">
                <a:latin typeface="Times New Roman" charset="0"/>
                <a:sym typeface="Symbol" charset="0"/>
              </a:rPr>
              <a:t>]” do</a:t>
            </a:r>
          </a:p>
          <a:p>
            <a:pPr eaLnBrk="0" hangingPunct="0"/>
            <a:r>
              <a:rPr lang="it-IT" sz="2800" b="1">
                <a:latin typeface="Times New Roman" charset="0"/>
                <a:sym typeface="Symbol" charset="0"/>
              </a:rPr>
              <a:t>         </a:t>
            </a:r>
            <a:r>
              <a:rPr lang="it-IT" sz="2800" b="1" i="1">
                <a:latin typeface="Times New Roman" charset="0"/>
                <a:sym typeface="Symbol" charset="0"/>
              </a:rPr>
              <a:t>f</a:t>
            </a:r>
            <a:r>
              <a:rPr lang="it-IT" sz="2800" b="1">
                <a:latin typeface="Times New Roman" charset="0"/>
                <a:sym typeface="Symbol" charset="0"/>
              </a:rPr>
              <a:t>(</a:t>
            </a:r>
            <a:r>
              <a:rPr lang="it-IT" sz="2800" b="1" i="1">
                <a:latin typeface="Times New Roman" charset="0"/>
                <a:sym typeface="Symbol" charset="0"/>
              </a:rPr>
              <a:t>u</a:t>
            </a:r>
            <a:r>
              <a:rPr lang="it-IT" sz="2800" b="1">
                <a:latin typeface="Times New Roman" charset="0"/>
                <a:sym typeface="Symbol" charset="0"/>
              </a:rPr>
              <a:t>,</a:t>
            </a:r>
            <a:r>
              <a:rPr lang="it-IT" sz="2800" b="1" i="1">
                <a:latin typeface="Times New Roman" charset="0"/>
                <a:sym typeface="Symbol" charset="0"/>
              </a:rPr>
              <a:t>v</a:t>
            </a:r>
            <a:r>
              <a:rPr lang="it-IT" sz="2800" b="1">
                <a:latin typeface="Times New Roman" charset="0"/>
                <a:sym typeface="Symbol" charset="0"/>
              </a:rPr>
              <a:t>)  </a:t>
            </a:r>
            <a:r>
              <a:rPr lang="it-IT" sz="2800" b="1" i="1">
                <a:latin typeface="Times New Roman" charset="0"/>
                <a:sym typeface="Symbol" charset="0"/>
              </a:rPr>
              <a:t>f</a:t>
            </a:r>
            <a:r>
              <a:rPr lang="it-IT" sz="2800" b="1">
                <a:latin typeface="Times New Roman" charset="0"/>
                <a:sym typeface="Symbol" charset="0"/>
              </a:rPr>
              <a:t>(</a:t>
            </a:r>
            <a:r>
              <a:rPr lang="it-IT" sz="2800" b="1" i="1">
                <a:latin typeface="Times New Roman" charset="0"/>
                <a:sym typeface="Symbol" charset="0"/>
              </a:rPr>
              <a:t>v</a:t>
            </a:r>
            <a:r>
              <a:rPr lang="it-IT" sz="2800" b="1">
                <a:latin typeface="Times New Roman" charset="0"/>
                <a:sym typeface="Symbol" charset="0"/>
              </a:rPr>
              <a:t>,</a:t>
            </a:r>
            <a:r>
              <a:rPr lang="it-IT" sz="2800" b="1" i="1">
                <a:latin typeface="Times New Roman" charset="0"/>
                <a:sym typeface="Symbol" charset="0"/>
              </a:rPr>
              <a:t>u</a:t>
            </a:r>
            <a:r>
              <a:rPr lang="it-IT" sz="2800" b="1">
                <a:latin typeface="Times New Roman" charset="0"/>
                <a:sym typeface="Symbol" charset="0"/>
              </a:rPr>
              <a:t>)  0</a:t>
            </a:r>
          </a:p>
          <a:p>
            <a:pPr eaLnBrk="0" hangingPunct="0"/>
            <a:r>
              <a:rPr lang="it-IT" sz="2800" b="1">
                <a:latin typeface="Times New Roman" charset="0"/>
                <a:sym typeface="Symbol" charset="0"/>
              </a:rPr>
              <a:t>    while “esiste un cammino </a:t>
            </a:r>
            <a:r>
              <a:rPr lang="it-IT" sz="2800" b="1" i="1">
                <a:latin typeface="Times New Roman" charset="0"/>
                <a:sym typeface="Symbol" charset="0"/>
              </a:rPr>
              <a:t>P </a:t>
            </a:r>
            <a:r>
              <a:rPr lang="it-IT" sz="2800" b="1">
                <a:latin typeface="Times New Roman" charset="0"/>
                <a:sym typeface="Symbol" charset="0"/>
              </a:rPr>
              <a:t>da </a:t>
            </a:r>
            <a:r>
              <a:rPr lang="it-IT" sz="2800" b="1" i="1">
                <a:latin typeface="Times New Roman" charset="0"/>
                <a:sym typeface="Symbol" charset="0"/>
              </a:rPr>
              <a:t>s</a:t>
            </a:r>
            <a:r>
              <a:rPr lang="it-IT" sz="2800" b="1">
                <a:latin typeface="Times New Roman" charset="0"/>
                <a:sym typeface="Symbol" charset="0"/>
              </a:rPr>
              <a:t> a </a:t>
            </a:r>
            <a:r>
              <a:rPr lang="it-IT" sz="2800" b="1" i="1">
                <a:latin typeface="Times New Roman" charset="0"/>
                <a:sym typeface="Symbol" charset="0"/>
              </a:rPr>
              <a:t>t</a:t>
            </a:r>
            <a:r>
              <a:rPr lang="it-IT" sz="2800" b="1">
                <a:latin typeface="Times New Roman" charset="0"/>
                <a:sym typeface="Symbol" charset="0"/>
              </a:rPr>
              <a:t> in </a:t>
            </a:r>
            <a:r>
              <a:rPr lang="it-IT" sz="2800" b="1" i="1">
                <a:latin typeface="Times New Roman" charset="0"/>
                <a:sym typeface="Symbol" charset="0"/>
              </a:rPr>
              <a:t>G</a:t>
            </a:r>
            <a:r>
              <a:rPr lang="it-IT" sz="2800" b="1" i="1" baseline="-25000">
                <a:latin typeface="Times New Roman" charset="0"/>
                <a:sym typeface="Symbol" charset="0"/>
              </a:rPr>
              <a:t>f</a:t>
            </a:r>
            <a:r>
              <a:rPr lang="it-IT" sz="2800" b="1">
                <a:latin typeface="Times New Roman" charset="0"/>
                <a:sym typeface="Symbol" charset="0"/>
              </a:rPr>
              <a:t>” do</a:t>
            </a:r>
          </a:p>
          <a:p>
            <a:pPr eaLnBrk="0" hangingPunct="0"/>
            <a:r>
              <a:rPr lang="it-IT" sz="2800" b="1">
                <a:latin typeface="Times New Roman" charset="0"/>
                <a:sym typeface="Symbol" charset="0"/>
              </a:rPr>
              <a:t>        “calcola </a:t>
            </a:r>
            <a:r>
              <a:rPr lang="it-IT" sz="2800" b="1" i="1">
                <a:latin typeface="Times New Roman" charset="0"/>
                <a:sym typeface="Symbol" charset="0"/>
              </a:rPr>
              <a:t>c</a:t>
            </a:r>
            <a:r>
              <a:rPr lang="it-IT" sz="2800" b="1">
                <a:latin typeface="Times New Roman" charset="0"/>
                <a:sym typeface="Symbol" charset="0"/>
              </a:rPr>
              <a:t>(</a:t>
            </a:r>
            <a:r>
              <a:rPr lang="it-IT" sz="2800" b="1" i="1">
                <a:latin typeface="Times New Roman" charset="0"/>
                <a:sym typeface="Symbol" charset="0"/>
              </a:rPr>
              <a:t>P</a:t>
            </a:r>
            <a:r>
              <a:rPr lang="it-IT" sz="2800" b="1">
                <a:latin typeface="Times New Roman" charset="0"/>
                <a:sym typeface="Symbol" charset="0"/>
              </a:rPr>
              <a:t>) = min{</a:t>
            </a:r>
            <a:r>
              <a:rPr lang="it-IT" sz="2800" b="1" i="1">
                <a:latin typeface="Times New Roman" charset="0"/>
                <a:sym typeface="Symbol" charset="0"/>
              </a:rPr>
              <a:t>c</a:t>
            </a:r>
            <a:r>
              <a:rPr lang="it-IT" sz="2800" b="1" i="1" baseline="-25000">
                <a:latin typeface="Times New Roman" charset="0"/>
                <a:sym typeface="Symbol" charset="0"/>
              </a:rPr>
              <a:t>f</a:t>
            </a:r>
            <a:r>
              <a:rPr lang="it-IT" sz="2800" b="1">
                <a:latin typeface="Times New Roman" charset="0"/>
                <a:sym typeface="Symbol" charset="0"/>
              </a:rPr>
              <a:t>(</a:t>
            </a:r>
            <a:r>
              <a:rPr lang="it-IT" sz="2800" b="1" i="1">
                <a:latin typeface="Times New Roman" charset="0"/>
                <a:sym typeface="Symbol" charset="0"/>
              </a:rPr>
              <a:t>u</a:t>
            </a:r>
            <a:r>
              <a:rPr lang="it-IT" sz="2800" b="1">
                <a:latin typeface="Times New Roman" charset="0"/>
                <a:sym typeface="Symbol" charset="0"/>
              </a:rPr>
              <a:t>,</a:t>
            </a:r>
            <a:r>
              <a:rPr lang="it-IT" sz="2800" b="1" i="1">
                <a:latin typeface="Times New Roman" charset="0"/>
                <a:sym typeface="Symbol" charset="0"/>
              </a:rPr>
              <a:t>v</a:t>
            </a:r>
            <a:r>
              <a:rPr lang="it-IT" sz="2800" b="1">
                <a:latin typeface="Times New Roman" charset="0"/>
                <a:sym typeface="Symbol" charset="0"/>
              </a:rPr>
              <a:t>) : </a:t>
            </a:r>
            <a:r>
              <a:rPr lang="it-IT" sz="2800" b="1" i="1">
                <a:latin typeface="Times New Roman" charset="0"/>
                <a:sym typeface="Symbol" charset="0"/>
              </a:rPr>
              <a:t>uv</a:t>
            </a:r>
            <a:r>
              <a:rPr lang="it-IT" sz="2800" b="1">
                <a:latin typeface="Times New Roman" charset="0"/>
                <a:sym typeface="Symbol" charset="0"/>
              </a:rPr>
              <a:t> arco di </a:t>
            </a:r>
            <a:r>
              <a:rPr lang="it-IT" sz="2800" b="1" i="1">
                <a:latin typeface="Times New Roman" charset="0"/>
                <a:sym typeface="Symbol" charset="0"/>
              </a:rPr>
              <a:t>P</a:t>
            </a:r>
            <a:r>
              <a:rPr lang="it-IT" sz="2800" b="1">
                <a:latin typeface="Times New Roman" charset="0"/>
                <a:sym typeface="Symbol" charset="0"/>
              </a:rPr>
              <a:t>}”</a:t>
            </a:r>
          </a:p>
          <a:p>
            <a:pPr eaLnBrk="0" hangingPunct="0"/>
            <a:r>
              <a:rPr lang="it-IT" sz="2800" b="1">
                <a:latin typeface="Times New Roman" charset="0"/>
                <a:sym typeface="Symbol" charset="0"/>
              </a:rPr>
              <a:t>        for “ogni arco </a:t>
            </a:r>
            <a:r>
              <a:rPr lang="it-IT" sz="2800" b="1" i="1">
                <a:latin typeface="Times New Roman" charset="0"/>
                <a:sym typeface="Symbol" charset="0"/>
              </a:rPr>
              <a:t>uv</a:t>
            </a:r>
            <a:r>
              <a:rPr lang="it-IT" sz="2800" b="1">
                <a:latin typeface="Times New Roman" charset="0"/>
                <a:sym typeface="Symbol" charset="0"/>
              </a:rPr>
              <a:t> di </a:t>
            </a:r>
            <a:r>
              <a:rPr lang="it-IT" sz="2800" b="1" i="1">
                <a:latin typeface="Times New Roman" charset="0"/>
                <a:sym typeface="Symbol" charset="0"/>
              </a:rPr>
              <a:t>P</a:t>
            </a:r>
            <a:r>
              <a:rPr lang="it-IT" sz="2800" b="1">
                <a:latin typeface="Times New Roman" charset="0"/>
                <a:sym typeface="Symbol" charset="0"/>
              </a:rPr>
              <a:t>” do</a:t>
            </a:r>
          </a:p>
          <a:p>
            <a:pPr eaLnBrk="0" hangingPunct="0"/>
            <a:r>
              <a:rPr lang="it-IT" sz="2800" b="1">
                <a:latin typeface="Times New Roman" charset="0"/>
                <a:sym typeface="Symbol" charset="0"/>
              </a:rPr>
              <a:t>            </a:t>
            </a:r>
            <a:r>
              <a:rPr lang="it-IT" sz="2800" b="1" i="1">
                <a:latin typeface="Times New Roman" charset="0"/>
                <a:sym typeface="Symbol" charset="0"/>
              </a:rPr>
              <a:t>f</a:t>
            </a:r>
            <a:r>
              <a:rPr lang="it-IT" sz="2800" b="1">
                <a:latin typeface="Times New Roman" charset="0"/>
                <a:sym typeface="Symbol" charset="0"/>
              </a:rPr>
              <a:t>(</a:t>
            </a:r>
            <a:r>
              <a:rPr lang="it-IT" sz="2800" b="1" i="1">
                <a:latin typeface="Times New Roman" charset="0"/>
                <a:sym typeface="Symbol" charset="0"/>
              </a:rPr>
              <a:t>u</a:t>
            </a:r>
            <a:r>
              <a:rPr lang="it-IT" sz="2800" b="1">
                <a:latin typeface="Times New Roman" charset="0"/>
                <a:sym typeface="Symbol" charset="0"/>
              </a:rPr>
              <a:t>,</a:t>
            </a:r>
            <a:r>
              <a:rPr lang="it-IT" sz="2800" b="1" i="1">
                <a:latin typeface="Times New Roman" charset="0"/>
                <a:sym typeface="Symbol" charset="0"/>
              </a:rPr>
              <a:t>v</a:t>
            </a:r>
            <a:r>
              <a:rPr lang="it-IT" sz="2800" b="1">
                <a:latin typeface="Times New Roman" charset="0"/>
                <a:sym typeface="Symbol" charset="0"/>
              </a:rPr>
              <a:t>)  </a:t>
            </a:r>
            <a:r>
              <a:rPr lang="it-IT" sz="2800" b="1" i="1">
                <a:latin typeface="Times New Roman" charset="0"/>
                <a:sym typeface="Symbol" charset="0"/>
              </a:rPr>
              <a:t>f</a:t>
            </a:r>
            <a:r>
              <a:rPr lang="it-IT" sz="2800" b="1">
                <a:latin typeface="Times New Roman" charset="0"/>
                <a:sym typeface="Symbol" charset="0"/>
              </a:rPr>
              <a:t>(</a:t>
            </a:r>
            <a:r>
              <a:rPr lang="it-IT" sz="2800" b="1" i="1">
                <a:latin typeface="Times New Roman" charset="0"/>
                <a:sym typeface="Symbol" charset="0"/>
              </a:rPr>
              <a:t>u</a:t>
            </a:r>
            <a:r>
              <a:rPr lang="it-IT" sz="2800" b="1">
                <a:latin typeface="Times New Roman" charset="0"/>
                <a:sym typeface="Symbol" charset="0"/>
              </a:rPr>
              <a:t>,</a:t>
            </a:r>
            <a:r>
              <a:rPr lang="it-IT" sz="2800" b="1" i="1">
                <a:latin typeface="Times New Roman" charset="0"/>
                <a:sym typeface="Symbol" charset="0"/>
              </a:rPr>
              <a:t>v</a:t>
            </a:r>
            <a:r>
              <a:rPr lang="it-IT" sz="2800" b="1">
                <a:latin typeface="Times New Roman" charset="0"/>
                <a:sym typeface="Symbol" charset="0"/>
              </a:rPr>
              <a:t>) + </a:t>
            </a:r>
            <a:r>
              <a:rPr lang="it-IT" sz="2800" b="1" i="1">
                <a:latin typeface="Times New Roman" charset="0"/>
                <a:sym typeface="Symbol" charset="0"/>
              </a:rPr>
              <a:t>c</a:t>
            </a:r>
            <a:r>
              <a:rPr lang="it-IT" sz="2800" b="1">
                <a:latin typeface="Times New Roman" charset="0"/>
                <a:sym typeface="Symbol" charset="0"/>
              </a:rPr>
              <a:t>(</a:t>
            </a:r>
            <a:r>
              <a:rPr lang="it-IT" sz="2800" b="1" i="1">
                <a:latin typeface="Times New Roman" charset="0"/>
                <a:sym typeface="Symbol" charset="0"/>
              </a:rPr>
              <a:t>P</a:t>
            </a:r>
            <a:r>
              <a:rPr lang="it-IT" sz="2800" b="1">
                <a:latin typeface="Times New Roman" charset="0"/>
                <a:sym typeface="Symbol" charset="0"/>
              </a:rPr>
              <a:t>) </a:t>
            </a:r>
          </a:p>
          <a:p>
            <a:pPr eaLnBrk="0" hangingPunct="0"/>
            <a:r>
              <a:rPr lang="it-IT" sz="2800" b="1">
                <a:latin typeface="Times New Roman" charset="0"/>
                <a:sym typeface="Symbol" charset="0"/>
              </a:rPr>
              <a:t>            </a:t>
            </a:r>
            <a:r>
              <a:rPr lang="it-IT" sz="2800" b="1" i="1">
                <a:latin typeface="Times New Roman" charset="0"/>
                <a:sym typeface="Symbol" charset="0"/>
              </a:rPr>
              <a:t>f</a:t>
            </a:r>
            <a:r>
              <a:rPr lang="it-IT" sz="2800" b="1">
                <a:latin typeface="Times New Roman" charset="0"/>
                <a:sym typeface="Symbol" charset="0"/>
              </a:rPr>
              <a:t>(</a:t>
            </a:r>
            <a:r>
              <a:rPr lang="it-IT" sz="2800" b="1" i="1">
                <a:latin typeface="Times New Roman" charset="0"/>
                <a:sym typeface="Symbol" charset="0"/>
              </a:rPr>
              <a:t>v</a:t>
            </a:r>
            <a:r>
              <a:rPr lang="it-IT" sz="2800" b="1">
                <a:latin typeface="Times New Roman" charset="0"/>
                <a:sym typeface="Symbol" charset="0"/>
              </a:rPr>
              <a:t>,</a:t>
            </a:r>
            <a:r>
              <a:rPr lang="it-IT" sz="2800" b="1" i="1">
                <a:latin typeface="Times New Roman" charset="0"/>
                <a:sym typeface="Symbol" charset="0"/>
              </a:rPr>
              <a:t>u</a:t>
            </a:r>
            <a:r>
              <a:rPr lang="it-IT" sz="2800" b="1">
                <a:latin typeface="Times New Roman" charset="0"/>
                <a:sym typeface="Symbol" charset="0"/>
              </a:rPr>
              <a:t>)  - </a:t>
            </a:r>
            <a:r>
              <a:rPr lang="it-IT" sz="2800" b="1" i="1">
                <a:latin typeface="Times New Roman" charset="0"/>
                <a:sym typeface="Symbol" charset="0"/>
              </a:rPr>
              <a:t>f</a:t>
            </a:r>
            <a:r>
              <a:rPr lang="it-IT" sz="2800" b="1">
                <a:latin typeface="Times New Roman" charset="0"/>
                <a:sym typeface="Symbol" charset="0"/>
              </a:rPr>
              <a:t>(</a:t>
            </a:r>
            <a:r>
              <a:rPr lang="it-IT" sz="2800" b="1" i="1">
                <a:latin typeface="Times New Roman" charset="0"/>
                <a:sym typeface="Symbol" charset="0"/>
              </a:rPr>
              <a:t>u</a:t>
            </a:r>
            <a:r>
              <a:rPr lang="it-IT" sz="2800" b="1">
                <a:latin typeface="Times New Roman" charset="0"/>
                <a:sym typeface="Symbol" charset="0"/>
              </a:rPr>
              <a:t>,</a:t>
            </a:r>
            <a:r>
              <a:rPr lang="it-IT" sz="2800" b="1" i="1">
                <a:latin typeface="Times New Roman" charset="0"/>
                <a:sym typeface="Symbol" charset="0"/>
              </a:rPr>
              <a:t>v</a:t>
            </a:r>
            <a:r>
              <a:rPr lang="it-IT" sz="2800" b="1">
                <a:latin typeface="Times New Roman" charset="0"/>
                <a:sym typeface="Symbol" charset="0"/>
              </a:rPr>
              <a:t>)</a:t>
            </a:r>
          </a:p>
          <a:p>
            <a:pPr eaLnBrk="0" hangingPunct="0"/>
            <a:r>
              <a:rPr lang="it-IT" sz="2800" b="1">
                <a:latin typeface="Times New Roman" charset="0"/>
                <a:sym typeface="Symbol" charset="0"/>
              </a:rPr>
              <a:t>    return </a:t>
            </a:r>
            <a:r>
              <a:rPr lang="it-IT" sz="2800" b="1" i="1">
                <a:latin typeface="Times New Roman" charset="0"/>
                <a:sym typeface="Symbol" charset="0"/>
              </a:rPr>
              <a:t>f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smtClean="0"/>
              <a:t>Algoritmo di Ford-</a:t>
            </a:r>
            <a:r>
              <a:rPr lang="it-IT" dirty="0" err="1" smtClean="0"/>
              <a:t>Fulkerson</a:t>
            </a:r>
            <a:endParaRPr lang="en-US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5058" name="Group 2"/>
          <p:cNvGrpSpPr>
            <a:grpSpLocks/>
          </p:cNvGrpSpPr>
          <p:nvPr/>
        </p:nvGrpSpPr>
        <p:grpSpPr bwMode="auto">
          <a:xfrm>
            <a:off x="323528" y="908720"/>
            <a:ext cx="7391400" cy="2809878"/>
            <a:chOff x="240" y="480"/>
            <a:chExt cx="4656" cy="1770"/>
          </a:xfrm>
        </p:grpSpPr>
        <p:sp>
          <p:nvSpPr>
            <p:cNvPr id="685059" name="Line 3"/>
            <p:cNvSpPr>
              <a:spLocks noChangeShapeType="1"/>
            </p:cNvSpPr>
            <p:nvPr/>
          </p:nvSpPr>
          <p:spPr bwMode="auto">
            <a:xfrm flipV="1">
              <a:off x="4368" y="1200"/>
              <a:ext cx="528" cy="528"/>
            </a:xfrm>
            <a:prstGeom prst="line">
              <a:avLst/>
            </a:prstGeom>
            <a:noFill/>
            <a:ln w="101600">
              <a:solidFill>
                <a:srgbClr val="00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000"/>
            </a:p>
          </p:txBody>
        </p:sp>
        <p:sp>
          <p:nvSpPr>
            <p:cNvPr id="685060" name="Line 4"/>
            <p:cNvSpPr>
              <a:spLocks noChangeShapeType="1"/>
            </p:cNvSpPr>
            <p:nvPr/>
          </p:nvSpPr>
          <p:spPr bwMode="auto">
            <a:xfrm>
              <a:off x="3024" y="1776"/>
              <a:ext cx="1104" cy="0"/>
            </a:xfrm>
            <a:prstGeom prst="line">
              <a:avLst/>
            </a:prstGeom>
            <a:noFill/>
            <a:ln w="101600">
              <a:solidFill>
                <a:srgbClr val="00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000"/>
            </a:p>
          </p:txBody>
        </p:sp>
        <p:sp>
          <p:nvSpPr>
            <p:cNvPr id="685061" name="Line 5"/>
            <p:cNvSpPr>
              <a:spLocks noChangeShapeType="1"/>
            </p:cNvSpPr>
            <p:nvPr/>
          </p:nvSpPr>
          <p:spPr bwMode="auto">
            <a:xfrm flipH="1">
              <a:off x="3024" y="528"/>
              <a:ext cx="1152" cy="1152"/>
            </a:xfrm>
            <a:prstGeom prst="line">
              <a:avLst/>
            </a:prstGeom>
            <a:noFill/>
            <a:ln w="101600">
              <a:solidFill>
                <a:srgbClr val="00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000"/>
            </a:p>
          </p:txBody>
        </p:sp>
        <p:sp>
          <p:nvSpPr>
            <p:cNvPr id="685062" name="Line 6"/>
            <p:cNvSpPr>
              <a:spLocks noChangeShapeType="1"/>
            </p:cNvSpPr>
            <p:nvPr/>
          </p:nvSpPr>
          <p:spPr bwMode="auto">
            <a:xfrm>
              <a:off x="3024" y="480"/>
              <a:ext cx="1104" cy="0"/>
            </a:xfrm>
            <a:prstGeom prst="line">
              <a:avLst/>
            </a:prstGeom>
            <a:noFill/>
            <a:ln w="101600">
              <a:solidFill>
                <a:srgbClr val="00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000"/>
            </a:p>
          </p:txBody>
        </p:sp>
        <p:sp>
          <p:nvSpPr>
            <p:cNvPr id="685063" name="Line 7"/>
            <p:cNvSpPr>
              <a:spLocks noChangeShapeType="1"/>
            </p:cNvSpPr>
            <p:nvPr/>
          </p:nvSpPr>
          <p:spPr bwMode="auto">
            <a:xfrm flipV="1">
              <a:off x="2352" y="528"/>
              <a:ext cx="480" cy="480"/>
            </a:xfrm>
            <a:prstGeom prst="line">
              <a:avLst/>
            </a:prstGeom>
            <a:noFill/>
            <a:ln w="101600">
              <a:solidFill>
                <a:srgbClr val="00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000"/>
            </a:p>
          </p:txBody>
        </p:sp>
        <p:sp>
          <p:nvSpPr>
            <p:cNvPr id="685064" name="Text Box 8"/>
            <p:cNvSpPr txBox="1">
              <a:spLocks noChangeArrowheads="1"/>
            </p:cNvSpPr>
            <p:nvPr/>
          </p:nvSpPr>
          <p:spPr bwMode="auto">
            <a:xfrm>
              <a:off x="240" y="1920"/>
              <a:ext cx="2400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hangingPunct="0"/>
              <a:r>
                <a:rPr lang="it-IT" sz="2800" dirty="0">
                  <a:solidFill>
                    <a:srgbClr val="33CC33"/>
                  </a:solidFill>
                  <a:latin typeface="+mn-lt"/>
                </a:rPr>
                <a:t>Cammino aumentante</a:t>
              </a:r>
            </a:p>
          </p:txBody>
        </p:sp>
      </p:grpSp>
      <p:grpSp>
        <p:nvGrpSpPr>
          <p:cNvPr id="685065" name="Group 9"/>
          <p:cNvGrpSpPr>
            <a:grpSpLocks/>
          </p:cNvGrpSpPr>
          <p:nvPr/>
        </p:nvGrpSpPr>
        <p:grpSpPr bwMode="auto">
          <a:xfrm>
            <a:off x="3371528" y="527720"/>
            <a:ext cx="4648200" cy="2824163"/>
            <a:chOff x="1200" y="192"/>
            <a:chExt cx="2928" cy="1779"/>
          </a:xfrm>
        </p:grpSpPr>
        <p:sp>
          <p:nvSpPr>
            <p:cNvPr id="685066" name="Line 10"/>
            <p:cNvSpPr>
              <a:spLocks noChangeShapeType="1"/>
            </p:cNvSpPr>
            <p:nvPr/>
          </p:nvSpPr>
          <p:spPr bwMode="auto">
            <a:xfrm flipV="1">
              <a:off x="1392" y="480"/>
              <a:ext cx="480" cy="48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000">
                <a:latin typeface="+mn-lt"/>
              </a:endParaRPr>
            </a:p>
          </p:txBody>
        </p:sp>
        <p:sp>
          <p:nvSpPr>
            <p:cNvPr id="685067" name="Oval 11"/>
            <p:cNvSpPr>
              <a:spLocks noChangeArrowheads="1"/>
            </p:cNvSpPr>
            <p:nvPr/>
          </p:nvSpPr>
          <p:spPr bwMode="auto">
            <a:xfrm>
              <a:off x="1824" y="288"/>
              <a:ext cx="240" cy="246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it-IT" sz="2000" b="1" i="1">
                  <a:latin typeface="+mn-lt"/>
                  <a:sym typeface="Symbol" charset="0"/>
                </a:rPr>
                <a:t>u</a:t>
              </a:r>
              <a:endParaRPr lang="it-IT" sz="2000" b="1" i="1">
                <a:latin typeface="+mn-lt"/>
              </a:endParaRPr>
            </a:p>
          </p:txBody>
        </p:sp>
        <p:sp>
          <p:nvSpPr>
            <p:cNvPr id="685068" name="Text Box 12"/>
            <p:cNvSpPr txBox="1">
              <a:spLocks noChangeArrowheads="1"/>
            </p:cNvSpPr>
            <p:nvPr/>
          </p:nvSpPr>
          <p:spPr bwMode="auto">
            <a:xfrm>
              <a:off x="3648" y="528"/>
              <a:ext cx="314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000" b="1">
                  <a:latin typeface="+mn-lt"/>
                </a:rPr>
                <a:t>20</a:t>
              </a:r>
              <a:endParaRPr lang="en-GB" sz="2000" b="1">
                <a:latin typeface="+mn-lt"/>
              </a:endParaRPr>
            </a:p>
          </p:txBody>
        </p:sp>
        <p:sp>
          <p:nvSpPr>
            <p:cNvPr id="685069" name="Text Box 13"/>
            <p:cNvSpPr txBox="1">
              <a:spLocks noChangeArrowheads="1"/>
            </p:cNvSpPr>
            <p:nvPr/>
          </p:nvSpPr>
          <p:spPr bwMode="auto">
            <a:xfrm>
              <a:off x="2641" y="192"/>
              <a:ext cx="314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000" b="1">
                  <a:latin typeface="+mn-lt"/>
                </a:rPr>
                <a:t>12</a:t>
              </a:r>
              <a:endParaRPr lang="en-GB" sz="2000" b="1">
                <a:latin typeface="+mn-lt"/>
              </a:endParaRPr>
            </a:p>
          </p:txBody>
        </p:sp>
        <p:sp>
          <p:nvSpPr>
            <p:cNvPr id="685070" name="Text Box 14"/>
            <p:cNvSpPr txBox="1">
              <a:spLocks noChangeArrowheads="1"/>
            </p:cNvSpPr>
            <p:nvPr/>
          </p:nvSpPr>
          <p:spPr bwMode="auto">
            <a:xfrm>
              <a:off x="1392" y="480"/>
              <a:ext cx="314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000" b="1">
                  <a:latin typeface="+mn-lt"/>
                </a:rPr>
                <a:t>16</a:t>
              </a:r>
              <a:endParaRPr lang="en-GB" sz="2000" b="1">
                <a:latin typeface="+mn-lt"/>
              </a:endParaRPr>
            </a:p>
          </p:txBody>
        </p:sp>
        <p:sp>
          <p:nvSpPr>
            <p:cNvPr id="685071" name="Oval 15"/>
            <p:cNvSpPr>
              <a:spLocks noChangeArrowheads="1"/>
            </p:cNvSpPr>
            <p:nvPr/>
          </p:nvSpPr>
          <p:spPr bwMode="auto">
            <a:xfrm>
              <a:off x="1200" y="912"/>
              <a:ext cx="240" cy="24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it-IT" sz="2000" b="1" i="1">
                  <a:latin typeface="+mn-lt"/>
                  <a:sym typeface="Symbol" charset="0"/>
                </a:rPr>
                <a:t>s</a:t>
              </a:r>
              <a:endParaRPr lang="it-IT" sz="2000" b="1" i="1">
                <a:latin typeface="+mn-lt"/>
              </a:endParaRPr>
            </a:p>
          </p:txBody>
        </p:sp>
        <p:sp>
          <p:nvSpPr>
            <p:cNvPr id="685072" name="Oval 16"/>
            <p:cNvSpPr>
              <a:spLocks noChangeArrowheads="1"/>
            </p:cNvSpPr>
            <p:nvPr/>
          </p:nvSpPr>
          <p:spPr bwMode="auto">
            <a:xfrm>
              <a:off x="3168" y="1632"/>
              <a:ext cx="240" cy="24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it-IT" sz="2000" b="1" i="1">
                  <a:latin typeface="+mn-lt"/>
                  <a:sym typeface="Symbol" charset="0"/>
                </a:rPr>
                <a:t>y</a:t>
              </a:r>
              <a:endParaRPr lang="it-IT" sz="2000" b="1" i="1">
                <a:latin typeface="+mn-lt"/>
              </a:endParaRPr>
            </a:p>
          </p:txBody>
        </p:sp>
        <p:sp>
          <p:nvSpPr>
            <p:cNvPr id="685073" name="Oval 17"/>
            <p:cNvSpPr>
              <a:spLocks noChangeArrowheads="1"/>
            </p:cNvSpPr>
            <p:nvPr/>
          </p:nvSpPr>
          <p:spPr bwMode="auto">
            <a:xfrm>
              <a:off x="1824" y="1584"/>
              <a:ext cx="240" cy="24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it-IT" sz="2000" b="1" i="1">
                  <a:latin typeface="+mn-lt"/>
                  <a:sym typeface="Symbol" charset="0"/>
                </a:rPr>
                <a:t>x</a:t>
              </a:r>
              <a:endParaRPr lang="it-IT" sz="2000" b="1" i="1">
                <a:latin typeface="+mn-lt"/>
              </a:endParaRPr>
            </a:p>
          </p:txBody>
        </p:sp>
        <p:sp>
          <p:nvSpPr>
            <p:cNvPr id="685074" name="Oval 18"/>
            <p:cNvSpPr>
              <a:spLocks noChangeArrowheads="1"/>
            </p:cNvSpPr>
            <p:nvPr/>
          </p:nvSpPr>
          <p:spPr bwMode="auto">
            <a:xfrm>
              <a:off x="3168" y="288"/>
              <a:ext cx="240" cy="24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it-IT" sz="2000" b="1" i="1">
                  <a:latin typeface="+mn-lt"/>
                  <a:sym typeface="Symbol" charset="0"/>
                </a:rPr>
                <a:t>v</a:t>
              </a:r>
              <a:endParaRPr lang="it-IT" sz="2000" b="1" i="1">
                <a:latin typeface="+mn-lt"/>
              </a:endParaRPr>
            </a:p>
          </p:txBody>
        </p:sp>
        <p:sp>
          <p:nvSpPr>
            <p:cNvPr id="685075" name="Line 19"/>
            <p:cNvSpPr>
              <a:spLocks noChangeShapeType="1"/>
            </p:cNvSpPr>
            <p:nvPr/>
          </p:nvSpPr>
          <p:spPr bwMode="auto">
            <a:xfrm>
              <a:off x="1392" y="1152"/>
              <a:ext cx="480" cy="48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000">
                <a:latin typeface="+mn-lt"/>
              </a:endParaRPr>
            </a:p>
          </p:txBody>
        </p:sp>
        <p:sp>
          <p:nvSpPr>
            <p:cNvPr id="685076" name="Line 20"/>
            <p:cNvSpPr>
              <a:spLocks noChangeShapeType="1"/>
            </p:cNvSpPr>
            <p:nvPr/>
          </p:nvSpPr>
          <p:spPr bwMode="auto">
            <a:xfrm flipH="1">
              <a:off x="1920" y="528"/>
              <a:ext cx="0" cy="107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000">
                <a:latin typeface="+mn-lt"/>
              </a:endParaRPr>
            </a:p>
          </p:txBody>
        </p:sp>
        <p:sp>
          <p:nvSpPr>
            <p:cNvPr id="685077" name="Line 21"/>
            <p:cNvSpPr>
              <a:spLocks noChangeShapeType="1"/>
            </p:cNvSpPr>
            <p:nvPr/>
          </p:nvSpPr>
          <p:spPr bwMode="auto">
            <a:xfrm flipV="1">
              <a:off x="3312" y="528"/>
              <a:ext cx="0" cy="110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000">
                <a:latin typeface="+mn-lt"/>
              </a:endParaRPr>
            </a:p>
          </p:txBody>
        </p:sp>
        <p:sp>
          <p:nvSpPr>
            <p:cNvPr id="685078" name="Line 22"/>
            <p:cNvSpPr>
              <a:spLocks noChangeShapeType="1"/>
            </p:cNvSpPr>
            <p:nvPr/>
          </p:nvSpPr>
          <p:spPr bwMode="auto">
            <a:xfrm>
              <a:off x="2064" y="1728"/>
              <a:ext cx="110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000">
                <a:latin typeface="+mn-lt"/>
              </a:endParaRPr>
            </a:p>
          </p:txBody>
        </p:sp>
        <p:sp>
          <p:nvSpPr>
            <p:cNvPr id="685079" name="Line 23"/>
            <p:cNvSpPr>
              <a:spLocks noChangeShapeType="1"/>
            </p:cNvSpPr>
            <p:nvPr/>
          </p:nvSpPr>
          <p:spPr bwMode="auto">
            <a:xfrm flipV="1">
              <a:off x="2064" y="432"/>
              <a:ext cx="110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000">
                <a:latin typeface="+mn-lt"/>
              </a:endParaRPr>
            </a:p>
          </p:txBody>
        </p:sp>
        <p:sp>
          <p:nvSpPr>
            <p:cNvPr id="685080" name="Line 24"/>
            <p:cNvSpPr>
              <a:spLocks noChangeShapeType="1"/>
            </p:cNvSpPr>
            <p:nvPr/>
          </p:nvSpPr>
          <p:spPr bwMode="auto">
            <a:xfrm flipH="1" flipV="1">
              <a:off x="2016" y="528"/>
              <a:ext cx="0" cy="105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000">
                <a:latin typeface="+mn-lt"/>
              </a:endParaRPr>
            </a:p>
          </p:txBody>
        </p:sp>
        <p:sp>
          <p:nvSpPr>
            <p:cNvPr id="685081" name="Text Box 25"/>
            <p:cNvSpPr txBox="1">
              <a:spLocks noChangeArrowheads="1"/>
            </p:cNvSpPr>
            <p:nvPr/>
          </p:nvSpPr>
          <p:spPr bwMode="auto">
            <a:xfrm>
              <a:off x="1440" y="1392"/>
              <a:ext cx="314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000" b="1">
                  <a:latin typeface="+mn-lt"/>
                </a:rPr>
                <a:t>13</a:t>
              </a:r>
              <a:endParaRPr lang="en-GB" sz="2000" b="1">
                <a:latin typeface="+mn-lt"/>
              </a:endParaRPr>
            </a:p>
          </p:txBody>
        </p:sp>
        <p:sp>
          <p:nvSpPr>
            <p:cNvPr id="685082" name="Text Box 26"/>
            <p:cNvSpPr txBox="1">
              <a:spLocks noChangeArrowheads="1"/>
            </p:cNvSpPr>
            <p:nvPr/>
          </p:nvSpPr>
          <p:spPr bwMode="auto">
            <a:xfrm>
              <a:off x="1632" y="912"/>
              <a:ext cx="314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000" b="1" dirty="0">
                  <a:latin typeface="+mn-lt"/>
                </a:rPr>
                <a:t>10</a:t>
              </a:r>
              <a:endParaRPr lang="en-GB" sz="2000" b="1" dirty="0">
                <a:latin typeface="+mn-lt"/>
              </a:endParaRPr>
            </a:p>
          </p:txBody>
        </p:sp>
        <p:sp>
          <p:nvSpPr>
            <p:cNvPr id="685083" name="Text Box 27"/>
            <p:cNvSpPr txBox="1">
              <a:spLocks noChangeArrowheads="1"/>
            </p:cNvSpPr>
            <p:nvPr/>
          </p:nvSpPr>
          <p:spPr bwMode="auto">
            <a:xfrm>
              <a:off x="3264" y="912"/>
              <a:ext cx="215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000" b="1">
                  <a:latin typeface="+mn-lt"/>
                </a:rPr>
                <a:t>7</a:t>
              </a:r>
              <a:endParaRPr lang="en-GB" sz="2000" b="1">
                <a:latin typeface="+mn-lt"/>
              </a:endParaRPr>
            </a:p>
          </p:txBody>
        </p:sp>
        <p:sp>
          <p:nvSpPr>
            <p:cNvPr id="685084" name="Text Box 28"/>
            <p:cNvSpPr txBox="1">
              <a:spLocks noChangeArrowheads="1"/>
            </p:cNvSpPr>
            <p:nvPr/>
          </p:nvSpPr>
          <p:spPr bwMode="auto">
            <a:xfrm>
              <a:off x="2016" y="912"/>
              <a:ext cx="215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000" b="1">
                  <a:latin typeface="+mn-lt"/>
                </a:rPr>
                <a:t>4</a:t>
              </a:r>
              <a:endParaRPr lang="en-GB" sz="2000" b="1">
                <a:latin typeface="+mn-lt"/>
              </a:endParaRPr>
            </a:p>
          </p:txBody>
        </p:sp>
        <p:sp>
          <p:nvSpPr>
            <p:cNvPr id="685085" name="Text Box 29"/>
            <p:cNvSpPr txBox="1">
              <a:spLocks noChangeArrowheads="1"/>
            </p:cNvSpPr>
            <p:nvPr/>
          </p:nvSpPr>
          <p:spPr bwMode="auto">
            <a:xfrm>
              <a:off x="2641" y="1719"/>
              <a:ext cx="314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000" b="1">
                  <a:latin typeface="+mn-lt"/>
                </a:rPr>
                <a:t>14</a:t>
              </a:r>
              <a:endParaRPr lang="en-GB" sz="2000" b="1">
                <a:latin typeface="+mn-lt"/>
              </a:endParaRPr>
            </a:p>
          </p:txBody>
        </p:sp>
        <p:sp>
          <p:nvSpPr>
            <p:cNvPr id="685086" name="Text Box 30"/>
            <p:cNvSpPr txBox="1">
              <a:spLocks noChangeArrowheads="1"/>
            </p:cNvSpPr>
            <p:nvPr/>
          </p:nvSpPr>
          <p:spPr bwMode="auto">
            <a:xfrm>
              <a:off x="2640" y="960"/>
              <a:ext cx="215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000" b="1">
                  <a:latin typeface="+mn-lt"/>
                </a:rPr>
                <a:t>9</a:t>
              </a:r>
              <a:endParaRPr lang="en-GB" sz="2000" b="1">
                <a:latin typeface="+mn-lt"/>
              </a:endParaRPr>
            </a:p>
          </p:txBody>
        </p:sp>
        <p:sp>
          <p:nvSpPr>
            <p:cNvPr id="685087" name="Line 31"/>
            <p:cNvSpPr>
              <a:spLocks noChangeShapeType="1"/>
            </p:cNvSpPr>
            <p:nvPr/>
          </p:nvSpPr>
          <p:spPr bwMode="auto">
            <a:xfrm flipH="1">
              <a:off x="2064" y="480"/>
              <a:ext cx="1152" cy="115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000">
                <a:latin typeface="+mn-lt"/>
              </a:endParaRPr>
            </a:p>
          </p:txBody>
        </p:sp>
        <p:sp>
          <p:nvSpPr>
            <p:cNvPr id="685088" name="Text Box 32"/>
            <p:cNvSpPr txBox="1">
              <a:spLocks noChangeArrowheads="1"/>
            </p:cNvSpPr>
            <p:nvPr/>
          </p:nvSpPr>
          <p:spPr bwMode="auto">
            <a:xfrm>
              <a:off x="3648" y="1296"/>
              <a:ext cx="215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000" b="1">
                  <a:latin typeface="+mn-lt"/>
                </a:rPr>
                <a:t>4</a:t>
              </a:r>
              <a:endParaRPr lang="en-GB" sz="2000" b="1">
                <a:latin typeface="+mn-lt"/>
              </a:endParaRPr>
            </a:p>
          </p:txBody>
        </p:sp>
        <p:sp>
          <p:nvSpPr>
            <p:cNvPr id="685089" name="Oval 33"/>
            <p:cNvSpPr>
              <a:spLocks noChangeArrowheads="1"/>
            </p:cNvSpPr>
            <p:nvPr/>
          </p:nvSpPr>
          <p:spPr bwMode="auto">
            <a:xfrm>
              <a:off x="3888" y="960"/>
              <a:ext cx="240" cy="24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it-IT" sz="2000" b="1" i="1">
                  <a:latin typeface="+mn-lt"/>
                  <a:sym typeface="Symbol" charset="0"/>
                </a:rPr>
                <a:t>t</a:t>
              </a:r>
              <a:endParaRPr lang="it-IT" sz="2000" b="1" i="1">
                <a:latin typeface="+mn-lt"/>
              </a:endParaRPr>
            </a:p>
          </p:txBody>
        </p:sp>
        <p:sp>
          <p:nvSpPr>
            <p:cNvPr id="685090" name="Line 34"/>
            <p:cNvSpPr>
              <a:spLocks noChangeShapeType="1"/>
            </p:cNvSpPr>
            <p:nvPr/>
          </p:nvSpPr>
          <p:spPr bwMode="auto">
            <a:xfrm>
              <a:off x="3408" y="480"/>
              <a:ext cx="528" cy="52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000">
                <a:latin typeface="+mn-lt"/>
              </a:endParaRPr>
            </a:p>
          </p:txBody>
        </p:sp>
        <p:sp>
          <p:nvSpPr>
            <p:cNvPr id="685091" name="Line 35"/>
            <p:cNvSpPr>
              <a:spLocks noChangeShapeType="1"/>
            </p:cNvSpPr>
            <p:nvPr/>
          </p:nvSpPr>
          <p:spPr bwMode="auto">
            <a:xfrm flipV="1">
              <a:off x="3408" y="1152"/>
              <a:ext cx="528" cy="52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000">
                <a:latin typeface="+mn-lt"/>
              </a:endParaRPr>
            </a:p>
          </p:txBody>
        </p:sp>
      </p:grpSp>
      <p:sp>
        <p:nvSpPr>
          <p:cNvPr id="685092" name="Text Box 36"/>
          <p:cNvSpPr txBox="1">
            <a:spLocks noChangeArrowheads="1"/>
          </p:cNvSpPr>
          <p:nvPr/>
        </p:nvSpPr>
        <p:spPr bwMode="auto">
          <a:xfrm>
            <a:off x="323528" y="1556792"/>
            <a:ext cx="22860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it-IT" sz="2800" dirty="0">
                <a:latin typeface="+mn-lt"/>
              </a:rPr>
              <a:t>Rete</a:t>
            </a:r>
          </a:p>
        </p:txBody>
      </p:sp>
      <p:grpSp>
        <p:nvGrpSpPr>
          <p:cNvPr id="685093" name="Group 37"/>
          <p:cNvGrpSpPr>
            <a:grpSpLocks/>
          </p:cNvGrpSpPr>
          <p:nvPr/>
        </p:nvGrpSpPr>
        <p:grpSpPr bwMode="auto">
          <a:xfrm>
            <a:off x="457200" y="3429000"/>
            <a:ext cx="7620000" cy="2824163"/>
            <a:chOff x="288" y="2160"/>
            <a:chExt cx="4800" cy="1779"/>
          </a:xfrm>
        </p:grpSpPr>
        <p:sp>
          <p:nvSpPr>
            <p:cNvPr id="685094" name="Line 38"/>
            <p:cNvSpPr>
              <a:spLocks noChangeShapeType="1"/>
            </p:cNvSpPr>
            <p:nvPr/>
          </p:nvSpPr>
          <p:spPr bwMode="auto">
            <a:xfrm flipV="1">
              <a:off x="2352" y="2448"/>
              <a:ext cx="480" cy="48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000">
                <a:latin typeface="+mn-lt"/>
              </a:endParaRPr>
            </a:p>
          </p:txBody>
        </p:sp>
        <p:sp>
          <p:nvSpPr>
            <p:cNvPr id="685095" name="Oval 39"/>
            <p:cNvSpPr>
              <a:spLocks noChangeArrowheads="1"/>
            </p:cNvSpPr>
            <p:nvPr/>
          </p:nvSpPr>
          <p:spPr bwMode="auto">
            <a:xfrm>
              <a:off x="2784" y="2256"/>
              <a:ext cx="240" cy="246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it-IT" sz="2000" b="1" i="1">
                  <a:latin typeface="+mn-lt"/>
                  <a:sym typeface="Symbol" charset="0"/>
                </a:rPr>
                <a:t>u</a:t>
              </a:r>
              <a:endParaRPr lang="it-IT" sz="2000" b="1" i="1">
                <a:latin typeface="+mn-lt"/>
              </a:endParaRPr>
            </a:p>
          </p:txBody>
        </p:sp>
        <p:sp>
          <p:nvSpPr>
            <p:cNvPr id="685096" name="Text Box 40"/>
            <p:cNvSpPr txBox="1">
              <a:spLocks noChangeArrowheads="1"/>
            </p:cNvSpPr>
            <p:nvPr/>
          </p:nvSpPr>
          <p:spPr bwMode="auto">
            <a:xfrm>
              <a:off x="4608" y="2496"/>
              <a:ext cx="314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000" b="1">
                  <a:latin typeface="+mn-lt"/>
                </a:rPr>
                <a:t>20</a:t>
              </a:r>
              <a:endParaRPr lang="en-GB" sz="2000" b="1">
                <a:latin typeface="+mn-lt"/>
              </a:endParaRPr>
            </a:p>
          </p:txBody>
        </p:sp>
        <p:sp>
          <p:nvSpPr>
            <p:cNvPr id="685097" name="Text Box 41"/>
            <p:cNvSpPr txBox="1">
              <a:spLocks noChangeArrowheads="1"/>
            </p:cNvSpPr>
            <p:nvPr/>
          </p:nvSpPr>
          <p:spPr bwMode="auto">
            <a:xfrm>
              <a:off x="3601" y="2160"/>
              <a:ext cx="314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000" b="1">
                  <a:latin typeface="+mn-lt"/>
                </a:rPr>
                <a:t>12</a:t>
              </a:r>
              <a:endParaRPr lang="en-GB" sz="2000" b="1">
                <a:latin typeface="+mn-lt"/>
              </a:endParaRPr>
            </a:p>
          </p:txBody>
        </p:sp>
        <p:sp>
          <p:nvSpPr>
            <p:cNvPr id="685098" name="Text Box 42"/>
            <p:cNvSpPr txBox="1">
              <a:spLocks noChangeArrowheads="1"/>
            </p:cNvSpPr>
            <p:nvPr/>
          </p:nvSpPr>
          <p:spPr bwMode="auto">
            <a:xfrm>
              <a:off x="2352" y="2448"/>
              <a:ext cx="314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000" b="1" dirty="0">
                  <a:latin typeface="+mn-lt"/>
                </a:rPr>
                <a:t>16</a:t>
              </a:r>
              <a:endParaRPr lang="en-GB" sz="2000" b="1" dirty="0">
                <a:latin typeface="+mn-lt"/>
              </a:endParaRPr>
            </a:p>
          </p:txBody>
        </p:sp>
        <p:sp>
          <p:nvSpPr>
            <p:cNvPr id="685099" name="Oval 43"/>
            <p:cNvSpPr>
              <a:spLocks noChangeArrowheads="1"/>
            </p:cNvSpPr>
            <p:nvPr/>
          </p:nvSpPr>
          <p:spPr bwMode="auto">
            <a:xfrm>
              <a:off x="2160" y="2880"/>
              <a:ext cx="240" cy="24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it-IT" sz="2000" b="1" i="1">
                  <a:latin typeface="+mn-lt"/>
                  <a:sym typeface="Symbol" charset="0"/>
                </a:rPr>
                <a:t>s</a:t>
              </a:r>
              <a:endParaRPr lang="it-IT" sz="2000" b="1" i="1">
                <a:latin typeface="+mn-lt"/>
              </a:endParaRPr>
            </a:p>
          </p:txBody>
        </p:sp>
        <p:sp>
          <p:nvSpPr>
            <p:cNvPr id="685100" name="Oval 44"/>
            <p:cNvSpPr>
              <a:spLocks noChangeArrowheads="1"/>
            </p:cNvSpPr>
            <p:nvPr/>
          </p:nvSpPr>
          <p:spPr bwMode="auto">
            <a:xfrm>
              <a:off x="4128" y="3600"/>
              <a:ext cx="240" cy="24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it-IT" sz="2000" b="1" i="1">
                  <a:latin typeface="+mn-lt"/>
                  <a:sym typeface="Symbol" charset="0"/>
                </a:rPr>
                <a:t>y</a:t>
              </a:r>
              <a:endParaRPr lang="it-IT" sz="2000" b="1" i="1">
                <a:latin typeface="+mn-lt"/>
              </a:endParaRPr>
            </a:p>
          </p:txBody>
        </p:sp>
        <p:sp>
          <p:nvSpPr>
            <p:cNvPr id="685101" name="Oval 45"/>
            <p:cNvSpPr>
              <a:spLocks noChangeArrowheads="1"/>
            </p:cNvSpPr>
            <p:nvPr/>
          </p:nvSpPr>
          <p:spPr bwMode="auto">
            <a:xfrm>
              <a:off x="2784" y="3552"/>
              <a:ext cx="240" cy="24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it-IT" sz="2000" b="1" i="1">
                  <a:latin typeface="+mn-lt"/>
                  <a:sym typeface="Symbol" charset="0"/>
                </a:rPr>
                <a:t>x</a:t>
              </a:r>
              <a:endParaRPr lang="it-IT" sz="2000" b="1" i="1">
                <a:latin typeface="+mn-lt"/>
              </a:endParaRPr>
            </a:p>
          </p:txBody>
        </p:sp>
        <p:sp>
          <p:nvSpPr>
            <p:cNvPr id="685102" name="Oval 46"/>
            <p:cNvSpPr>
              <a:spLocks noChangeArrowheads="1"/>
            </p:cNvSpPr>
            <p:nvPr/>
          </p:nvSpPr>
          <p:spPr bwMode="auto">
            <a:xfrm>
              <a:off x="4128" y="2256"/>
              <a:ext cx="240" cy="24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it-IT" sz="2000" b="1" i="1">
                  <a:latin typeface="+mn-lt"/>
                  <a:sym typeface="Symbol" charset="0"/>
                </a:rPr>
                <a:t>v</a:t>
              </a:r>
              <a:endParaRPr lang="it-IT" sz="2000" b="1" i="1">
                <a:latin typeface="+mn-lt"/>
              </a:endParaRPr>
            </a:p>
          </p:txBody>
        </p:sp>
        <p:sp>
          <p:nvSpPr>
            <p:cNvPr id="685103" name="Line 47"/>
            <p:cNvSpPr>
              <a:spLocks noChangeShapeType="1"/>
            </p:cNvSpPr>
            <p:nvPr/>
          </p:nvSpPr>
          <p:spPr bwMode="auto">
            <a:xfrm>
              <a:off x="2352" y="3120"/>
              <a:ext cx="480" cy="48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000">
                <a:latin typeface="+mn-lt"/>
              </a:endParaRPr>
            </a:p>
          </p:txBody>
        </p:sp>
        <p:sp>
          <p:nvSpPr>
            <p:cNvPr id="685104" name="Line 48"/>
            <p:cNvSpPr>
              <a:spLocks noChangeShapeType="1"/>
            </p:cNvSpPr>
            <p:nvPr/>
          </p:nvSpPr>
          <p:spPr bwMode="auto">
            <a:xfrm flipH="1">
              <a:off x="2880" y="2496"/>
              <a:ext cx="0" cy="107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000">
                <a:latin typeface="+mn-lt"/>
              </a:endParaRPr>
            </a:p>
          </p:txBody>
        </p:sp>
        <p:sp>
          <p:nvSpPr>
            <p:cNvPr id="685105" name="Line 49"/>
            <p:cNvSpPr>
              <a:spLocks noChangeShapeType="1"/>
            </p:cNvSpPr>
            <p:nvPr/>
          </p:nvSpPr>
          <p:spPr bwMode="auto">
            <a:xfrm flipV="1">
              <a:off x="4272" y="2496"/>
              <a:ext cx="0" cy="110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000">
                <a:latin typeface="+mn-lt"/>
              </a:endParaRPr>
            </a:p>
          </p:txBody>
        </p:sp>
        <p:sp>
          <p:nvSpPr>
            <p:cNvPr id="685106" name="Line 50"/>
            <p:cNvSpPr>
              <a:spLocks noChangeShapeType="1"/>
            </p:cNvSpPr>
            <p:nvPr/>
          </p:nvSpPr>
          <p:spPr bwMode="auto">
            <a:xfrm>
              <a:off x="3024" y="3696"/>
              <a:ext cx="110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000">
                <a:latin typeface="+mn-lt"/>
              </a:endParaRPr>
            </a:p>
          </p:txBody>
        </p:sp>
        <p:sp>
          <p:nvSpPr>
            <p:cNvPr id="685107" name="Line 51"/>
            <p:cNvSpPr>
              <a:spLocks noChangeShapeType="1"/>
            </p:cNvSpPr>
            <p:nvPr/>
          </p:nvSpPr>
          <p:spPr bwMode="auto">
            <a:xfrm flipV="1">
              <a:off x="3024" y="2400"/>
              <a:ext cx="110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000">
                <a:latin typeface="+mn-lt"/>
              </a:endParaRPr>
            </a:p>
          </p:txBody>
        </p:sp>
        <p:sp>
          <p:nvSpPr>
            <p:cNvPr id="685108" name="Line 52"/>
            <p:cNvSpPr>
              <a:spLocks noChangeShapeType="1"/>
            </p:cNvSpPr>
            <p:nvPr/>
          </p:nvSpPr>
          <p:spPr bwMode="auto">
            <a:xfrm flipH="1" flipV="1">
              <a:off x="2976" y="2496"/>
              <a:ext cx="0" cy="105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000">
                <a:latin typeface="+mn-lt"/>
              </a:endParaRPr>
            </a:p>
          </p:txBody>
        </p:sp>
        <p:sp>
          <p:nvSpPr>
            <p:cNvPr id="685109" name="Text Box 53"/>
            <p:cNvSpPr txBox="1">
              <a:spLocks noChangeArrowheads="1"/>
            </p:cNvSpPr>
            <p:nvPr/>
          </p:nvSpPr>
          <p:spPr bwMode="auto">
            <a:xfrm>
              <a:off x="2400" y="3360"/>
              <a:ext cx="314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000" b="1">
                  <a:latin typeface="+mn-lt"/>
                </a:rPr>
                <a:t>13</a:t>
              </a:r>
              <a:endParaRPr lang="en-GB" sz="2000" b="1">
                <a:latin typeface="+mn-lt"/>
              </a:endParaRPr>
            </a:p>
          </p:txBody>
        </p:sp>
        <p:sp>
          <p:nvSpPr>
            <p:cNvPr id="685110" name="Text Box 54"/>
            <p:cNvSpPr txBox="1">
              <a:spLocks noChangeArrowheads="1"/>
            </p:cNvSpPr>
            <p:nvPr/>
          </p:nvSpPr>
          <p:spPr bwMode="auto">
            <a:xfrm>
              <a:off x="2592" y="2880"/>
              <a:ext cx="314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000" b="1">
                  <a:latin typeface="+mn-lt"/>
                </a:rPr>
                <a:t>10</a:t>
              </a:r>
              <a:endParaRPr lang="en-GB" sz="2000" b="1">
                <a:latin typeface="+mn-lt"/>
              </a:endParaRPr>
            </a:p>
          </p:txBody>
        </p:sp>
        <p:sp>
          <p:nvSpPr>
            <p:cNvPr id="685111" name="Text Box 55"/>
            <p:cNvSpPr txBox="1">
              <a:spLocks noChangeArrowheads="1"/>
            </p:cNvSpPr>
            <p:nvPr/>
          </p:nvSpPr>
          <p:spPr bwMode="auto">
            <a:xfrm>
              <a:off x="4224" y="2880"/>
              <a:ext cx="215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000" b="1">
                  <a:latin typeface="+mn-lt"/>
                </a:rPr>
                <a:t>7</a:t>
              </a:r>
              <a:endParaRPr lang="en-GB" sz="2000" b="1">
                <a:latin typeface="+mn-lt"/>
              </a:endParaRPr>
            </a:p>
          </p:txBody>
        </p:sp>
        <p:sp>
          <p:nvSpPr>
            <p:cNvPr id="685112" name="Text Box 56"/>
            <p:cNvSpPr txBox="1">
              <a:spLocks noChangeArrowheads="1"/>
            </p:cNvSpPr>
            <p:nvPr/>
          </p:nvSpPr>
          <p:spPr bwMode="auto">
            <a:xfrm>
              <a:off x="2976" y="2880"/>
              <a:ext cx="215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000" b="1">
                  <a:latin typeface="+mn-lt"/>
                </a:rPr>
                <a:t>4</a:t>
              </a:r>
              <a:endParaRPr lang="en-GB" sz="2000" b="1">
                <a:latin typeface="+mn-lt"/>
              </a:endParaRPr>
            </a:p>
          </p:txBody>
        </p:sp>
        <p:sp>
          <p:nvSpPr>
            <p:cNvPr id="685113" name="Text Box 57"/>
            <p:cNvSpPr txBox="1">
              <a:spLocks noChangeArrowheads="1"/>
            </p:cNvSpPr>
            <p:nvPr/>
          </p:nvSpPr>
          <p:spPr bwMode="auto">
            <a:xfrm>
              <a:off x="3601" y="3687"/>
              <a:ext cx="314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000" b="1">
                  <a:latin typeface="+mn-lt"/>
                </a:rPr>
                <a:t>14</a:t>
              </a:r>
              <a:endParaRPr lang="en-GB" sz="2000" b="1">
                <a:latin typeface="+mn-lt"/>
              </a:endParaRPr>
            </a:p>
          </p:txBody>
        </p:sp>
        <p:sp>
          <p:nvSpPr>
            <p:cNvPr id="685114" name="Text Box 58"/>
            <p:cNvSpPr txBox="1">
              <a:spLocks noChangeArrowheads="1"/>
            </p:cNvSpPr>
            <p:nvPr/>
          </p:nvSpPr>
          <p:spPr bwMode="auto">
            <a:xfrm>
              <a:off x="3600" y="2928"/>
              <a:ext cx="215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000" b="1">
                  <a:latin typeface="+mn-lt"/>
                </a:rPr>
                <a:t>9</a:t>
              </a:r>
              <a:endParaRPr lang="en-GB" sz="2000" b="1">
                <a:latin typeface="+mn-lt"/>
              </a:endParaRPr>
            </a:p>
          </p:txBody>
        </p:sp>
        <p:sp>
          <p:nvSpPr>
            <p:cNvPr id="685115" name="Line 59"/>
            <p:cNvSpPr>
              <a:spLocks noChangeShapeType="1"/>
            </p:cNvSpPr>
            <p:nvPr/>
          </p:nvSpPr>
          <p:spPr bwMode="auto">
            <a:xfrm flipH="1">
              <a:off x="3024" y="2448"/>
              <a:ext cx="1152" cy="115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000">
                <a:latin typeface="+mn-lt"/>
              </a:endParaRPr>
            </a:p>
          </p:txBody>
        </p:sp>
        <p:sp>
          <p:nvSpPr>
            <p:cNvPr id="685116" name="Text Box 60"/>
            <p:cNvSpPr txBox="1">
              <a:spLocks noChangeArrowheads="1"/>
            </p:cNvSpPr>
            <p:nvPr/>
          </p:nvSpPr>
          <p:spPr bwMode="auto">
            <a:xfrm>
              <a:off x="4608" y="3264"/>
              <a:ext cx="215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000" b="1">
                  <a:latin typeface="+mn-lt"/>
                </a:rPr>
                <a:t>4</a:t>
              </a:r>
              <a:endParaRPr lang="en-GB" sz="2000" b="1">
                <a:latin typeface="+mn-lt"/>
              </a:endParaRPr>
            </a:p>
          </p:txBody>
        </p:sp>
        <p:sp>
          <p:nvSpPr>
            <p:cNvPr id="685117" name="Oval 61"/>
            <p:cNvSpPr>
              <a:spLocks noChangeArrowheads="1"/>
            </p:cNvSpPr>
            <p:nvPr/>
          </p:nvSpPr>
          <p:spPr bwMode="auto">
            <a:xfrm>
              <a:off x="4848" y="2928"/>
              <a:ext cx="240" cy="24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it-IT" sz="2000" b="1" i="1">
                  <a:latin typeface="+mn-lt"/>
                  <a:sym typeface="Symbol" charset="0"/>
                </a:rPr>
                <a:t>t</a:t>
              </a:r>
              <a:endParaRPr lang="it-IT" sz="2000" b="1" i="1">
                <a:latin typeface="+mn-lt"/>
              </a:endParaRPr>
            </a:p>
          </p:txBody>
        </p:sp>
        <p:sp>
          <p:nvSpPr>
            <p:cNvPr id="685118" name="Line 62"/>
            <p:cNvSpPr>
              <a:spLocks noChangeShapeType="1"/>
            </p:cNvSpPr>
            <p:nvPr/>
          </p:nvSpPr>
          <p:spPr bwMode="auto">
            <a:xfrm>
              <a:off x="4368" y="2448"/>
              <a:ext cx="528" cy="52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000">
                <a:latin typeface="+mn-lt"/>
              </a:endParaRPr>
            </a:p>
          </p:txBody>
        </p:sp>
        <p:sp>
          <p:nvSpPr>
            <p:cNvPr id="685119" name="Line 63"/>
            <p:cNvSpPr>
              <a:spLocks noChangeShapeType="1"/>
            </p:cNvSpPr>
            <p:nvPr/>
          </p:nvSpPr>
          <p:spPr bwMode="auto">
            <a:xfrm flipV="1">
              <a:off x="4368" y="3120"/>
              <a:ext cx="528" cy="52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000">
                <a:latin typeface="+mn-lt"/>
              </a:endParaRPr>
            </a:p>
          </p:txBody>
        </p:sp>
        <p:sp>
          <p:nvSpPr>
            <p:cNvPr id="685120" name="Text Box 64"/>
            <p:cNvSpPr txBox="1">
              <a:spLocks noChangeArrowheads="1"/>
            </p:cNvSpPr>
            <p:nvPr/>
          </p:nvSpPr>
          <p:spPr bwMode="auto">
            <a:xfrm>
              <a:off x="4416" y="3456"/>
              <a:ext cx="215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000" b="1">
                  <a:solidFill>
                    <a:srgbClr val="FF0000"/>
                  </a:solidFill>
                  <a:latin typeface="+mn-lt"/>
                </a:rPr>
                <a:t>4</a:t>
              </a:r>
              <a:endParaRPr lang="en-GB" sz="2000" b="1">
                <a:solidFill>
                  <a:srgbClr val="FF0000"/>
                </a:solidFill>
                <a:latin typeface="+mn-lt"/>
              </a:endParaRPr>
            </a:p>
          </p:txBody>
        </p:sp>
        <p:sp>
          <p:nvSpPr>
            <p:cNvPr id="685121" name="Text Box 65"/>
            <p:cNvSpPr txBox="1">
              <a:spLocks noChangeArrowheads="1"/>
            </p:cNvSpPr>
            <p:nvPr/>
          </p:nvSpPr>
          <p:spPr bwMode="auto">
            <a:xfrm>
              <a:off x="3168" y="3648"/>
              <a:ext cx="215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000" b="1">
                  <a:solidFill>
                    <a:srgbClr val="FF0000"/>
                  </a:solidFill>
                  <a:latin typeface="+mn-lt"/>
                </a:rPr>
                <a:t>4</a:t>
              </a:r>
              <a:endParaRPr lang="en-GB" sz="2000" b="1">
                <a:solidFill>
                  <a:srgbClr val="FF0000"/>
                </a:solidFill>
                <a:latin typeface="+mn-lt"/>
              </a:endParaRPr>
            </a:p>
          </p:txBody>
        </p:sp>
        <p:sp>
          <p:nvSpPr>
            <p:cNvPr id="685122" name="Text Box 66"/>
            <p:cNvSpPr txBox="1">
              <a:spLocks noChangeArrowheads="1"/>
            </p:cNvSpPr>
            <p:nvPr/>
          </p:nvSpPr>
          <p:spPr bwMode="auto">
            <a:xfrm>
              <a:off x="3888" y="2592"/>
              <a:ext cx="215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000" b="1">
                  <a:solidFill>
                    <a:srgbClr val="FF0000"/>
                  </a:solidFill>
                  <a:latin typeface="+mn-lt"/>
                </a:rPr>
                <a:t>4</a:t>
              </a:r>
              <a:endParaRPr lang="en-GB" sz="2000" b="1">
                <a:solidFill>
                  <a:srgbClr val="FF0000"/>
                </a:solidFill>
                <a:latin typeface="+mn-lt"/>
              </a:endParaRPr>
            </a:p>
          </p:txBody>
        </p:sp>
        <p:sp>
          <p:nvSpPr>
            <p:cNvPr id="685123" name="Text Box 67"/>
            <p:cNvSpPr txBox="1">
              <a:spLocks noChangeArrowheads="1"/>
            </p:cNvSpPr>
            <p:nvPr/>
          </p:nvSpPr>
          <p:spPr bwMode="auto">
            <a:xfrm>
              <a:off x="3168" y="2160"/>
              <a:ext cx="215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000" b="1">
                  <a:solidFill>
                    <a:srgbClr val="FF0000"/>
                  </a:solidFill>
                  <a:latin typeface="+mn-lt"/>
                </a:rPr>
                <a:t>4</a:t>
              </a:r>
              <a:endParaRPr lang="en-GB" sz="2000" b="1">
                <a:solidFill>
                  <a:srgbClr val="FF0000"/>
                </a:solidFill>
                <a:latin typeface="+mn-lt"/>
              </a:endParaRPr>
            </a:p>
          </p:txBody>
        </p:sp>
        <p:sp>
          <p:nvSpPr>
            <p:cNvPr id="685124" name="Text Box 68"/>
            <p:cNvSpPr txBox="1">
              <a:spLocks noChangeArrowheads="1"/>
            </p:cNvSpPr>
            <p:nvPr/>
          </p:nvSpPr>
          <p:spPr bwMode="auto">
            <a:xfrm>
              <a:off x="2256" y="2592"/>
              <a:ext cx="215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000" b="1">
                  <a:solidFill>
                    <a:srgbClr val="FF0000"/>
                  </a:solidFill>
                  <a:latin typeface="+mn-lt"/>
                </a:rPr>
                <a:t>4</a:t>
              </a:r>
              <a:endParaRPr lang="en-GB" sz="2000" b="1">
                <a:solidFill>
                  <a:srgbClr val="FF0000"/>
                </a:solidFill>
                <a:latin typeface="+mn-lt"/>
              </a:endParaRPr>
            </a:p>
          </p:txBody>
        </p:sp>
        <p:sp>
          <p:nvSpPr>
            <p:cNvPr id="685125" name="Text Box 69"/>
            <p:cNvSpPr txBox="1">
              <a:spLocks noChangeArrowheads="1"/>
            </p:cNvSpPr>
            <p:nvPr/>
          </p:nvSpPr>
          <p:spPr bwMode="auto">
            <a:xfrm>
              <a:off x="288" y="3408"/>
              <a:ext cx="1920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hangingPunct="0"/>
              <a:r>
                <a:rPr lang="it-IT" sz="2800" dirty="0">
                  <a:solidFill>
                    <a:srgbClr val="FF0000"/>
                  </a:solidFill>
                  <a:latin typeface="+mn-lt"/>
                </a:rPr>
                <a:t>Nuovo flusso</a:t>
              </a:r>
            </a:p>
          </p:txBody>
        </p:sp>
      </p:grp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5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5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7106" name="Group 2"/>
          <p:cNvGrpSpPr>
            <a:grpSpLocks/>
          </p:cNvGrpSpPr>
          <p:nvPr/>
        </p:nvGrpSpPr>
        <p:grpSpPr bwMode="auto">
          <a:xfrm>
            <a:off x="611560" y="764704"/>
            <a:ext cx="7696200" cy="2824163"/>
            <a:chOff x="432" y="192"/>
            <a:chExt cx="4848" cy="1779"/>
          </a:xfrm>
        </p:grpSpPr>
        <p:sp>
          <p:nvSpPr>
            <p:cNvPr id="687107" name="Line 3"/>
            <p:cNvSpPr>
              <a:spLocks noChangeShapeType="1"/>
            </p:cNvSpPr>
            <p:nvPr/>
          </p:nvSpPr>
          <p:spPr bwMode="auto">
            <a:xfrm flipV="1">
              <a:off x="2544" y="480"/>
              <a:ext cx="480" cy="48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000">
                <a:latin typeface="+mn-lt"/>
              </a:endParaRPr>
            </a:p>
          </p:txBody>
        </p:sp>
        <p:sp>
          <p:nvSpPr>
            <p:cNvPr id="687108" name="Oval 4"/>
            <p:cNvSpPr>
              <a:spLocks noChangeArrowheads="1"/>
            </p:cNvSpPr>
            <p:nvPr/>
          </p:nvSpPr>
          <p:spPr bwMode="auto">
            <a:xfrm>
              <a:off x="2976" y="288"/>
              <a:ext cx="240" cy="246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it-IT" sz="2000" b="1" i="1">
                  <a:latin typeface="+mn-lt"/>
                  <a:sym typeface="Symbol" charset="0"/>
                </a:rPr>
                <a:t>u</a:t>
              </a:r>
              <a:endParaRPr lang="it-IT" sz="2000" b="1" i="1">
                <a:latin typeface="+mn-lt"/>
              </a:endParaRPr>
            </a:p>
          </p:txBody>
        </p:sp>
        <p:sp>
          <p:nvSpPr>
            <p:cNvPr id="687109" name="Text Box 5"/>
            <p:cNvSpPr txBox="1">
              <a:spLocks noChangeArrowheads="1"/>
            </p:cNvSpPr>
            <p:nvPr/>
          </p:nvSpPr>
          <p:spPr bwMode="auto">
            <a:xfrm>
              <a:off x="4800" y="528"/>
              <a:ext cx="314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000" b="1">
                  <a:latin typeface="+mn-lt"/>
                </a:rPr>
                <a:t>20</a:t>
              </a:r>
              <a:endParaRPr lang="en-GB" sz="2000" b="1">
                <a:latin typeface="+mn-lt"/>
              </a:endParaRPr>
            </a:p>
          </p:txBody>
        </p:sp>
        <p:sp>
          <p:nvSpPr>
            <p:cNvPr id="687110" name="Text Box 6"/>
            <p:cNvSpPr txBox="1">
              <a:spLocks noChangeArrowheads="1"/>
            </p:cNvSpPr>
            <p:nvPr/>
          </p:nvSpPr>
          <p:spPr bwMode="auto">
            <a:xfrm>
              <a:off x="3793" y="192"/>
              <a:ext cx="314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000" b="1">
                  <a:latin typeface="+mn-lt"/>
                </a:rPr>
                <a:t>12</a:t>
              </a:r>
              <a:endParaRPr lang="en-GB" sz="2000" b="1">
                <a:latin typeface="+mn-lt"/>
              </a:endParaRPr>
            </a:p>
          </p:txBody>
        </p:sp>
        <p:sp>
          <p:nvSpPr>
            <p:cNvPr id="687111" name="Text Box 7"/>
            <p:cNvSpPr txBox="1">
              <a:spLocks noChangeArrowheads="1"/>
            </p:cNvSpPr>
            <p:nvPr/>
          </p:nvSpPr>
          <p:spPr bwMode="auto">
            <a:xfrm>
              <a:off x="2544" y="480"/>
              <a:ext cx="314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000" b="1">
                  <a:latin typeface="+mn-lt"/>
                </a:rPr>
                <a:t>16</a:t>
              </a:r>
              <a:endParaRPr lang="en-GB" sz="2000" b="1">
                <a:latin typeface="+mn-lt"/>
              </a:endParaRPr>
            </a:p>
          </p:txBody>
        </p:sp>
        <p:sp>
          <p:nvSpPr>
            <p:cNvPr id="687112" name="Oval 8"/>
            <p:cNvSpPr>
              <a:spLocks noChangeArrowheads="1"/>
            </p:cNvSpPr>
            <p:nvPr/>
          </p:nvSpPr>
          <p:spPr bwMode="auto">
            <a:xfrm>
              <a:off x="2352" y="912"/>
              <a:ext cx="240" cy="24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it-IT" sz="2000" b="1" i="1" dirty="0" err="1">
                  <a:latin typeface="+mn-lt"/>
                  <a:sym typeface="Symbol" charset="0"/>
                </a:rPr>
                <a:t>s</a:t>
              </a:r>
              <a:endParaRPr lang="it-IT" sz="2000" b="1" i="1" dirty="0">
                <a:latin typeface="+mn-lt"/>
              </a:endParaRPr>
            </a:p>
          </p:txBody>
        </p:sp>
        <p:sp>
          <p:nvSpPr>
            <p:cNvPr id="687113" name="Oval 9"/>
            <p:cNvSpPr>
              <a:spLocks noChangeArrowheads="1"/>
            </p:cNvSpPr>
            <p:nvPr/>
          </p:nvSpPr>
          <p:spPr bwMode="auto">
            <a:xfrm>
              <a:off x="4320" y="1632"/>
              <a:ext cx="240" cy="24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it-IT" sz="2000" b="1" i="1">
                  <a:latin typeface="+mn-lt"/>
                  <a:sym typeface="Symbol" charset="0"/>
                </a:rPr>
                <a:t>y</a:t>
              </a:r>
              <a:endParaRPr lang="it-IT" sz="2000" b="1" i="1">
                <a:latin typeface="+mn-lt"/>
              </a:endParaRPr>
            </a:p>
          </p:txBody>
        </p:sp>
        <p:sp>
          <p:nvSpPr>
            <p:cNvPr id="687114" name="Oval 10"/>
            <p:cNvSpPr>
              <a:spLocks noChangeArrowheads="1"/>
            </p:cNvSpPr>
            <p:nvPr/>
          </p:nvSpPr>
          <p:spPr bwMode="auto">
            <a:xfrm>
              <a:off x="2976" y="1584"/>
              <a:ext cx="240" cy="24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it-IT" sz="2000" b="1" i="1">
                  <a:latin typeface="+mn-lt"/>
                  <a:sym typeface="Symbol" charset="0"/>
                </a:rPr>
                <a:t>x</a:t>
              </a:r>
              <a:endParaRPr lang="it-IT" sz="2000" b="1" i="1">
                <a:latin typeface="+mn-lt"/>
              </a:endParaRPr>
            </a:p>
          </p:txBody>
        </p:sp>
        <p:sp>
          <p:nvSpPr>
            <p:cNvPr id="687115" name="Oval 11"/>
            <p:cNvSpPr>
              <a:spLocks noChangeArrowheads="1"/>
            </p:cNvSpPr>
            <p:nvPr/>
          </p:nvSpPr>
          <p:spPr bwMode="auto">
            <a:xfrm>
              <a:off x="4320" y="288"/>
              <a:ext cx="240" cy="24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it-IT" sz="2000" b="1" i="1">
                  <a:latin typeface="+mn-lt"/>
                  <a:sym typeface="Symbol" charset="0"/>
                </a:rPr>
                <a:t>v</a:t>
              </a:r>
              <a:endParaRPr lang="it-IT" sz="2000" b="1" i="1">
                <a:latin typeface="+mn-lt"/>
              </a:endParaRPr>
            </a:p>
          </p:txBody>
        </p:sp>
        <p:sp>
          <p:nvSpPr>
            <p:cNvPr id="687116" name="Line 12"/>
            <p:cNvSpPr>
              <a:spLocks noChangeShapeType="1"/>
            </p:cNvSpPr>
            <p:nvPr/>
          </p:nvSpPr>
          <p:spPr bwMode="auto">
            <a:xfrm>
              <a:off x="2544" y="1152"/>
              <a:ext cx="480" cy="48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000">
                <a:latin typeface="+mn-lt"/>
              </a:endParaRPr>
            </a:p>
          </p:txBody>
        </p:sp>
        <p:sp>
          <p:nvSpPr>
            <p:cNvPr id="687117" name="Line 13"/>
            <p:cNvSpPr>
              <a:spLocks noChangeShapeType="1"/>
            </p:cNvSpPr>
            <p:nvPr/>
          </p:nvSpPr>
          <p:spPr bwMode="auto">
            <a:xfrm flipH="1">
              <a:off x="3072" y="528"/>
              <a:ext cx="0" cy="107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000">
                <a:latin typeface="+mn-lt"/>
              </a:endParaRPr>
            </a:p>
          </p:txBody>
        </p:sp>
        <p:sp>
          <p:nvSpPr>
            <p:cNvPr id="687118" name="Line 14"/>
            <p:cNvSpPr>
              <a:spLocks noChangeShapeType="1"/>
            </p:cNvSpPr>
            <p:nvPr/>
          </p:nvSpPr>
          <p:spPr bwMode="auto">
            <a:xfrm flipV="1">
              <a:off x="4464" y="528"/>
              <a:ext cx="0" cy="110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000">
                <a:latin typeface="+mn-lt"/>
              </a:endParaRPr>
            </a:p>
          </p:txBody>
        </p:sp>
        <p:sp>
          <p:nvSpPr>
            <p:cNvPr id="687119" name="Line 15"/>
            <p:cNvSpPr>
              <a:spLocks noChangeShapeType="1"/>
            </p:cNvSpPr>
            <p:nvPr/>
          </p:nvSpPr>
          <p:spPr bwMode="auto">
            <a:xfrm>
              <a:off x="3216" y="1728"/>
              <a:ext cx="110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000">
                <a:latin typeface="+mn-lt"/>
              </a:endParaRPr>
            </a:p>
          </p:txBody>
        </p:sp>
        <p:sp>
          <p:nvSpPr>
            <p:cNvPr id="687120" name="Line 16"/>
            <p:cNvSpPr>
              <a:spLocks noChangeShapeType="1"/>
            </p:cNvSpPr>
            <p:nvPr/>
          </p:nvSpPr>
          <p:spPr bwMode="auto">
            <a:xfrm flipV="1">
              <a:off x="3216" y="432"/>
              <a:ext cx="110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000">
                <a:latin typeface="+mn-lt"/>
              </a:endParaRPr>
            </a:p>
          </p:txBody>
        </p:sp>
        <p:sp>
          <p:nvSpPr>
            <p:cNvPr id="687121" name="Line 17"/>
            <p:cNvSpPr>
              <a:spLocks noChangeShapeType="1"/>
            </p:cNvSpPr>
            <p:nvPr/>
          </p:nvSpPr>
          <p:spPr bwMode="auto">
            <a:xfrm flipH="1" flipV="1">
              <a:off x="3168" y="528"/>
              <a:ext cx="0" cy="105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000">
                <a:latin typeface="+mn-lt"/>
              </a:endParaRPr>
            </a:p>
          </p:txBody>
        </p:sp>
        <p:sp>
          <p:nvSpPr>
            <p:cNvPr id="687122" name="Text Box 18"/>
            <p:cNvSpPr txBox="1">
              <a:spLocks noChangeArrowheads="1"/>
            </p:cNvSpPr>
            <p:nvPr/>
          </p:nvSpPr>
          <p:spPr bwMode="auto">
            <a:xfrm>
              <a:off x="2592" y="1392"/>
              <a:ext cx="314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000" b="1" dirty="0">
                  <a:latin typeface="+mn-lt"/>
                </a:rPr>
                <a:t>13</a:t>
              </a:r>
              <a:endParaRPr lang="en-GB" sz="2000" b="1" dirty="0">
                <a:latin typeface="+mn-lt"/>
              </a:endParaRPr>
            </a:p>
          </p:txBody>
        </p:sp>
        <p:sp>
          <p:nvSpPr>
            <p:cNvPr id="687123" name="Text Box 19"/>
            <p:cNvSpPr txBox="1">
              <a:spLocks noChangeArrowheads="1"/>
            </p:cNvSpPr>
            <p:nvPr/>
          </p:nvSpPr>
          <p:spPr bwMode="auto">
            <a:xfrm>
              <a:off x="2784" y="912"/>
              <a:ext cx="314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000" b="1">
                  <a:latin typeface="+mn-lt"/>
                </a:rPr>
                <a:t>10</a:t>
              </a:r>
              <a:endParaRPr lang="en-GB" sz="2000" b="1">
                <a:latin typeface="+mn-lt"/>
              </a:endParaRPr>
            </a:p>
          </p:txBody>
        </p:sp>
        <p:sp>
          <p:nvSpPr>
            <p:cNvPr id="687124" name="Text Box 20"/>
            <p:cNvSpPr txBox="1">
              <a:spLocks noChangeArrowheads="1"/>
            </p:cNvSpPr>
            <p:nvPr/>
          </p:nvSpPr>
          <p:spPr bwMode="auto">
            <a:xfrm>
              <a:off x="4416" y="912"/>
              <a:ext cx="215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000" b="1">
                  <a:latin typeface="+mn-lt"/>
                </a:rPr>
                <a:t>7</a:t>
              </a:r>
              <a:endParaRPr lang="en-GB" sz="2000" b="1">
                <a:latin typeface="+mn-lt"/>
              </a:endParaRPr>
            </a:p>
          </p:txBody>
        </p:sp>
        <p:sp>
          <p:nvSpPr>
            <p:cNvPr id="687125" name="Text Box 21"/>
            <p:cNvSpPr txBox="1">
              <a:spLocks noChangeArrowheads="1"/>
            </p:cNvSpPr>
            <p:nvPr/>
          </p:nvSpPr>
          <p:spPr bwMode="auto">
            <a:xfrm>
              <a:off x="3168" y="912"/>
              <a:ext cx="215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000" b="1">
                  <a:latin typeface="+mn-lt"/>
                </a:rPr>
                <a:t>4</a:t>
              </a:r>
              <a:endParaRPr lang="en-GB" sz="2000" b="1">
                <a:latin typeface="+mn-lt"/>
              </a:endParaRPr>
            </a:p>
          </p:txBody>
        </p:sp>
        <p:sp>
          <p:nvSpPr>
            <p:cNvPr id="687126" name="Text Box 22"/>
            <p:cNvSpPr txBox="1">
              <a:spLocks noChangeArrowheads="1"/>
            </p:cNvSpPr>
            <p:nvPr/>
          </p:nvSpPr>
          <p:spPr bwMode="auto">
            <a:xfrm>
              <a:off x="3793" y="1719"/>
              <a:ext cx="314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000" b="1">
                  <a:latin typeface="+mn-lt"/>
                </a:rPr>
                <a:t>14</a:t>
              </a:r>
              <a:endParaRPr lang="en-GB" sz="2000" b="1">
                <a:latin typeface="+mn-lt"/>
              </a:endParaRPr>
            </a:p>
          </p:txBody>
        </p:sp>
        <p:sp>
          <p:nvSpPr>
            <p:cNvPr id="687127" name="Text Box 23"/>
            <p:cNvSpPr txBox="1">
              <a:spLocks noChangeArrowheads="1"/>
            </p:cNvSpPr>
            <p:nvPr/>
          </p:nvSpPr>
          <p:spPr bwMode="auto">
            <a:xfrm>
              <a:off x="3792" y="960"/>
              <a:ext cx="215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000" b="1">
                  <a:latin typeface="+mn-lt"/>
                </a:rPr>
                <a:t>9</a:t>
              </a:r>
              <a:endParaRPr lang="en-GB" sz="2000" b="1">
                <a:latin typeface="+mn-lt"/>
              </a:endParaRPr>
            </a:p>
          </p:txBody>
        </p:sp>
        <p:sp>
          <p:nvSpPr>
            <p:cNvPr id="687128" name="Line 24"/>
            <p:cNvSpPr>
              <a:spLocks noChangeShapeType="1"/>
            </p:cNvSpPr>
            <p:nvPr/>
          </p:nvSpPr>
          <p:spPr bwMode="auto">
            <a:xfrm flipH="1">
              <a:off x="3216" y="480"/>
              <a:ext cx="1152" cy="115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000">
                <a:latin typeface="+mn-lt"/>
              </a:endParaRPr>
            </a:p>
          </p:txBody>
        </p:sp>
        <p:sp>
          <p:nvSpPr>
            <p:cNvPr id="687129" name="Text Box 25"/>
            <p:cNvSpPr txBox="1">
              <a:spLocks noChangeArrowheads="1"/>
            </p:cNvSpPr>
            <p:nvPr/>
          </p:nvSpPr>
          <p:spPr bwMode="auto">
            <a:xfrm>
              <a:off x="4800" y="1296"/>
              <a:ext cx="215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000" b="1">
                  <a:latin typeface="+mn-lt"/>
                </a:rPr>
                <a:t>4</a:t>
              </a:r>
              <a:endParaRPr lang="en-GB" sz="2000" b="1">
                <a:latin typeface="+mn-lt"/>
              </a:endParaRPr>
            </a:p>
          </p:txBody>
        </p:sp>
        <p:sp>
          <p:nvSpPr>
            <p:cNvPr id="687130" name="Oval 26"/>
            <p:cNvSpPr>
              <a:spLocks noChangeArrowheads="1"/>
            </p:cNvSpPr>
            <p:nvPr/>
          </p:nvSpPr>
          <p:spPr bwMode="auto">
            <a:xfrm>
              <a:off x="5040" y="960"/>
              <a:ext cx="240" cy="24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it-IT" sz="2000" b="1" i="1">
                  <a:latin typeface="+mn-lt"/>
                  <a:sym typeface="Symbol" charset="0"/>
                </a:rPr>
                <a:t>t</a:t>
              </a:r>
              <a:endParaRPr lang="it-IT" sz="2000" b="1" i="1">
                <a:latin typeface="+mn-lt"/>
              </a:endParaRPr>
            </a:p>
          </p:txBody>
        </p:sp>
        <p:sp>
          <p:nvSpPr>
            <p:cNvPr id="687131" name="Line 27"/>
            <p:cNvSpPr>
              <a:spLocks noChangeShapeType="1"/>
            </p:cNvSpPr>
            <p:nvPr/>
          </p:nvSpPr>
          <p:spPr bwMode="auto">
            <a:xfrm>
              <a:off x="4560" y="480"/>
              <a:ext cx="528" cy="52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000">
                <a:latin typeface="+mn-lt"/>
              </a:endParaRPr>
            </a:p>
          </p:txBody>
        </p:sp>
        <p:sp>
          <p:nvSpPr>
            <p:cNvPr id="687132" name="Line 28"/>
            <p:cNvSpPr>
              <a:spLocks noChangeShapeType="1"/>
            </p:cNvSpPr>
            <p:nvPr/>
          </p:nvSpPr>
          <p:spPr bwMode="auto">
            <a:xfrm flipV="1">
              <a:off x="4560" y="1152"/>
              <a:ext cx="528" cy="52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000">
                <a:latin typeface="+mn-lt"/>
              </a:endParaRPr>
            </a:p>
          </p:txBody>
        </p:sp>
        <p:sp>
          <p:nvSpPr>
            <p:cNvPr id="687133" name="Text Box 29"/>
            <p:cNvSpPr txBox="1">
              <a:spLocks noChangeArrowheads="1"/>
            </p:cNvSpPr>
            <p:nvPr/>
          </p:nvSpPr>
          <p:spPr bwMode="auto">
            <a:xfrm>
              <a:off x="4608" y="1488"/>
              <a:ext cx="215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000" b="1">
                  <a:solidFill>
                    <a:srgbClr val="FF0000"/>
                  </a:solidFill>
                  <a:latin typeface="+mn-lt"/>
                </a:rPr>
                <a:t>4</a:t>
              </a:r>
              <a:endParaRPr lang="en-GB" sz="2000" b="1">
                <a:solidFill>
                  <a:srgbClr val="FF0000"/>
                </a:solidFill>
                <a:latin typeface="+mn-lt"/>
              </a:endParaRPr>
            </a:p>
          </p:txBody>
        </p:sp>
        <p:sp>
          <p:nvSpPr>
            <p:cNvPr id="687134" name="Text Box 30"/>
            <p:cNvSpPr txBox="1">
              <a:spLocks noChangeArrowheads="1"/>
            </p:cNvSpPr>
            <p:nvPr/>
          </p:nvSpPr>
          <p:spPr bwMode="auto">
            <a:xfrm>
              <a:off x="3360" y="1680"/>
              <a:ext cx="215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000" b="1">
                  <a:solidFill>
                    <a:srgbClr val="FF0000"/>
                  </a:solidFill>
                  <a:latin typeface="+mn-lt"/>
                </a:rPr>
                <a:t>4</a:t>
              </a:r>
              <a:endParaRPr lang="en-GB" sz="2000" b="1">
                <a:solidFill>
                  <a:srgbClr val="FF0000"/>
                </a:solidFill>
                <a:latin typeface="+mn-lt"/>
              </a:endParaRPr>
            </a:p>
          </p:txBody>
        </p:sp>
        <p:sp>
          <p:nvSpPr>
            <p:cNvPr id="687135" name="Text Box 31"/>
            <p:cNvSpPr txBox="1">
              <a:spLocks noChangeArrowheads="1"/>
            </p:cNvSpPr>
            <p:nvPr/>
          </p:nvSpPr>
          <p:spPr bwMode="auto">
            <a:xfrm>
              <a:off x="4080" y="624"/>
              <a:ext cx="215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000" b="1">
                  <a:solidFill>
                    <a:srgbClr val="FF0000"/>
                  </a:solidFill>
                  <a:latin typeface="+mn-lt"/>
                </a:rPr>
                <a:t>4</a:t>
              </a:r>
              <a:endParaRPr lang="en-GB" sz="2000" b="1">
                <a:solidFill>
                  <a:srgbClr val="FF0000"/>
                </a:solidFill>
                <a:latin typeface="+mn-lt"/>
              </a:endParaRPr>
            </a:p>
          </p:txBody>
        </p:sp>
        <p:sp>
          <p:nvSpPr>
            <p:cNvPr id="687136" name="Text Box 32"/>
            <p:cNvSpPr txBox="1">
              <a:spLocks noChangeArrowheads="1"/>
            </p:cNvSpPr>
            <p:nvPr/>
          </p:nvSpPr>
          <p:spPr bwMode="auto">
            <a:xfrm>
              <a:off x="3360" y="192"/>
              <a:ext cx="215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000" b="1">
                  <a:solidFill>
                    <a:srgbClr val="FF0000"/>
                  </a:solidFill>
                  <a:latin typeface="+mn-lt"/>
                </a:rPr>
                <a:t>4</a:t>
              </a:r>
              <a:endParaRPr lang="en-GB" sz="2000" b="1">
                <a:solidFill>
                  <a:srgbClr val="FF0000"/>
                </a:solidFill>
                <a:latin typeface="+mn-lt"/>
              </a:endParaRPr>
            </a:p>
          </p:txBody>
        </p:sp>
        <p:sp>
          <p:nvSpPr>
            <p:cNvPr id="687137" name="Text Box 33"/>
            <p:cNvSpPr txBox="1">
              <a:spLocks noChangeArrowheads="1"/>
            </p:cNvSpPr>
            <p:nvPr/>
          </p:nvSpPr>
          <p:spPr bwMode="auto">
            <a:xfrm>
              <a:off x="2448" y="624"/>
              <a:ext cx="215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000" b="1">
                  <a:solidFill>
                    <a:srgbClr val="FF0000"/>
                  </a:solidFill>
                  <a:latin typeface="+mn-lt"/>
                </a:rPr>
                <a:t>4</a:t>
              </a:r>
              <a:endParaRPr lang="en-GB" sz="2000" b="1">
                <a:solidFill>
                  <a:srgbClr val="FF0000"/>
                </a:solidFill>
                <a:latin typeface="+mn-lt"/>
              </a:endParaRPr>
            </a:p>
          </p:txBody>
        </p:sp>
        <p:sp>
          <p:nvSpPr>
            <p:cNvPr id="687138" name="Text Box 34"/>
            <p:cNvSpPr txBox="1">
              <a:spLocks noChangeArrowheads="1"/>
            </p:cNvSpPr>
            <p:nvPr/>
          </p:nvSpPr>
          <p:spPr bwMode="auto">
            <a:xfrm>
              <a:off x="432" y="336"/>
              <a:ext cx="1920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hangingPunct="0"/>
              <a:r>
                <a:rPr lang="it-IT" sz="2800" dirty="0">
                  <a:solidFill>
                    <a:srgbClr val="FF0000"/>
                  </a:solidFill>
                  <a:latin typeface="+mn-lt"/>
                </a:rPr>
                <a:t>Nuovo flusso</a:t>
              </a:r>
            </a:p>
          </p:txBody>
        </p:sp>
      </p:grpSp>
      <p:grpSp>
        <p:nvGrpSpPr>
          <p:cNvPr id="687139" name="Group 35"/>
          <p:cNvGrpSpPr>
            <a:grpSpLocks/>
          </p:cNvGrpSpPr>
          <p:nvPr/>
        </p:nvGrpSpPr>
        <p:grpSpPr bwMode="auto">
          <a:xfrm>
            <a:off x="539552" y="3573016"/>
            <a:ext cx="7772400" cy="2990850"/>
            <a:chOff x="336" y="2112"/>
            <a:chExt cx="4896" cy="1884"/>
          </a:xfrm>
        </p:grpSpPr>
        <p:sp>
          <p:nvSpPr>
            <p:cNvPr id="687140" name="Line 36"/>
            <p:cNvSpPr>
              <a:spLocks noChangeShapeType="1"/>
            </p:cNvSpPr>
            <p:nvPr/>
          </p:nvSpPr>
          <p:spPr bwMode="auto">
            <a:xfrm flipV="1">
              <a:off x="2496" y="2496"/>
              <a:ext cx="432" cy="43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000">
                <a:latin typeface="+mn-lt"/>
              </a:endParaRPr>
            </a:p>
          </p:txBody>
        </p:sp>
        <p:sp>
          <p:nvSpPr>
            <p:cNvPr id="687141" name="Oval 37"/>
            <p:cNvSpPr>
              <a:spLocks noChangeArrowheads="1"/>
            </p:cNvSpPr>
            <p:nvPr/>
          </p:nvSpPr>
          <p:spPr bwMode="auto">
            <a:xfrm>
              <a:off x="2928" y="2304"/>
              <a:ext cx="240" cy="246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it-IT" sz="2000" b="1" i="1">
                  <a:latin typeface="+mn-lt"/>
                  <a:sym typeface="Symbol" charset="0"/>
                </a:rPr>
                <a:t>u</a:t>
              </a:r>
              <a:endParaRPr lang="it-IT" sz="2000" b="1" i="1">
                <a:latin typeface="+mn-lt"/>
              </a:endParaRPr>
            </a:p>
          </p:txBody>
        </p:sp>
        <p:sp>
          <p:nvSpPr>
            <p:cNvPr id="687142" name="Text Box 38"/>
            <p:cNvSpPr txBox="1">
              <a:spLocks noChangeArrowheads="1"/>
            </p:cNvSpPr>
            <p:nvPr/>
          </p:nvSpPr>
          <p:spPr bwMode="auto">
            <a:xfrm>
              <a:off x="4752" y="2544"/>
              <a:ext cx="314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000" b="1">
                  <a:latin typeface="+mn-lt"/>
                </a:rPr>
                <a:t>20</a:t>
              </a:r>
              <a:endParaRPr lang="en-GB" sz="2000" b="1">
                <a:latin typeface="+mn-lt"/>
              </a:endParaRPr>
            </a:p>
          </p:txBody>
        </p:sp>
        <p:sp>
          <p:nvSpPr>
            <p:cNvPr id="687143" name="Text Box 39"/>
            <p:cNvSpPr txBox="1">
              <a:spLocks noChangeArrowheads="1"/>
            </p:cNvSpPr>
            <p:nvPr/>
          </p:nvSpPr>
          <p:spPr bwMode="auto">
            <a:xfrm>
              <a:off x="3600" y="2112"/>
              <a:ext cx="215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000" b="1">
                  <a:latin typeface="+mn-lt"/>
                </a:rPr>
                <a:t>8</a:t>
              </a:r>
              <a:endParaRPr lang="en-GB" sz="2000" b="1">
                <a:latin typeface="+mn-lt"/>
              </a:endParaRPr>
            </a:p>
          </p:txBody>
        </p:sp>
        <p:sp>
          <p:nvSpPr>
            <p:cNvPr id="687144" name="Text Box 40"/>
            <p:cNvSpPr txBox="1">
              <a:spLocks noChangeArrowheads="1"/>
            </p:cNvSpPr>
            <p:nvPr/>
          </p:nvSpPr>
          <p:spPr bwMode="auto">
            <a:xfrm>
              <a:off x="2688" y="2688"/>
              <a:ext cx="215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000" b="1">
                  <a:latin typeface="+mn-lt"/>
                </a:rPr>
                <a:t>4</a:t>
              </a:r>
              <a:endParaRPr lang="en-GB" sz="2000" b="1">
                <a:latin typeface="+mn-lt"/>
              </a:endParaRPr>
            </a:p>
          </p:txBody>
        </p:sp>
        <p:sp>
          <p:nvSpPr>
            <p:cNvPr id="687145" name="Oval 41"/>
            <p:cNvSpPr>
              <a:spLocks noChangeArrowheads="1"/>
            </p:cNvSpPr>
            <p:nvPr/>
          </p:nvSpPr>
          <p:spPr bwMode="auto">
            <a:xfrm>
              <a:off x="2304" y="2928"/>
              <a:ext cx="240" cy="24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it-IT" sz="2000" b="1" i="1">
                  <a:latin typeface="+mn-lt"/>
                  <a:sym typeface="Symbol" charset="0"/>
                </a:rPr>
                <a:t>s</a:t>
              </a:r>
              <a:endParaRPr lang="it-IT" sz="2000" b="1" i="1">
                <a:latin typeface="+mn-lt"/>
              </a:endParaRPr>
            </a:p>
          </p:txBody>
        </p:sp>
        <p:sp>
          <p:nvSpPr>
            <p:cNvPr id="687146" name="Oval 42"/>
            <p:cNvSpPr>
              <a:spLocks noChangeArrowheads="1"/>
            </p:cNvSpPr>
            <p:nvPr/>
          </p:nvSpPr>
          <p:spPr bwMode="auto">
            <a:xfrm>
              <a:off x="4272" y="3648"/>
              <a:ext cx="240" cy="24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it-IT" sz="2000" b="1" i="1">
                  <a:latin typeface="+mn-lt"/>
                  <a:sym typeface="Symbol" charset="0"/>
                </a:rPr>
                <a:t>y</a:t>
              </a:r>
              <a:endParaRPr lang="it-IT" sz="2000" b="1" i="1">
                <a:latin typeface="+mn-lt"/>
              </a:endParaRPr>
            </a:p>
          </p:txBody>
        </p:sp>
        <p:sp>
          <p:nvSpPr>
            <p:cNvPr id="687147" name="Oval 43"/>
            <p:cNvSpPr>
              <a:spLocks noChangeArrowheads="1"/>
            </p:cNvSpPr>
            <p:nvPr/>
          </p:nvSpPr>
          <p:spPr bwMode="auto">
            <a:xfrm>
              <a:off x="2928" y="3600"/>
              <a:ext cx="240" cy="24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it-IT" sz="2000" b="1" i="1">
                  <a:latin typeface="+mn-lt"/>
                  <a:sym typeface="Symbol" charset="0"/>
                </a:rPr>
                <a:t>x</a:t>
              </a:r>
              <a:endParaRPr lang="it-IT" sz="2000" b="1" i="1">
                <a:latin typeface="+mn-lt"/>
              </a:endParaRPr>
            </a:p>
          </p:txBody>
        </p:sp>
        <p:sp>
          <p:nvSpPr>
            <p:cNvPr id="687148" name="Oval 44"/>
            <p:cNvSpPr>
              <a:spLocks noChangeArrowheads="1"/>
            </p:cNvSpPr>
            <p:nvPr/>
          </p:nvSpPr>
          <p:spPr bwMode="auto">
            <a:xfrm>
              <a:off x="4272" y="2304"/>
              <a:ext cx="240" cy="24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it-IT" sz="2000" b="1" i="1">
                  <a:latin typeface="+mn-lt"/>
                  <a:sym typeface="Symbol" charset="0"/>
                </a:rPr>
                <a:t>v</a:t>
              </a:r>
              <a:endParaRPr lang="it-IT" sz="2000" b="1" i="1">
                <a:latin typeface="+mn-lt"/>
              </a:endParaRPr>
            </a:p>
          </p:txBody>
        </p:sp>
        <p:sp>
          <p:nvSpPr>
            <p:cNvPr id="687149" name="Line 45"/>
            <p:cNvSpPr>
              <a:spLocks noChangeShapeType="1"/>
            </p:cNvSpPr>
            <p:nvPr/>
          </p:nvSpPr>
          <p:spPr bwMode="auto">
            <a:xfrm>
              <a:off x="2496" y="3168"/>
              <a:ext cx="480" cy="48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000">
                <a:latin typeface="+mn-lt"/>
              </a:endParaRPr>
            </a:p>
          </p:txBody>
        </p:sp>
        <p:sp>
          <p:nvSpPr>
            <p:cNvPr id="687150" name="Line 46"/>
            <p:cNvSpPr>
              <a:spLocks noChangeShapeType="1"/>
            </p:cNvSpPr>
            <p:nvPr/>
          </p:nvSpPr>
          <p:spPr bwMode="auto">
            <a:xfrm flipH="1">
              <a:off x="3024" y="2544"/>
              <a:ext cx="0" cy="107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000">
                <a:latin typeface="+mn-lt"/>
              </a:endParaRPr>
            </a:p>
          </p:txBody>
        </p:sp>
        <p:sp>
          <p:nvSpPr>
            <p:cNvPr id="687151" name="Line 47"/>
            <p:cNvSpPr>
              <a:spLocks noChangeShapeType="1"/>
            </p:cNvSpPr>
            <p:nvPr/>
          </p:nvSpPr>
          <p:spPr bwMode="auto">
            <a:xfrm flipV="1">
              <a:off x="4416" y="2544"/>
              <a:ext cx="0" cy="110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000">
                <a:latin typeface="+mn-lt"/>
              </a:endParaRPr>
            </a:p>
          </p:txBody>
        </p:sp>
        <p:sp>
          <p:nvSpPr>
            <p:cNvPr id="687152" name="Line 48"/>
            <p:cNvSpPr>
              <a:spLocks noChangeShapeType="1"/>
            </p:cNvSpPr>
            <p:nvPr/>
          </p:nvSpPr>
          <p:spPr bwMode="auto">
            <a:xfrm>
              <a:off x="3168" y="3792"/>
              <a:ext cx="110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000">
                <a:latin typeface="+mn-lt"/>
              </a:endParaRPr>
            </a:p>
          </p:txBody>
        </p:sp>
        <p:sp>
          <p:nvSpPr>
            <p:cNvPr id="687153" name="Line 49"/>
            <p:cNvSpPr>
              <a:spLocks noChangeShapeType="1"/>
            </p:cNvSpPr>
            <p:nvPr/>
          </p:nvSpPr>
          <p:spPr bwMode="auto">
            <a:xfrm flipV="1">
              <a:off x="3168" y="2352"/>
              <a:ext cx="110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000">
                <a:latin typeface="+mn-lt"/>
              </a:endParaRPr>
            </a:p>
          </p:txBody>
        </p:sp>
        <p:sp>
          <p:nvSpPr>
            <p:cNvPr id="687154" name="Line 50"/>
            <p:cNvSpPr>
              <a:spLocks noChangeShapeType="1"/>
            </p:cNvSpPr>
            <p:nvPr/>
          </p:nvSpPr>
          <p:spPr bwMode="auto">
            <a:xfrm flipH="1" flipV="1">
              <a:off x="3120" y="2544"/>
              <a:ext cx="0" cy="105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000">
                <a:latin typeface="+mn-lt"/>
              </a:endParaRPr>
            </a:p>
          </p:txBody>
        </p:sp>
        <p:sp>
          <p:nvSpPr>
            <p:cNvPr id="687155" name="Text Box 51"/>
            <p:cNvSpPr txBox="1">
              <a:spLocks noChangeArrowheads="1"/>
            </p:cNvSpPr>
            <p:nvPr/>
          </p:nvSpPr>
          <p:spPr bwMode="auto">
            <a:xfrm>
              <a:off x="2544" y="3408"/>
              <a:ext cx="314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000" b="1">
                  <a:latin typeface="+mn-lt"/>
                </a:rPr>
                <a:t>13</a:t>
              </a:r>
              <a:endParaRPr lang="en-GB" sz="2000" b="1">
                <a:latin typeface="+mn-lt"/>
              </a:endParaRPr>
            </a:p>
          </p:txBody>
        </p:sp>
        <p:sp>
          <p:nvSpPr>
            <p:cNvPr id="687156" name="Text Box 52"/>
            <p:cNvSpPr txBox="1">
              <a:spLocks noChangeArrowheads="1"/>
            </p:cNvSpPr>
            <p:nvPr/>
          </p:nvSpPr>
          <p:spPr bwMode="auto">
            <a:xfrm>
              <a:off x="2736" y="2928"/>
              <a:ext cx="314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000" b="1">
                  <a:latin typeface="+mn-lt"/>
                </a:rPr>
                <a:t>10</a:t>
              </a:r>
              <a:endParaRPr lang="en-GB" sz="2000" b="1">
                <a:latin typeface="+mn-lt"/>
              </a:endParaRPr>
            </a:p>
          </p:txBody>
        </p:sp>
        <p:sp>
          <p:nvSpPr>
            <p:cNvPr id="687157" name="Text Box 53"/>
            <p:cNvSpPr txBox="1">
              <a:spLocks noChangeArrowheads="1"/>
            </p:cNvSpPr>
            <p:nvPr/>
          </p:nvSpPr>
          <p:spPr bwMode="auto">
            <a:xfrm>
              <a:off x="4368" y="2928"/>
              <a:ext cx="215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000" b="1">
                  <a:latin typeface="+mn-lt"/>
                </a:rPr>
                <a:t>7</a:t>
              </a:r>
              <a:endParaRPr lang="en-GB" sz="2000" b="1">
                <a:latin typeface="+mn-lt"/>
              </a:endParaRPr>
            </a:p>
          </p:txBody>
        </p:sp>
        <p:sp>
          <p:nvSpPr>
            <p:cNvPr id="687158" name="Text Box 54"/>
            <p:cNvSpPr txBox="1">
              <a:spLocks noChangeArrowheads="1"/>
            </p:cNvSpPr>
            <p:nvPr/>
          </p:nvSpPr>
          <p:spPr bwMode="auto">
            <a:xfrm>
              <a:off x="3120" y="2928"/>
              <a:ext cx="215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000" b="1" dirty="0">
                  <a:latin typeface="+mn-lt"/>
                </a:rPr>
                <a:t>4</a:t>
              </a:r>
              <a:endParaRPr lang="en-GB" sz="2000" b="1" dirty="0">
                <a:latin typeface="+mn-lt"/>
              </a:endParaRPr>
            </a:p>
          </p:txBody>
        </p:sp>
        <p:sp>
          <p:nvSpPr>
            <p:cNvPr id="687159" name="Text Box 55"/>
            <p:cNvSpPr txBox="1">
              <a:spLocks noChangeArrowheads="1"/>
            </p:cNvSpPr>
            <p:nvPr/>
          </p:nvSpPr>
          <p:spPr bwMode="auto">
            <a:xfrm>
              <a:off x="3744" y="3744"/>
              <a:ext cx="314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000" b="1">
                  <a:latin typeface="+mn-lt"/>
                </a:rPr>
                <a:t>10</a:t>
              </a:r>
              <a:endParaRPr lang="en-GB" sz="2000" b="1">
                <a:latin typeface="+mn-lt"/>
              </a:endParaRPr>
            </a:p>
          </p:txBody>
        </p:sp>
        <p:sp>
          <p:nvSpPr>
            <p:cNvPr id="687160" name="Text Box 56"/>
            <p:cNvSpPr txBox="1">
              <a:spLocks noChangeArrowheads="1"/>
            </p:cNvSpPr>
            <p:nvPr/>
          </p:nvSpPr>
          <p:spPr bwMode="auto">
            <a:xfrm>
              <a:off x="3744" y="3024"/>
              <a:ext cx="215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000" b="1">
                  <a:latin typeface="+mn-lt"/>
                </a:rPr>
                <a:t>5</a:t>
              </a:r>
              <a:endParaRPr lang="en-GB" sz="2000" b="1">
                <a:latin typeface="+mn-lt"/>
              </a:endParaRPr>
            </a:p>
          </p:txBody>
        </p:sp>
        <p:sp>
          <p:nvSpPr>
            <p:cNvPr id="687161" name="Line 57"/>
            <p:cNvSpPr>
              <a:spLocks noChangeShapeType="1"/>
            </p:cNvSpPr>
            <p:nvPr/>
          </p:nvSpPr>
          <p:spPr bwMode="auto">
            <a:xfrm flipH="1">
              <a:off x="3120" y="2496"/>
              <a:ext cx="1152" cy="115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000">
                <a:latin typeface="+mn-lt"/>
              </a:endParaRPr>
            </a:p>
          </p:txBody>
        </p:sp>
        <p:sp>
          <p:nvSpPr>
            <p:cNvPr id="687162" name="Text Box 58"/>
            <p:cNvSpPr txBox="1">
              <a:spLocks noChangeArrowheads="1"/>
            </p:cNvSpPr>
            <p:nvPr/>
          </p:nvSpPr>
          <p:spPr bwMode="auto">
            <a:xfrm>
              <a:off x="4656" y="3168"/>
              <a:ext cx="215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000" b="1">
                  <a:latin typeface="+mn-lt"/>
                </a:rPr>
                <a:t>4</a:t>
              </a:r>
              <a:endParaRPr lang="en-GB" sz="2000" b="1">
                <a:latin typeface="+mn-lt"/>
              </a:endParaRPr>
            </a:p>
          </p:txBody>
        </p:sp>
        <p:sp>
          <p:nvSpPr>
            <p:cNvPr id="687163" name="Oval 59"/>
            <p:cNvSpPr>
              <a:spLocks noChangeArrowheads="1"/>
            </p:cNvSpPr>
            <p:nvPr/>
          </p:nvSpPr>
          <p:spPr bwMode="auto">
            <a:xfrm>
              <a:off x="4992" y="2976"/>
              <a:ext cx="240" cy="24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it-IT" sz="2000" b="1" i="1">
                  <a:latin typeface="+mn-lt"/>
                  <a:sym typeface="Symbol" charset="0"/>
                </a:rPr>
                <a:t>t</a:t>
              </a:r>
              <a:endParaRPr lang="it-IT" sz="2000" b="1" i="1">
                <a:latin typeface="+mn-lt"/>
              </a:endParaRPr>
            </a:p>
          </p:txBody>
        </p:sp>
        <p:sp>
          <p:nvSpPr>
            <p:cNvPr id="687164" name="Line 60"/>
            <p:cNvSpPr>
              <a:spLocks noChangeShapeType="1"/>
            </p:cNvSpPr>
            <p:nvPr/>
          </p:nvSpPr>
          <p:spPr bwMode="auto">
            <a:xfrm>
              <a:off x="4512" y="2496"/>
              <a:ext cx="528" cy="52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000">
                <a:latin typeface="+mn-lt"/>
              </a:endParaRPr>
            </a:p>
          </p:txBody>
        </p:sp>
        <p:sp>
          <p:nvSpPr>
            <p:cNvPr id="687165" name="Line 61"/>
            <p:cNvSpPr>
              <a:spLocks noChangeShapeType="1"/>
            </p:cNvSpPr>
            <p:nvPr/>
          </p:nvSpPr>
          <p:spPr bwMode="auto">
            <a:xfrm flipV="1">
              <a:off x="4512" y="3168"/>
              <a:ext cx="528" cy="52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000">
                <a:latin typeface="+mn-lt"/>
              </a:endParaRPr>
            </a:p>
          </p:txBody>
        </p:sp>
        <p:sp>
          <p:nvSpPr>
            <p:cNvPr id="687166" name="Text Box 62"/>
            <p:cNvSpPr txBox="1">
              <a:spLocks noChangeArrowheads="1"/>
            </p:cNvSpPr>
            <p:nvPr/>
          </p:nvSpPr>
          <p:spPr bwMode="auto">
            <a:xfrm>
              <a:off x="336" y="2256"/>
              <a:ext cx="1440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hangingPunct="0"/>
              <a:r>
                <a:rPr lang="it-IT" sz="2800" dirty="0">
                  <a:latin typeface="+mn-lt"/>
                </a:rPr>
                <a:t>Rete residua</a:t>
              </a:r>
            </a:p>
          </p:txBody>
        </p:sp>
        <p:sp>
          <p:nvSpPr>
            <p:cNvPr id="687167" name="Line 63"/>
            <p:cNvSpPr>
              <a:spLocks noChangeShapeType="1"/>
            </p:cNvSpPr>
            <p:nvPr/>
          </p:nvSpPr>
          <p:spPr bwMode="auto">
            <a:xfrm flipV="1">
              <a:off x="2544" y="2544"/>
              <a:ext cx="432" cy="43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000">
                <a:latin typeface="+mn-lt"/>
              </a:endParaRPr>
            </a:p>
          </p:txBody>
        </p:sp>
        <p:sp>
          <p:nvSpPr>
            <p:cNvPr id="687168" name="Text Box 64"/>
            <p:cNvSpPr txBox="1">
              <a:spLocks noChangeArrowheads="1"/>
            </p:cNvSpPr>
            <p:nvPr/>
          </p:nvSpPr>
          <p:spPr bwMode="auto">
            <a:xfrm>
              <a:off x="2496" y="2448"/>
              <a:ext cx="314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000" b="1">
                  <a:latin typeface="+mn-lt"/>
                </a:rPr>
                <a:t>12</a:t>
              </a:r>
              <a:endParaRPr lang="en-GB" sz="2000" b="1">
                <a:latin typeface="+mn-lt"/>
              </a:endParaRPr>
            </a:p>
          </p:txBody>
        </p:sp>
        <p:sp>
          <p:nvSpPr>
            <p:cNvPr id="687169" name="Line 65"/>
            <p:cNvSpPr>
              <a:spLocks noChangeShapeType="1"/>
            </p:cNvSpPr>
            <p:nvPr/>
          </p:nvSpPr>
          <p:spPr bwMode="auto">
            <a:xfrm flipV="1">
              <a:off x="3168" y="2448"/>
              <a:ext cx="110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000">
                <a:latin typeface="+mn-lt"/>
              </a:endParaRPr>
            </a:p>
          </p:txBody>
        </p:sp>
        <p:sp>
          <p:nvSpPr>
            <p:cNvPr id="687170" name="Text Box 66"/>
            <p:cNvSpPr txBox="1">
              <a:spLocks noChangeArrowheads="1"/>
            </p:cNvSpPr>
            <p:nvPr/>
          </p:nvSpPr>
          <p:spPr bwMode="auto">
            <a:xfrm>
              <a:off x="3600" y="2400"/>
              <a:ext cx="215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000" b="1">
                  <a:latin typeface="+mn-lt"/>
                </a:rPr>
                <a:t>4</a:t>
              </a:r>
              <a:endParaRPr lang="en-GB" sz="2000" b="1">
                <a:latin typeface="+mn-lt"/>
              </a:endParaRPr>
            </a:p>
          </p:txBody>
        </p:sp>
        <p:sp>
          <p:nvSpPr>
            <p:cNvPr id="687171" name="Line 67"/>
            <p:cNvSpPr>
              <a:spLocks noChangeShapeType="1"/>
            </p:cNvSpPr>
            <p:nvPr/>
          </p:nvSpPr>
          <p:spPr bwMode="auto">
            <a:xfrm flipH="1">
              <a:off x="3168" y="2544"/>
              <a:ext cx="1152" cy="115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000">
                <a:latin typeface="+mn-lt"/>
              </a:endParaRPr>
            </a:p>
          </p:txBody>
        </p:sp>
        <p:sp>
          <p:nvSpPr>
            <p:cNvPr id="687172" name="Text Box 68"/>
            <p:cNvSpPr txBox="1">
              <a:spLocks noChangeArrowheads="1"/>
            </p:cNvSpPr>
            <p:nvPr/>
          </p:nvSpPr>
          <p:spPr bwMode="auto">
            <a:xfrm>
              <a:off x="3600" y="2784"/>
              <a:ext cx="215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000" b="1">
                  <a:latin typeface="+mn-lt"/>
                </a:rPr>
                <a:t>4</a:t>
              </a:r>
              <a:endParaRPr lang="en-GB" sz="2000" b="1">
                <a:latin typeface="+mn-lt"/>
              </a:endParaRPr>
            </a:p>
          </p:txBody>
        </p:sp>
        <p:sp>
          <p:nvSpPr>
            <p:cNvPr id="687173" name="Line 69"/>
            <p:cNvSpPr>
              <a:spLocks noChangeShapeType="1"/>
            </p:cNvSpPr>
            <p:nvPr/>
          </p:nvSpPr>
          <p:spPr bwMode="auto">
            <a:xfrm>
              <a:off x="3168" y="3696"/>
              <a:ext cx="110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000">
                <a:latin typeface="+mn-lt"/>
              </a:endParaRPr>
            </a:p>
          </p:txBody>
        </p:sp>
        <p:sp>
          <p:nvSpPr>
            <p:cNvPr id="687174" name="Text Box 70"/>
            <p:cNvSpPr txBox="1">
              <a:spLocks noChangeArrowheads="1"/>
            </p:cNvSpPr>
            <p:nvPr/>
          </p:nvSpPr>
          <p:spPr bwMode="auto">
            <a:xfrm>
              <a:off x="3792" y="3456"/>
              <a:ext cx="215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000" b="1">
                  <a:latin typeface="+mn-lt"/>
                </a:rPr>
                <a:t>4</a:t>
              </a:r>
              <a:endParaRPr lang="en-GB" sz="2000" b="1">
                <a:latin typeface="+mn-lt"/>
              </a:endParaRPr>
            </a:p>
          </p:txBody>
        </p:sp>
      </p:grp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9154" name="Group 2"/>
          <p:cNvGrpSpPr>
            <a:grpSpLocks/>
          </p:cNvGrpSpPr>
          <p:nvPr/>
        </p:nvGrpSpPr>
        <p:grpSpPr bwMode="auto">
          <a:xfrm>
            <a:off x="609600" y="990600"/>
            <a:ext cx="7467600" cy="2636838"/>
            <a:chOff x="384" y="624"/>
            <a:chExt cx="4704" cy="1661"/>
          </a:xfrm>
        </p:grpSpPr>
        <p:sp>
          <p:nvSpPr>
            <p:cNvPr id="689155" name="Line 3"/>
            <p:cNvSpPr>
              <a:spLocks noChangeShapeType="1"/>
            </p:cNvSpPr>
            <p:nvPr/>
          </p:nvSpPr>
          <p:spPr bwMode="auto">
            <a:xfrm>
              <a:off x="3216" y="1920"/>
              <a:ext cx="1104" cy="0"/>
            </a:xfrm>
            <a:prstGeom prst="line">
              <a:avLst/>
            </a:prstGeom>
            <a:noFill/>
            <a:ln w="101600">
              <a:solidFill>
                <a:srgbClr val="00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89156" name="Line 4"/>
            <p:cNvSpPr>
              <a:spLocks noChangeShapeType="1"/>
            </p:cNvSpPr>
            <p:nvPr/>
          </p:nvSpPr>
          <p:spPr bwMode="auto">
            <a:xfrm>
              <a:off x="4560" y="624"/>
              <a:ext cx="528" cy="528"/>
            </a:xfrm>
            <a:prstGeom prst="line">
              <a:avLst/>
            </a:prstGeom>
            <a:noFill/>
            <a:ln w="101600">
              <a:solidFill>
                <a:srgbClr val="00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89157" name="Line 5"/>
            <p:cNvSpPr>
              <a:spLocks noChangeShapeType="1"/>
            </p:cNvSpPr>
            <p:nvPr/>
          </p:nvSpPr>
          <p:spPr bwMode="auto">
            <a:xfrm flipV="1">
              <a:off x="4464" y="672"/>
              <a:ext cx="0" cy="1104"/>
            </a:xfrm>
            <a:prstGeom prst="line">
              <a:avLst/>
            </a:prstGeom>
            <a:noFill/>
            <a:ln w="101600">
              <a:solidFill>
                <a:srgbClr val="00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89158" name="Line 6"/>
            <p:cNvSpPr>
              <a:spLocks noChangeShapeType="1"/>
            </p:cNvSpPr>
            <p:nvPr/>
          </p:nvSpPr>
          <p:spPr bwMode="auto">
            <a:xfrm>
              <a:off x="3072" y="672"/>
              <a:ext cx="0" cy="1056"/>
            </a:xfrm>
            <a:prstGeom prst="line">
              <a:avLst/>
            </a:prstGeom>
            <a:noFill/>
            <a:ln w="101600">
              <a:solidFill>
                <a:srgbClr val="00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89159" name="Line 7"/>
            <p:cNvSpPr>
              <a:spLocks noChangeShapeType="1"/>
            </p:cNvSpPr>
            <p:nvPr/>
          </p:nvSpPr>
          <p:spPr bwMode="auto">
            <a:xfrm flipV="1">
              <a:off x="2544" y="624"/>
              <a:ext cx="432" cy="432"/>
            </a:xfrm>
            <a:prstGeom prst="line">
              <a:avLst/>
            </a:prstGeom>
            <a:noFill/>
            <a:ln w="101600">
              <a:solidFill>
                <a:srgbClr val="00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89160" name="Text Box 8"/>
            <p:cNvSpPr txBox="1">
              <a:spLocks noChangeArrowheads="1"/>
            </p:cNvSpPr>
            <p:nvPr/>
          </p:nvSpPr>
          <p:spPr bwMode="auto">
            <a:xfrm>
              <a:off x="384" y="1920"/>
              <a:ext cx="2400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hangingPunct="0"/>
              <a:r>
                <a:rPr lang="it-IT">
                  <a:solidFill>
                    <a:srgbClr val="33CC33"/>
                  </a:solidFill>
                  <a:latin typeface="Times New Roman" charset="0"/>
                </a:rPr>
                <a:t>Cammino aumentante</a:t>
              </a:r>
            </a:p>
          </p:txBody>
        </p:sp>
      </p:grpSp>
      <p:grpSp>
        <p:nvGrpSpPr>
          <p:cNvPr id="689161" name="Group 9"/>
          <p:cNvGrpSpPr>
            <a:grpSpLocks/>
          </p:cNvGrpSpPr>
          <p:nvPr/>
        </p:nvGrpSpPr>
        <p:grpSpPr bwMode="auto">
          <a:xfrm>
            <a:off x="609600" y="381000"/>
            <a:ext cx="7772400" cy="3048000"/>
            <a:chOff x="336" y="2112"/>
            <a:chExt cx="4896" cy="1920"/>
          </a:xfrm>
        </p:grpSpPr>
        <p:sp>
          <p:nvSpPr>
            <p:cNvPr id="689162" name="Line 10"/>
            <p:cNvSpPr>
              <a:spLocks noChangeShapeType="1"/>
            </p:cNvSpPr>
            <p:nvPr/>
          </p:nvSpPr>
          <p:spPr bwMode="auto">
            <a:xfrm flipV="1">
              <a:off x="2496" y="2496"/>
              <a:ext cx="432" cy="43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89163" name="Oval 11"/>
            <p:cNvSpPr>
              <a:spLocks noChangeArrowheads="1"/>
            </p:cNvSpPr>
            <p:nvPr/>
          </p:nvSpPr>
          <p:spPr bwMode="auto">
            <a:xfrm>
              <a:off x="2928" y="2304"/>
              <a:ext cx="240" cy="246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it-IT" sz="2400" b="1" i="1">
                  <a:latin typeface="Times New Roman" charset="0"/>
                  <a:sym typeface="Symbol" charset="0"/>
                </a:rPr>
                <a:t>u</a:t>
              </a:r>
              <a:endParaRPr lang="it-IT" sz="2400" b="1" i="1">
                <a:latin typeface="Times New Roman" charset="0"/>
              </a:endParaRPr>
            </a:p>
          </p:txBody>
        </p:sp>
        <p:sp>
          <p:nvSpPr>
            <p:cNvPr id="689164" name="Text Box 12"/>
            <p:cNvSpPr txBox="1">
              <a:spLocks noChangeArrowheads="1"/>
            </p:cNvSpPr>
            <p:nvPr/>
          </p:nvSpPr>
          <p:spPr bwMode="auto">
            <a:xfrm>
              <a:off x="4752" y="2544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>
                  <a:latin typeface="Times New Roman" charset="0"/>
                </a:rPr>
                <a:t>20</a:t>
              </a:r>
              <a:endParaRPr lang="en-GB" sz="2400" b="1">
                <a:latin typeface="Times New Roman" charset="0"/>
              </a:endParaRPr>
            </a:p>
          </p:txBody>
        </p:sp>
        <p:sp>
          <p:nvSpPr>
            <p:cNvPr id="689165" name="Text Box 13"/>
            <p:cNvSpPr txBox="1">
              <a:spLocks noChangeArrowheads="1"/>
            </p:cNvSpPr>
            <p:nvPr/>
          </p:nvSpPr>
          <p:spPr bwMode="auto">
            <a:xfrm>
              <a:off x="3600" y="2112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>
                  <a:latin typeface="Times New Roman" charset="0"/>
                </a:rPr>
                <a:t>8</a:t>
              </a:r>
              <a:endParaRPr lang="en-GB" sz="2400" b="1">
                <a:latin typeface="Times New Roman" charset="0"/>
              </a:endParaRPr>
            </a:p>
          </p:txBody>
        </p:sp>
        <p:sp>
          <p:nvSpPr>
            <p:cNvPr id="689166" name="Text Box 14"/>
            <p:cNvSpPr txBox="1">
              <a:spLocks noChangeArrowheads="1"/>
            </p:cNvSpPr>
            <p:nvPr/>
          </p:nvSpPr>
          <p:spPr bwMode="auto">
            <a:xfrm>
              <a:off x="2688" y="2688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>
                  <a:latin typeface="Times New Roman" charset="0"/>
                </a:rPr>
                <a:t>4</a:t>
              </a:r>
              <a:endParaRPr lang="en-GB" sz="2400" b="1">
                <a:latin typeface="Times New Roman" charset="0"/>
              </a:endParaRPr>
            </a:p>
          </p:txBody>
        </p:sp>
        <p:sp>
          <p:nvSpPr>
            <p:cNvPr id="689167" name="Oval 15"/>
            <p:cNvSpPr>
              <a:spLocks noChangeArrowheads="1"/>
            </p:cNvSpPr>
            <p:nvPr/>
          </p:nvSpPr>
          <p:spPr bwMode="auto">
            <a:xfrm>
              <a:off x="2304" y="2928"/>
              <a:ext cx="240" cy="24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it-IT" sz="2400" b="1" i="1">
                  <a:latin typeface="Times New Roman" charset="0"/>
                  <a:sym typeface="Symbol" charset="0"/>
                </a:rPr>
                <a:t>s</a:t>
              </a:r>
              <a:endParaRPr lang="it-IT" sz="2400" b="1" i="1">
                <a:latin typeface="Times New Roman" charset="0"/>
              </a:endParaRPr>
            </a:p>
          </p:txBody>
        </p:sp>
        <p:sp>
          <p:nvSpPr>
            <p:cNvPr id="689168" name="Oval 16"/>
            <p:cNvSpPr>
              <a:spLocks noChangeArrowheads="1"/>
            </p:cNvSpPr>
            <p:nvPr/>
          </p:nvSpPr>
          <p:spPr bwMode="auto">
            <a:xfrm>
              <a:off x="4272" y="3648"/>
              <a:ext cx="240" cy="24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it-IT" sz="2400" b="1" i="1">
                  <a:latin typeface="Times New Roman" charset="0"/>
                  <a:sym typeface="Symbol" charset="0"/>
                </a:rPr>
                <a:t>y</a:t>
              </a:r>
              <a:endParaRPr lang="it-IT" sz="2400" b="1" i="1">
                <a:latin typeface="Times New Roman" charset="0"/>
              </a:endParaRPr>
            </a:p>
          </p:txBody>
        </p:sp>
        <p:sp>
          <p:nvSpPr>
            <p:cNvPr id="689169" name="Oval 17"/>
            <p:cNvSpPr>
              <a:spLocks noChangeArrowheads="1"/>
            </p:cNvSpPr>
            <p:nvPr/>
          </p:nvSpPr>
          <p:spPr bwMode="auto">
            <a:xfrm>
              <a:off x="2928" y="3600"/>
              <a:ext cx="240" cy="24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it-IT" sz="2400" b="1" i="1">
                  <a:latin typeface="Times New Roman" charset="0"/>
                  <a:sym typeface="Symbol" charset="0"/>
                </a:rPr>
                <a:t>x</a:t>
              </a:r>
              <a:endParaRPr lang="it-IT" sz="2400" b="1" i="1">
                <a:latin typeface="Times New Roman" charset="0"/>
              </a:endParaRPr>
            </a:p>
          </p:txBody>
        </p:sp>
        <p:sp>
          <p:nvSpPr>
            <p:cNvPr id="689170" name="Oval 18"/>
            <p:cNvSpPr>
              <a:spLocks noChangeArrowheads="1"/>
            </p:cNvSpPr>
            <p:nvPr/>
          </p:nvSpPr>
          <p:spPr bwMode="auto">
            <a:xfrm>
              <a:off x="4272" y="2304"/>
              <a:ext cx="240" cy="24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it-IT" sz="2400" b="1" i="1">
                  <a:latin typeface="Times New Roman" charset="0"/>
                  <a:sym typeface="Symbol" charset="0"/>
                </a:rPr>
                <a:t>v</a:t>
              </a:r>
              <a:endParaRPr lang="it-IT" sz="2400" b="1" i="1">
                <a:latin typeface="Times New Roman" charset="0"/>
              </a:endParaRPr>
            </a:p>
          </p:txBody>
        </p:sp>
        <p:sp>
          <p:nvSpPr>
            <p:cNvPr id="689171" name="Line 19"/>
            <p:cNvSpPr>
              <a:spLocks noChangeShapeType="1"/>
            </p:cNvSpPr>
            <p:nvPr/>
          </p:nvSpPr>
          <p:spPr bwMode="auto">
            <a:xfrm>
              <a:off x="2496" y="3168"/>
              <a:ext cx="480" cy="48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89172" name="Line 20"/>
            <p:cNvSpPr>
              <a:spLocks noChangeShapeType="1"/>
            </p:cNvSpPr>
            <p:nvPr/>
          </p:nvSpPr>
          <p:spPr bwMode="auto">
            <a:xfrm flipH="1">
              <a:off x="3024" y="2544"/>
              <a:ext cx="0" cy="107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89173" name="Line 21"/>
            <p:cNvSpPr>
              <a:spLocks noChangeShapeType="1"/>
            </p:cNvSpPr>
            <p:nvPr/>
          </p:nvSpPr>
          <p:spPr bwMode="auto">
            <a:xfrm flipV="1">
              <a:off x="4416" y="2544"/>
              <a:ext cx="0" cy="110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89174" name="Line 22"/>
            <p:cNvSpPr>
              <a:spLocks noChangeShapeType="1"/>
            </p:cNvSpPr>
            <p:nvPr/>
          </p:nvSpPr>
          <p:spPr bwMode="auto">
            <a:xfrm>
              <a:off x="3168" y="3792"/>
              <a:ext cx="110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89175" name="Line 23"/>
            <p:cNvSpPr>
              <a:spLocks noChangeShapeType="1"/>
            </p:cNvSpPr>
            <p:nvPr/>
          </p:nvSpPr>
          <p:spPr bwMode="auto">
            <a:xfrm flipV="1">
              <a:off x="3168" y="2352"/>
              <a:ext cx="110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89176" name="Line 24"/>
            <p:cNvSpPr>
              <a:spLocks noChangeShapeType="1"/>
            </p:cNvSpPr>
            <p:nvPr/>
          </p:nvSpPr>
          <p:spPr bwMode="auto">
            <a:xfrm flipH="1" flipV="1">
              <a:off x="3120" y="2544"/>
              <a:ext cx="0" cy="105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89177" name="Text Box 25"/>
            <p:cNvSpPr txBox="1">
              <a:spLocks noChangeArrowheads="1"/>
            </p:cNvSpPr>
            <p:nvPr/>
          </p:nvSpPr>
          <p:spPr bwMode="auto">
            <a:xfrm>
              <a:off x="2544" y="3408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>
                  <a:latin typeface="Times New Roman" charset="0"/>
                </a:rPr>
                <a:t>13</a:t>
              </a:r>
              <a:endParaRPr lang="en-GB" sz="2400" b="1">
                <a:latin typeface="Times New Roman" charset="0"/>
              </a:endParaRPr>
            </a:p>
          </p:txBody>
        </p:sp>
        <p:sp>
          <p:nvSpPr>
            <p:cNvPr id="689178" name="Text Box 26"/>
            <p:cNvSpPr txBox="1">
              <a:spLocks noChangeArrowheads="1"/>
            </p:cNvSpPr>
            <p:nvPr/>
          </p:nvSpPr>
          <p:spPr bwMode="auto">
            <a:xfrm>
              <a:off x="2736" y="2928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>
                  <a:latin typeface="Times New Roman" charset="0"/>
                </a:rPr>
                <a:t>10</a:t>
              </a:r>
              <a:endParaRPr lang="en-GB" sz="2400" b="1">
                <a:latin typeface="Times New Roman" charset="0"/>
              </a:endParaRPr>
            </a:p>
          </p:txBody>
        </p:sp>
        <p:sp>
          <p:nvSpPr>
            <p:cNvPr id="689179" name="Text Box 27"/>
            <p:cNvSpPr txBox="1">
              <a:spLocks noChangeArrowheads="1"/>
            </p:cNvSpPr>
            <p:nvPr/>
          </p:nvSpPr>
          <p:spPr bwMode="auto">
            <a:xfrm>
              <a:off x="4368" y="2928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>
                  <a:latin typeface="Times New Roman" charset="0"/>
                </a:rPr>
                <a:t>7</a:t>
              </a:r>
              <a:endParaRPr lang="en-GB" sz="2400" b="1">
                <a:latin typeface="Times New Roman" charset="0"/>
              </a:endParaRPr>
            </a:p>
          </p:txBody>
        </p:sp>
        <p:sp>
          <p:nvSpPr>
            <p:cNvPr id="689180" name="Text Box 28"/>
            <p:cNvSpPr txBox="1">
              <a:spLocks noChangeArrowheads="1"/>
            </p:cNvSpPr>
            <p:nvPr/>
          </p:nvSpPr>
          <p:spPr bwMode="auto">
            <a:xfrm>
              <a:off x="3120" y="2928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>
                  <a:latin typeface="Times New Roman" charset="0"/>
                </a:rPr>
                <a:t>4</a:t>
              </a:r>
              <a:endParaRPr lang="en-GB" sz="2400" b="1">
                <a:latin typeface="Times New Roman" charset="0"/>
              </a:endParaRPr>
            </a:p>
          </p:txBody>
        </p:sp>
        <p:sp>
          <p:nvSpPr>
            <p:cNvPr id="689181" name="Text Box 29"/>
            <p:cNvSpPr txBox="1">
              <a:spLocks noChangeArrowheads="1"/>
            </p:cNvSpPr>
            <p:nvPr/>
          </p:nvSpPr>
          <p:spPr bwMode="auto">
            <a:xfrm>
              <a:off x="3744" y="3744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>
                  <a:latin typeface="Times New Roman" charset="0"/>
                </a:rPr>
                <a:t>10</a:t>
              </a:r>
              <a:endParaRPr lang="en-GB" sz="2400" b="1">
                <a:latin typeface="Times New Roman" charset="0"/>
              </a:endParaRPr>
            </a:p>
          </p:txBody>
        </p:sp>
        <p:sp>
          <p:nvSpPr>
            <p:cNvPr id="689182" name="Text Box 30"/>
            <p:cNvSpPr txBox="1">
              <a:spLocks noChangeArrowheads="1"/>
            </p:cNvSpPr>
            <p:nvPr/>
          </p:nvSpPr>
          <p:spPr bwMode="auto">
            <a:xfrm>
              <a:off x="3744" y="3024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>
                  <a:latin typeface="Times New Roman" charset="0"/>
                </a:rPr>
                <a:t>5</a:t>
              </a:r>
              <a:endParaRPr lang="en-GB" sz="2400" b="1">
                <a:latin typeface="Times New Roman" charset="0"/>
              </a:endParaRPr>
            </a:p>
          </p:txBody>
        </p:sp>
        <p:sp>
          <p:nvSpPr>
            <p:cNvPr id="689183" name="Line 31"/>
            <p:cNvSpPr>
              <a:spLocks noChangeShapeType="1"/>
            </p:cNvSpPr>
            <p:nvPr/>
          </p:nvSpPr>
          <p:spPr bwMode="auto">
            <a:xfrm flipH="1">
              <a:off x="3120" y="2496"/>
              <a:ext cx="1152" cy="115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89184" name="Text Box 32"/>
            <p:cNvSpPr txBox="1">
              <a:spLocks noChangeArrowheads="1"/>
            </p:cNvSpPr>
            <p:nvPr/>
          </p:nvSpPr>
          <p:spPr bwMode="auto">
            <a:xfrm>
              <a:off x="4656" y="3168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>
                  <a:latin typeface="Times New Roman" charset="0"/>
                </a:rPr>
                <a:t>4</a:t>
              </a:r>
              <a:endParaRPr lang="en-GB" sz="2400" b="1">
                <a:latin typeface="Times New Roman" charset="0"/>
              </a:endParaRPr>
            </a:p>
          </p:txBody>
        </p:sp>
        <p:sp>
          <p:nvSpPr>
            <p:cNvPr id="689185" name="Oval 33"/>
            <p:cNvSpPr>
              <a:spLocks noChangeArrowheads="1"/>
            </p:cNvSpPr>
            <p:nvPr/>
          </p:nvSpPr>
          <p:spPr bwMode="auto">
            <a:xfrm>
              <a:off x="4992" y="2976"/>
              <a:ext cx="240" cy="24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it-IT" sz="2400" b="1" i="1">
                  <a:latin typeface="Times New Roman" charset="0"/>
                  <a:sym typeface="Symbol" charset="0"/>
                </a:rPr>
                <a:t>t</a:t>
              </a:r>
              <a:endParaRPr lang="it-IT" sz="2400" b="1" i="1">
                <a:latin typeface="Times New Roman" charset="0"/>
              </a:endParaRPr>
            </a:p>
          </p:txBody>
        </p:sp>
        <p:sp>
          <p:nvSpPr>
            <p:cNvPr id="689186" name="Line 34"/>
            <p:cNvSpPr>
              <a:spLocks noChangeShapeType="1"/>
            </p:cNvSpPr>
            <p:nvPr/>
          </p:nvSpPr>
          <p:spPr bwMode="auto">
            <a:xfrm>
              <a:off x="4512" y="2496"/>
              <a:ext cx="528" cy="52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89187" name="Line 35"/>
            <p:cNvSpPr>
              <a:spLocks noChangeShapeType="1"/>
            </p:cNvSpPr>
            <p:nvPr/>
          </p:nvSpPr>
          <p:spPr bwMode="auto">
            <a:xfrm flipV="1">
              <a:off x="4512" y="3168"/>
              <a:ext cx="528" cy="52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89188" name="Text Box 36"/>
            <p:cNvSpPr txBox="1">
              <a:spLocks noChangeArrowheads="1"/>
            </p:cNvSpPr>
            <p:nvPr/>
          </p:nvSpPr>
          <p:spPr bwMode="auto">
            <a:xfrm>
              <a:off x="336" y="2256"/>
              <a:ext cx="1440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hangingPunct="0"/>
              <a:r>
                <a:rPr lang="it-IT">
                  <a:latin typeface="Times New Roman" charset="0"/>
                </a:rPr>
                <a:t>Rete residua</a:t>
              </a:r>
            </a:p>
          </p:txBody>
        </p:sp>
        <p:sp>
          <p:nvSpPr>
            <p:cNvPr id="689189" name="Line 37"/>
            <p:cNvSpPr>
              <a:spLocks noChangeShapeType="1"/>
            </p:cNvSpPr>
            <p:nvPr/>
          </p:nvSpPr>
          <p:spPr bwMode="auto">
            <a:xfrm flipV="1">
              <a:off x="2544" y="2544"/>
              <a:ext cx="432" cy="43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89190" name="Text Box 38"/>
            <p:cNvSpPr txBox="1">
              <a:spLocks noChangeArrowheads="1"/>
            </p:cNvSpPr>
            <p:nvPr/>
          </p:nvSpPr>
          <p:spPr bwMode="auto">
            <a:xfrm>
              <a:off x="2496" y="2448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>
                  <a:latin typeface="Times New Roman" charset="0"/>
                </a:rPr>
                <a:t>12</a:t>
              </a:r>
              <a:endParaRPr lang="en-GB" sz="2400" b="1">
                <a:latin typeface="Times New Roman" charset="0"/>
              </a:endParaRPr>
            </a:p>
          </p:txBody>
        </p:sp>
        <p:sp>
          <p:nvSpPr>
            <p:cNvPr id="689191" name="Line 39"/>
            <p:cNvSpPr>
              <a:spLocks noChangeShapeType="1"/>
            </p:cNvSpPr>
            <p:nvPr/>
          </p:nvSpPr>
          <p:spPr bwMode="auto">
            <a:xfrm flipV="1">
              <a:off x="3168" y="2448"/>
              <a:ext cx="110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89192" name="Text Box 40"/>
            <p:cNvSpPr txBox="1">
              <a:spLocks noChangeArrowheads="1"/>
            </p:cNvSpPr>
            <p:nvPr/>
          </p:nvSpPr>
          <p:spPr bwMode="auto">
            <a:xfrm>
              <a:off x="3600" y="2400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>
                  <a:latin typeface="Times New Roman" charset="0"/>
                </a:rPr>
                <a:t>4</a:t>
              </a:r>
              <a:endParaRPr lang="en-GB" sz="2400" b="1">
                <a:latin typeface="Times New Roman" charset="0"/>
              </a:endParaRPr>
            </a:p>
          </p:txBody>
        </p:sp>
        <p:sp>
          <p:nvSpPr>
            <p:cNvPr id="689193" name="Line 41"/>
            <p:cNvSpPr>
              <a:spLocks noChangeShapeType="1"/>
            </p:cNvSpPr>
            <p:nvPr/>
          </p:nvSpPr>
          <p:spPr bwMode="auto">
            <a:xfrm flipH="1">
              <a:off x="3168" y="2544"/>
              <a:ext cx="1152" cy="115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89194" name="Text Box 42"/>
            <p:cNvSpPr txBox="1">
              <a:spLocks noChangeArrowheads="1"/>
            </p:cNvSpPr>
            <p:nvPr/>
          </p:nvSpPr>
          <p:spPr bwMode="auto">
            <a:xfrm>
              <a:off x="3600" y="2784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>
                  <a:latin typeface="Times New Roman" charset="0"/>
                </a:rPr>
                <a:t>4</a:t>
              </a:r>
              <a:endParaRPr lang="en-GB" sz="2400" b="1">
                <a:latin typeface="Times New Roman" charset="0"/>
              </a:endParaRPr>
            </a:p>
          </p:txBody>
        </p:sp>
        <p:sp>
          <p:nvSpPr>
            <p:cNvPr id="689195" name="Line 43"/>
            <p:cNvSpPr>
              <a:spLocks noChangeShapeType="1"/>
            </p:cNvSpPr>
            <p:nvPr/>
          </p:nvSpPr>
          <p:spPr bwMode="auto">
            <a:xfrm>
              <a:off x="3168" y="3696"/>
              <a:ext cx="110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89196" name="Text Box 44"/>
            <p:cNvSpPr txBox="1">
              <a:spLocks noChangeArrowheads="1"/>
            </p:cNvSpPr>
            <p:nvPr/>
          </p:nvSpPr>
          <p:spPr bwMode="auto">
            <a:xfrm>
              <a:off x="3792" y="3456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>
                  <a:latin typeface="Times New Roman" charset="0"/>
                </a:rPr>
                <a:t>4</a:t>
              </a:r>
              <a:endParaRPr lang="en-GB" sz="2400" b="1">
                <a:latin typeface="Times New Roman" charset="0"/>
              </a:endParaRPr>
            </a:p>
          </p:txBody>
        </p:sp>
      </p:grpSp>
      <p:grpSp>
        <p:nvGrpSpPr>
          <p:cNvPr id="689197" name="Group 45"/>
          <p:cNvGrpSpPr>
            <a:grpSpLocks/>
          </p:cNvGrpSpPr>
          <p:nvPr/>
        </p:nvGrpSpPr>
        <p:grpSpPr bwMode="auto">
          <a:xfrm>
            <a:off x="762000" y="3657600"/>
            <a:ext cx="7620000" cy="2881313"/>
            <a:chOff x="480" y="2304"/>
            <a:chExt cx="4800" cy="1815"/>
          </a:xfrm>
        </p:grpSpPr>
        <p:sp>
          <p:nvSpPr>
            <p:cNvPr id="689198" name="Line 46"/>
            <p:cNvSpPr>
              <a:spLocks noChangeShapeType="1"/>
            </p:cNvSpPr>
            <p:nvPr/>
          </p:nvSpPr>
          <p:spPr bwMode="auto">
            <a:xfrm flipV="1">
              <a:off x="2544" y="2592"/>
              <a:ext cx="480" cy="48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89199" name="Oval 47"/>
            <p:cNvSpPr>
              <a:spLocks noChangeArrowheads="1"/>
            </p:cNvSpPr>
            <p:nvPr/>
          </p:nvSpPr>
          <p:spPr bwMode="auto">
            <a:xfrm>
              <a:off x="2976" y="2400"/>
              <a:ext cx="240" cy="246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it-IT" sz="2400" b="1" i="1">
                  <a:latin typeface="Times New Roman" charset="0"/>
                  <a:sym typeface="Symbol" charset="0"/>
                </a:rPr>
                <a:t>u</a:t>
              </a:r>
              <a:endParaRPr lang="it-IT" sz="2400" b="1" i="1">
                <a:latin typeface="Times New Roman" charset="0"/>
              </a:endParaRPr>
            </a:p>
          </p:txBody>
        </p:sp>
        <p:sp>
          <p:nvSpPr>
            <p:cNvPr id="689200" name="Text Box 48"/>
            <p:cNvSpPr txBox="1">
              <a:spLocks noChangeArrowheads="1"/>
            </p:cNvSpPr>
            <p:nvPr/>
          </p:nvSpPr>
          <p:spPr bwMode="auto">
            <a:xfrm>
              <a:off x="4800" y="2640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>
                  <a:latin typeface="Times New Roman" charset="0"/>
                </a:rPr>
                <a:t>20</a:t>
              </a:r>
              <a:endParaRPr lang="en-GB" sz="2400" b="1">
                <a:latin typeface="Times New Roman" charset="0"/>
              </a:endParaRPr>
            </a:p>
          </p:txBody>
        </p:sp>
        <p:sp>
          <p:nvSpPr>
            <p:cNvPr id="689201" name="Text Box 49"/>
            <p:cNvSpPr txBox="1">
              <a:spLocks noChangeArrowheads="1"/>
            </p:cNvSpPr>
            <p:nvPr/>
          </p:nvSpPr>
          <p:spPr bwMode="auto">
            <a:xfrm>
              <a:off x="3793" y="2304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>
                  <a:latin typeface="Times New Roman" charset="0"/>
                </a:rPr>
                <a:t>12</a:t>
              </a:r>
              <a:endParaRPr lang="en-GB" sz="2400" b="1">
                <a:latin typeface="Times New Roman" charset="0"/>
              </a:endParaRPr>
            </a:p>
          </p:txBody>
        </p:sp>
        <p:sp>
          <p:nvSpPr>
            <p:cNvPr id="689202" name="Text Box 50"/>
            <p:cNvSpPr txBox="1">
              <a:spLocks noChangeArrowheads="1"/>
            </p:cNvSpPr>
            <p:nvPr/>
          </p:nvSpPr>
          <p:spPr bwMode="auto">
            <a:xfrm>
              <a:off x="2544" y="2592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>
                  <a:latin typeface="Times New Roman" charset="0"/>
                </a:rPr>
                <a:t>16</a:t>
              </a:r>
              <a:endParaRPr lang="en-GB" sz="2400" b="1">
                <a:latin typeface="Times New Roman" charset="0"/>
              </a:endParaRPr>
            </a:p>
          </p:txBody>
        </p:sp>
        <p:sp>
          <p:nvSpPr>
            <p:cNvPr id="689203" name="Oval 51"/>
            <p:cNvSpPr>
              <a:spLocks noChangeArrowheads="1"/>
            </p:cNvSpPr>
            <p:nvPr/>
          </p:nvSpPr>
          <p:spPr bwMode="auto">
            <a:xfrm>
              <a:off x="2352" y="3024"/>
              <a:ext cx="240" cy="24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it-IT" sz="2400" b="1" i="1">
                  <a:latin typeface="Times New Roman" charset="0"/>
                  <a:sym typeface="Symbol" charset="0"/>
                </a:rPr>
                <a:t>s</a:t>
              </a:r>
              <a:endParaRPr lang="it-IT" sz="2400" b="1" i="1">
                <a:latin typeface="Times New Roman" charset="0"/>
              </a:endParaRPr>
            </a:p>
          </p:txBody>
        </p:sp>
        <p:sp>
          <p:nvSpPr>
            <p:cNvPr id="689204" name="Oval 52"/>
            <p:cNvSpPr>
              <a:spLocks noChangeArrowheads="1"/>
            </p:cNvSpPr>
            <p:nvPr/>
          </p:nvSpPr>
          <p:spPr bwMode="auto">
            <a:xfrm>
              <a:off x="4320" y="3744"/>
              <a:ext cx="240" cy="24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it-IT" sz="2400" b="1" i="1">
                  <a:latin typeface="Times New Roman" charset="0"/>
                  <a:sym typeface="Symbol" charset="0"/>
                </a:rPr>
                <a:t>y</a:t>
              </a:r>
              <a:endParaRPr lang="it-IT" sz="2400" b="1" i="1">
                <a:latin typeface="Times New Roman" charset="0"/>
              </a:endParaRPr>
            </a:p>
          </p:txBody>
        </p:sp>
        <p:sp>
          <p:nvSpPr>
            <p:cNvPr id="689205" name="Oval 53"/>
            <p:cNvSpPr>
              <a:spLocks noChangeArrowheads="1"/>
            </p:cNvSpPr>
            <p:nvPr/>
          </p:nvSpPr>
          <p:spPr bwMode="auto">
            <a:xfrm>
              <a:off x="2976" y="3696"/>
              <a:ext cx="240" cy="24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it-IT" sz="2400" b="1" i="1">
                  <a:latin typeface="Times New Roman" charset="0"/>
                  <a:sym typeface="Symbol" charset="0"/>
                </a:rPr>
                <a:t>x</a:t>
              </a:r>
              <a:endParaRPr lang="it-IT" sz="2400" b="1" i="1">
                <a:latin typeface="Times New Roman" charset="0"/>
              </a:endParaRPr>
            </a:p>
          </p:txBody>
        </p:sp>
        <p:sp>
          <p:nvSpPr>
            <p:cNvPr id="689206" name="Oval 54"/>
            <p:cNvSpPr>
              <a:spLocks noChangeArrowheads="1"/>
            </p:cNvSpPr>
            <p:nvPr/>
          </p:nvSpPr>
          <p:spPr bwMode="auto">
            <a:xfrm>
              <a:off x="4320" y="2400"/>
              <a:ext cx="240" cy="24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it-IT" sz="2400" b="1" i="1">
                  <a:latin typeface="Times New Roman" charset="0"/>
                  <a:sym typeface="Symbol" charset="0"/>
                </a:rPr>
                <a:t>v</a:t>
              </a:r>
              <a:endParaRPr lang="it-IT" sz="2400" b="1" i="1">
                <a:latin typeface="Times New Roman" charset="0"/>
              </a:endParaRPr>
            </a:p>
          </p:txBody>
        </p:sp>
        <p:sp>
          <p:nvSpPr>
            <p:cNvPr id="689207" name="Line 55"/>
            <p:cNvSpPr>
              <a:spLocks noChangeShapeType="1"/>
            </p:cNvSpPr>
            <p:nvPr/>
          </p:nvSpPr>
          <p:spPr bwMode="auto">
            <a:xfrm>
              <a:off x="2544" y="3264"/>
              <a:ext cx="480" cy="48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89208" name="Line 56"/>
            <p:cNvSpPr>
              <a:spLocks noChangeShapeType="1"/>
            </p:cNvSpPr>
            <p:nvPr/>
          </p:nvSpPr>
          <p:spPr bwMode="auto">
            <a:xfrm flipH="1">
              <a:off x="3072" y="2640"/>
              <a:ext cx="0" cy="107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89209" name="Line 57"/>
            <p:cNvSpPr>
              <a:spLocks noChangeShapeType="1"/>
            </p:cNvSpPr>
            <p:nvPr/>
          </p:nvSpPr>
          <p:spPr bwMode="auto">
            <a:xfrm flipV="1">
              <a:off x="4464" y="2640"/>
              <a:ext cx="0" cy="110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89210" name="Line 58"/>
            <p:cNvSpPr>
              <a:spLocks noChangeShapeType="1"/>
            </p:cNvSpPr>
            <p:nvPr/>
          </p:nvSpPr>
          <p:spPr bwMode="auto">
            <a:xfrm>
              <a:off x="3216" y="3840"/>
              <a:ext cx="110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89211" name="Line 59"/>
            <p:cNvSpPr>
              <a:spLocks noChangeShapeType="1"/>
            </p:cNvSpPr>
            <p:nvPr/>
          </p:nvSpPr>
          <p:spPr bwMode="auto">
            <a:xfrm flipV="1">
              <a:off x="3216" y="2544"/>
              <a:ext cx="110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89212" name="Line 60"/>
            <p:cNvSpPr>
              <a:spLocks noChangeShapeType="1"/>
            </p:cNvSpPr>
            <p:nvPr/>
          </p:nvSpPr>
          <p:spPr bwMode="auto">
            <a:xfrm flipH="1" flipV="1">
              <a:off x="3168" y="2640"/>
              <a:ext cx="0" cy="105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89213" name="Text Box 61"/>
            <p:cNvSpPr txBox="1">
              <a:spLocks noChangeArrowheads="1"/>
            </p:cNvSpPr>
            <p:nvPr/>
          </p:nvSpPr>
          <p:spPr bwMode="auto">
            <a:xfrm>
              <a:off x="2592" y="3504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>
                  <a:latin typeface="Times New Roman" charset="0"/>
                </a:rPr>
                <a:t>13</a:t>
              </a:r>
              <a:endParaRPr lang="en-GB" sz="2400" b="1">
                <a:latin typeface="Times New Roman" charset="0"/>
              </a:endParaRPr>
            </a:p>
          </p:txBody>
        </p:sp>
        <p:sp>
          <p:nvSpPr>
            <p:cNvPr id="689214" name="Text Box 62"/>
            <p:cNvSpPr txBox="1">
              <a:spLocks noChangeArrowheads="1"/>
            </p:cNvSpPr>
            <p:nvPr/>
          </p:nvSpPr>
          <p:spPr bwMode="auto">
            <a:xfrm>
              <a:off x="2784" y="3024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>
                  <a:latin typeface="Times New Roman" charset="0"/>
                </a:rPr>
                <a:t>10</a:t>
              </a:r>
              <a:endParaRPr lang="en-GB" sz="2400" b="1">
                <a:latin typeface="Times New Roman" charset="0"/>
              </a:endParaRPr>
            </a:p>
          </p:txBody>
        </p:sp>
        <p:sp>
          <p:nvSpPr>
            <p:cNvPr id="689215" name="Text Box 63"/>
            <p:cNvSpPr txBox="1">
              <a:spLocks noChangeArrowheads="1"/>
            </p:cNvSpPr>
            <p:nvPr/>
          </p:nvSpPr>
          <p:spPr bwMode="auto">
            <a:xfrm>
              <a:off x="4416" y="3024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>
                  <a:latin typeface="Times New Roman" charset="0"/>
                </a:rPr>
                <a:t>7</a:t>
              </a:r>
              <a:endParaRPr lang="en-GB" sz="2400" b="1">
                <a:latin typeface="Times New Roman" charset="0"/>
              </a:endParaRPr>
            </a:p>
          </p:txBody>
        </p:sp>
        <p:sp>
          <p:nvSpPr>
            <p:cNvPr id="689216" name="Text Box 64"/>
            <p:cNvSpPr txBox="1">
              <a:spLocks noChangeArrowheads="1"/>
            </p:cNvSpPr>
            <p:nvPr/>
          </p:nvSpPr>
          <p:spPr bwMode="auto">
            <a:xfrm>
              <a:off x="3168" y="3024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>
                  <a:latin typeface="Times New Roman" charset="0"/>
                </a:rPr>
                <a:t>4</a:t>
              </a:r>
              <a:endParaRPr lang="en-GB" sz="2400" b="1">
                <a:latin typeface="Times New Roman" charset="0"/>
              </a:endParaRPr>
            </a:p>
          </p:txBody>
        </p:sp>
        <p:sp>
          <p:nvSpPr>
            <p:cNvPr id="689217" name="Text Box 65"/>
            <p:cNvSpPr txBox="1">
              <a:spLocks noChangeArrowheads="1"/>
            </p:cNvSpPr>
            <p:nvPr/>
          </p:nvSpPr>
          <p:spPr bwMode="auto">
            <a:xfrm>
              <a:off x="3793" y="3831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>
                  <a:latin typeface="Times New Roman" charset="0"/>
                </a:rPr>
                <a:t>14</a:t>
              </a:r>
              <a:endParaRPr lang="en-GB" sz="2400" b="1">
                <a:latin typeface="Times New Roman" charset="0"/>
              </a:endParaRPr>
            </a:p>
          </p:txBody>
        </p:sp>
        <p:sp>
          <p:nvSpPr>
            <p:cNvPr id="689218" name="Text Box 66"/>
            <p:cNvSpPr txBox="1">
              <a:spLocks noChangeArrowheads="1"/>
            </p:cNvSpPr>
            <p:nvPr/>
          </p:nvSpPr>
          <p:spPr bwMode="auto">
            <a:xfrm>
              <a:off x="3792" y="3072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>
                  <a:latin typeface="Times New Roman" charset="0"/>
                </a:rPr>
                <a:t>9</a:t>
              </a:r>
              <a:endParaRPr lang="en-GB" sz="2400" b="1">
                <a:latin typeface="Times New Roman" charset="0"/>
              </a:endParaRPr>
            </a:p>
          </p:txBody>
        </p:sp>
        <p:sp>
          <p:nvSpPr>
            <p:cNvPr id="689219" name="Line 67"/>
            <p:cNvSpPr>
              <a:spLocks noChangeShapeType="1"/>
            </p:cNvSpPr>
            <p:nvPr/>
          </p:nvSpPr>
          <p:spPr bwMode="auto">
            <a:xfrm flipH="1">
              <a:off x="3216" y="2592"/>
              <a:ext cx="1152" cy="115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89220" name="Text Box 68"/>
            <p:cNvSpPr txBox="1">
              <a:spLocks noChangeArrowheads="1"/>
            </p:cNvSpPr>
            <p:nvPr/>
          </p:nvSpPr>
          <p:spPr bwMode="auto">
            <a:xfrm>
              <a:off x="4800" y="3408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>
                  <a:latin typeface="Times New Roman" charset="0"/>
                </a:rPr>
                <a:t>4</a:t>
              </a:r>
              <a:endParaRPr lang="en-GB" sz="2400" b="1">
                <a:latin typeface="Times New Roman" charset="0"/>
              </a:endParaRPr>
            </a:p>
          </p:txBody>
        </p:sp>
        <p:sp>
          <p:nvSpPr>
            <p:cNvPr id="689221" name="Oval 69"/>
            <p:cNvSpPr>
              <a:spLocks noChangeArrowheads="1"/>
            </p:cNvSpPr>
            <p:nvPr/>
          </p:nvSpPr>
          <p:spPr bwMode="auto">
            <a:xfrm>
              <a:off x="5040" y="3072"/>
              <a:ext cx="240" cy="24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it-IT" sz="2400" b="1" i="1">
                  <a:latin typeface="Times New Roman" charset="0"/>
                  <a:sym typeface="Symbol" charset="0"/>
                </a:rPr>
                <a:t>t</a:t>
              </a:r>
              <a:endParaRPr lang="it-IT" sz="2400" b="1" i="1">
                <a:latin typeface="Times New Roman" charset="0"/>
              </a:endParaRPr>
            </a:p>
          </p:txBody>
        </p:sp>
        <p:sp>
          <p:nvSpPr>
            <p:cNvPr id="689222" name="Line 70"/>
            <p:cNvSpPr>
              <a:spLocks noChangeShapeType="1"/>
            </p:cNvSpPr>
            <p:nvPr/>
          </p:nvSpPr>
          <p:spPr bwMode="auto">
            <a:xfrm>
              <a:off x="4560" y="2592"/>
              <a:ext cx="528" cy="52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89223" name="Line 71"/>
            <p:cNvSpPr>
              <a:spLocks noChangeShapeType="1"/>
            </p:cNvSpPr>
            <p:nvPr/>
          </p:nvSpPr>
          <p:spPr bwMode="auto">
            <a:xfrm flipV="1">
              <a:off x="4560" y="3264"/>
              <a:ext cx="528" cy="52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89224" name="Text Box 72"/>
            <p:cNvSpPr txBox="1">
              <a:spLocks noChangeArrowheads="1"/>
            </p:cNvSpPr>
            <p:nvPr/>
          </p:nvSpPr>
          <p:spPr bwMode="auto">
            <a:xfrm>
              <a:off x="4608" y="3600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>
                  <a:solidFill>
                    <a:srgbClr val="FF0000"/>
                  </a:solidFill>
                  <a:latin typeface="Times New Roman" charset="0"/>
                </a:rPr>
                <a:t>4</a:t>
              </a:r>
              <a:endParaRPr lang="en-GB" sz="2400" b="1">
                <a:solidFill>
                  <a:srgbClr val="FF0000"/>
                </a:solidFill>
                <a:latin typeface="Times New Roman" charset="0"/>
              </a:endParaRPr>
            </a:p>
          </p:txBody>
        </p:sp>
        <p:sp>
          <p:nvSpPr>
            <p:cNvPr id="689225" name="Text Box 73"/>
            <p:cNvSpPr txBox="1">
              <a:spLocks noChangeArrowheads="1"/>
            </p:cNvSpPr>
            <p:nvPr/>
          </p:nvSpPr>
          <p:spPr bwMode="auto">
            <a:xfrm>
              <a:off x="3360" y="3792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>
                  <a:solidFill>
                    <a:srgbClr val="FF0000"/>
                  </a:solidFill>
                  <a:latin typeface="Times New Roman" charset="0"/>
                </a:rPr>
                <a:t>11</a:t>
              </a:r>
              <a:endParaRPr lang="en-GB" sz="2400" b="1">
                <a:solidFill>
                  <a:srgbClr val="FF0000"/>
                </a:solidFill>
                <a:latin typeface="Times New Roman" charset="0"/>
              </a:endParaRPr>
            </a:p>
          </p:txBody>
        </p:sp>
        <p:sp>
          <p:nvSpPr>
            <p:cNvPr id="689226" name="Text Box 74"/>
            <p:cNvSpPr txBox="1">
              <a:spLocks noChangeArrowheads="1"/>
            </p:cNvSpPr>
            <p:nvPr/>
          </p:nvSpPr>
          <p:spPr bwMode="auto">
            <a:xfrm>
              <a:off x="4080" y="2736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>
                  <a:solidFill>
                    <a:srgbClr val="FF0000"/>
                  </a:solidFill>
                  <a:latin typeface="Times New Roman" charset="0"/>
                </a:rPr>
                <a:t>4</a:t>
              </a:r>
              <a:endParaRPr lang="en-GB" sz="2400" b="1">
                <a:solidFill>
                  <a:srgbClr val="FF0000"/>
                </a:solidFill>
                <a:latin typeface="Times New Roman" charset="0"/>
              </a:endParaRPr>
            </a:p>
          </p:txBody>
        </p:sp>
        <p:sp>
          <p:nvSpPr>
            <p:cNvPr id="689227" name="Text Box 75"/>
            <p:cNvSpPr txBox="1">
              <a:spLocks noChangeArrowheads="1"/>
            </p:cNvSpPr>
            <p:nvPr/>
          </p:nvSpPr>
          <p:spPr bwMode="auto">
            <a:xfrm>
              <a:off x="3360" y="2304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>
                  <a:solidFill>
                    <a:srgbClr val="FF0000"/>
                  </a:solidFill>
                  <a:latin typeface="Times New Roman" charset="0"/>
                </a:rPr>
                <a:t>4</a:t>
              </a:r>
              <a:endParaRPr lang="en-GB" sz="2400" b="1">
                <a:solidFill>
                  <a:srgbClr val="FF0000"/>
                </a:solidFill>
                <a:latin typeface="Times New Roman" charset="0"/>
              </a:endParaRPr>
            </a:p>
          </p:txBody>
        </p:sp>
        <p:sp>
          <p:nvSpPr>
            <p:cNvPr id="689228" name="Text Box 76"/>
            <p:cNvSpPr txBox="1">
              <a:spLocks noChangeArrowheads="1"/>
            </p:cNvSpPr>
            <p:nvPr/>
          </p:nvSpPr>
          <p:spPr bwMode="auto">
            <a:xfrm>
              <a:off x="2400" y="2736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>
                  <a:solidFill>
                    <a:srgbClr val="FF0000"/>
                  </a:solidFill>
                  <a:latin typeface="Times New Roman" charset="0"/>
                </a:rPr>
                <a:t>11</a:t>
              </a:r>
              <a:endParaRPr lang="en-GB" sz="2400" b="1">
                <a:solidFill>
                  <a:srgbClr val="FF0000"/>
                </a:solidFill>
                <a:latin typeface="Times New Roman" charset="0"/>
              </a:endParaRPr>
            </a:p>
          </p:txBody>
        </p:sp>
        <p:sp>
          <p:nvSpPr>
            <p:cNvPr id="689229" name="Text Box 77"/>
            <p:cNvSpPr txBox="1">
              <a:spLocks noChangeArrowheads="1"/>
            </p:cNvSpPr>
            <p:nvPr/>
          </p:nvSpPr>
          <p:spPr bwMode="auto">
            <a:xfrm>
              <a:off x="480" y="3552"/>
              <a:ext cx="1920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hangingPunct="0"/>
              <a:r>
                <a:rPr lang="it-IT">
                  <a:solidFill>
                    <a:srgbClr val="FF0000"/>
                  </a:solidFill>
                  <a:latin typeface="Times New Roman" charset="0"/>
                </a:rPr>
                <a:t>Nuovo flusso</a:t>
              </a:r>
            </a:p>
          </p:txBody>
        </p:sp>
        <p:sp>
          <p:nvSpPr>
            <p:cNvPr id="689230" name="Text Box 78"/>
            <p:cNvSpPr txBox="1">
              <a:spLocks noChangeArrowheads="1"/>
            </p:cNvSpPr>
            <p:nvPr/>
          </p:nvSpPr>
          <p:spPr bwMode="auto">
            <a:xfrm>
              <a:off x="2832" y="2832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>
                  <a:solidFill>
                    <a:srgbClr val="FF0000"/>
                  </a:solidFill>
                  <a:latin typeface="Times New Roman" charset="0"/>
                </a:rPr>
                <a:t>7</a:t>
              </a:r>
              <a:endParaRPr lang="en-GB" sz="2400" b="1">
                <a:solidFill>
                  <a:srgbClr val="FF0000"/>
                </a:solidFill>
                <a:latin typeface="Times New Roman" charset="0"/>
              </a:endParaRPr>
            </a:p>
          </p:txBody>
        </p:sp>
        <p:sp>
          <p:nvSpPr>
            <p:cNvPr id="689231" name="Text Box 79"/>
            <p:cNvSpPr txBox="1">
              <a:spLocks noChangeArrowheads="1"/>
            </p:cNvSpPr>
            <p:nvPr/>
          </p:nvSpPr>
          <p:spPr bwMode="auto">
            <a:xfrm>
              <a:off x="4416" y="3312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>
                  <a:solidFill>
                    <a:srgbClr val="FF0000"/>
                  </a:solidFill>
                  <a:latin typeface="Times New Roman" charset="0"/>
                </a:rPr>
                <a:t>7</a:t>
              </a:r>
              <a:endParaRPr lang="en-GB" sz="2400" b="1">
                <a:solidFill>
                  <a:srgbClr val="FF0000"/>
                </a:solidFill>
                <a:latin typeface="Times New Roman" charset="0"/>
              </a:endParaRPr>
            </a:p>
          </p:txBody>
        </p:sp>
        <p:sp>
          <p:nvSpPr>
            <p:cNvPr id="689232" name="Text Box 80"/>
            <p:cNvSpPr txBox="1">
              <a:spLocks noChangeArrowheads="1"/>
            </p:cNvSpPr>
            <p:nvPr/>
          </p:nvSpPr>
          <p:spPr bwMode="auto">
            <a:xfrm>
              <a:off x="4656" y="2496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>
                  <a:solidFill>
                    <a:srgbClr val="FF0000"/>
                  </a:solidFill>
                  <a:latin typeface="Times New Roman" charset="0"/>
                </a:rPr>
                <a:t>7</a:t>
              </a:r>
              <a:endParaRPr lang="en-GB" sz="2400" b="1">
                <a:solidFill>
                  <a:srgbClr val="FF0000"/>
                </a:solidFill>
                <a:latin typeface="Times New Roman" charset="0"/>
              </a:endParaRPr>
            </a:p>
          </p:txBody>
        </p:sp>
      </p:grp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9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9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202" name="Text Box 2"/>
          <p:cNvSpPr txBox="1">
            <a:spLocks noChangeArrowheads="1"/>
          </p:cNvSpPr>
          <p:nvPr/>
        </p:nvSpPr>
        <p:spPr bwMode="auto">
          <a:xfrm>
            <a:off x="609600" y="457200"/>
            <a:ext cx="30480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it-IT">
                <a:solidFill>
                  <a:srgbClr val="FF0000"/>
                </a:solidFill>
                <a:latin typeface="Times New Roman" charset="0"/>
              </a:rPr>
              <a:t>Nuovo flusso</a:t>
            </a:r>
          </a:p>
        </p:txBody>
      </p:sp>
      <p:grpSp>
        <p:nvGrpSpPr>
          <p:cNvPr id="691203" name="Group 3"/>
          <p:cNvGrpSpPr>
            <a:grpSpLocks/>
          </p:cNvGrpSpPr>
          <p:nvPr/>
        </p:nvGrpSpPr>
        <p:grpSpPr bwMode="auto">
          <a:xfrm>
            <a:off x="3810000" y="304800"/>
            <a:ext cx="4648200" cy="2881313"/>
            <a:chOff x="2304" y="192"/>
            <a:chExt cx="2928" cy="1815"/>
          </a:xfrm>
        </p:grpSpPr>
        <p:sp>
          <p:nvSpPr>
            <p:cNvPr id="691204" name="Line 4"/>
            <p:cNvSpPr>
              <a:spLocks noChangeShapeType="1"/>
            </p:cNvSpPr>
            <p:nvPr/>
          </p:nvSpPr>
          <p:spPr bwMode="auto">
            <a:xfrm flipV="1">
              <a:off x="2496" y="480"/>
              <a:ext cx="480" cy="48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1205" name="Oval 5"/>
            <p:cNvSpPr>
              <a:spLocks noChangeArrowheads="1"/>
            </p:cNvSpPr>
            <p:nvPr/>
          </p:nvSpPr>
          <p:spPr bwMode="auto">
            <a:xfrm>
              <a:off x="2928" y="288"/>
              <a:ext cx="240" cy="246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it-IT" sz="2400" b="1" i="1">
                  <a:latin typeface="Times New Roman" charset="0"/>
                  <a:sym typeface="Symbol" charset="0"/>
                </a:rPr>
                <a:t>u</a:t>
              </a:r>
              <a:endParaRPr lang="it-IT" sz="2400" b="1" i="1">
                <a:latin typeface="Times New Roman" charset="0"/>
              </a:endParaRPr>
            </a:p>
          </p:txBody>
        </p:sp>
        <p:sp>
          <p:nvSpPr>
            <p:cNvPr id="691206" name="Text Box 6"/>
            <p:cNvSpPr txBox="1">
              <a:spLocks noChangeArrowheads="1"/>
            </p:cNvSpPr>
            <p:nvPr/>
          </p:nvSpPr>
          <p:spPr bwMode="auto">
            <a:xfrm>
              <a:off x="4752" y="528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>
                  <a:latin typeface="Times New Roman" charset="0"/>
                </a:rPr>
                <a:t>20</a:t>
              </a:r>
              <a:endParaRPr lang="en-GB" sz="2400" b="1">
                <a:latin typeface="Times New Roman" charset="0"/>
              </a:endParaRPr>
            </a:p>
          </p:txBody>
        </p:sp>
        <p:sp>
          <p:nvSpPr>
            <p:cNvPr id="691207" name="Text Box 7"/>
            <p:cNvSpPr txBox="1">
              <a:spLocks noChangeArrowheads="1"/>
            </p:cNvSpPr>
            <p:nvPr/>
          </p:nvSpPr>
          <p:spPr bwMode="auto">
            <a:xfrm>
              <a:off x="3745" y="192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>
                  <a:latin typeface="Times New Roman" charset="0"/>
                </a:rPr>
                <a:t>12</a:t>
              </a:r>
              <a:endParaRPr lang="en-GB" sz="2400" b="1">
                <a:latin typeface="Times New Roman" charset="0"/>
              </a:endParaRPr>
            </a:p>
          </p:txBody>
        </p:sp>
        <p:sp>
          <p:nvSpPr>
            <p:cNvPr id="691208" name="Text Box 8"/>
            <p:cNvSpPr txBox="1">
              <a:spLocks noChangeArrowheads="1"/>
            </p:cNvSpPr>
            <p:nvPr/>
          </p:nvSpPr>
          <p:spPr bwMode="auto">
            <a:xfrm>
              <a:off x="2496" y="480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>
                  <a:latin typeface="Times New Roman" charset="0"/>
                </a:rPr>
                <a:t>16</a:t>
              </a:r>
              <a:endParaRPr lang="en-GB" sz="2400" b="1">
                <a:latin typeface="Times New Roman" charset="0"/>
              </a:endParaRPr>
            </a:p>
          </p:txBody>
        </p:sp>
        <p:sp>
          <p:nvSpPr>
            <p:cNvPr id="691209" name="Oval 9"/>
            <p:cNvSpPr>
              <a:spLocks noChangeArrowheads="1"/>
            </p:cNvSpPr>
            <p:nvPr/>
          </p:nvSpPr>
          <p:spPr bwMode="auto">
            <a:xfrm>
              <a:off x="2304" y="912"/>
              <a:ext cx="240" cy="24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it-IT" sz="2400" b="1" i="1">
                  <a:latin typeface="Times New Roman" charset="0"/>
                  <a:sym typeface="Symbol" charset="0"/>
                </a:rPr>
                <a:t>s</a:t>
              </a:r>
              <a:endParaRPr lang="it-IT" sz="2400" b="1" i="1">
                <a:latin typeface="Times New Roman" charset="0"/>
              </a:endParaRPr>
            </a:p>
          </p:txBody>
        </p:sp>
        <p:sp>
          <p:nvSpPr>
            <p:cNvPr id="691210" name="Oval 10"/>
            <p:cNvSpPr>
              <a:spLocks noChangeArrowheads="1"/>
            </p:cNvSpPr>
            <p:nvPr/>
          </p:nvSpPr>
          <p:spPr bwMode="auto">
            <a:xfrm>
              <a:off x="4272" y="1632"/>
              <a:ext cx="240" cy="24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it-IT" sz="2400" b="1" i="1">
                  <a:latin typeface="Times New Roman" charset="0"/>
                  <a:sym typeface="Symbol" charset="0"/>
                </a:rPr>
                <a:t>y</a:t>
              </a:r>
              <a:endParaRPr lang="it-IT" sz="2400" b="1" i="1">
                <a:latin typeface="Times New Roman" charset="0"/>
              </a:endParaRPr>
            </a:p>
          </p:txBody>
        </p:sp>
        <p:sp>
          <p:nvSpPr>
            <p:cNvPr id="691211" name="Oval 11"/>
            <p:cNvSpPr>
              <a:spLocks noChangeArrowheads="1"/>
            </p:cNvSpPr>
            <p:nvPr/>
          </p:nvSpPr>
          <p:spPr bwMode="auto">
            <a:xfrm>
              <a:off x="2928" y="1584"/>
              <a:ext cx="240" cy="24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it-IT" sz="2400" b="1" i="1">
                  <a:latin typeface="Times New Roman" charset="0"/>
                  <a:sym typeface="Symbol" charset="0"/>
                </a:rPr>
                <a:t>x</a:t>
              </a:r>
              <a:endParaRPr lang="it-IT" sz="2400" b="1" i="1">
                <a:latin typeface="Times New Roman" charset="0"/>
              </a:endParaRPr>
            </a:p>
          </p:txBody>
        </p:sp>
        <p:sp>
          <p:nvSpPr>
            <p:cNvPr id="691212" name="Oval 12"/>
            <p:cNvSpPr>
              <a:spLocks noChangeArrowheads="1"/>
            </p:cNvSpPr>
            <p:nvPr/>
          </p:nvSpPr>
          <p:spPr bwMode="auto">
            <a:xfrm>
              <a:off x="4272" y="288"/>
              <a:ext cx="240" cy="24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it-IT" sz="2400" b="1" i="1">
                  <a:latin typeface="Times New Roman" charset="0"/>
                  <a:sym typeface="Symbol" charset="0"/>
                </a:rPr>
                <a:t>v</a:t>
              </a:r>
              <a:endParaRPr lang="it-IT" sz="2400" b="1" i="1">
                <a:latin typeface="Times New Roman" charset="0"/>
              </a:endParaRPr>
            </a:p>
          </p:txBody>
        </p:sp>
        <p:sp>
          <p:nvSpPr>
            <p:cNvPr id="691213" name="Line 13"/>
            <p:cNvSpPr>
              <a:spLocks noChangeShapeType="1"/>
            </p:cNvSpPr>
            <p:nvPr/>
          </p:nvSpPr>
          <p:spPr bwMode="auto">
            <a:xfrm>
              <a:off x="2496" y="1152"/>
              <a:ext cx="480" cy="48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1214" name="Line 14"/>
            <p:cNvSpPr>
              <a:spLocks noChangeShapeType="1"/>
            </p:cNvSpPr>
            <p:nvPr/>
          </p:nvSpPr>
          <p:spPr bwMode="auto">
            <a:xfrm flipH="1">
              <a:off x="3024" y="528"/>
              <a:ext cx="0" cy="107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1215" name="Line 15"/>
            <p:cNvSpPr>
              <a:spLocks noChangeShapeType="1"/>
            </p:cNvSpPr>
            <p:nvPr/>
          </p:nvSpPr>
          <p:spPr bwMode="auto">
            <a:xfrm flipV="1">
              <a:off x="4416" y="528"/>
              <a:ext cx="0" cy="110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1216" name="Line 16"/>
            <p:cNvSpPr>
              <a:spLocks noChangeShapeType="1"/>
            </p:cNvSpPr>
            <p:nvPr/>
          </p:nvSpPr>
          <p:spPr bwMode="auto">
            <a:xfrm>
              <a:off x="3168" y="1728"/>
              <a:ext cx="110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1217" name="Line 17"/>
            <p:cNvSpPr>
              <a:spLocks noChangeShapeType="1"/>
            </p:cNvSpPr>
            <p:nvPr/>
          </p:nvSpPr>
          <p:spPr bwMode="auto">
            <a:xfrm flipV="1">
              <a:off x="3168" y="432"/>
              <a:ext cx="110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1218" name="Line 18"/>
            <p:cNvSpPr>
              <a:spLocks noChangeShapeType="1"/>
            </p:cNvSpPr>
            <p:nvPr/>
          </p:nvSpPr>
          <p:spPr bwMode="auto">
            <a:xfrm flipH="1" flipV="1">
              <a:off x="3120" y="528"/>
              <a:ext cx="0" cy="105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1219" name="Text Box 19"/>
            <p:cNvSpPr txBox="1">
              <a:spLocks noChangeArrowheads="1"/>
            </p:cNvSpPr>
            <p:nvPr/>
          </p:nvSpPr>
          <p:spPr bwMode="auto">
            <a:xfrm>
              <a:off x="2544" y="1392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>
                  <a:latin typeface="Times New Roman" charset="0"/>
                </a:rPr>
                <a:t>13</a:t>
              </a:r>
              <a:endParaRPr lang="en-GB" sz="2400" b="1">
                <a:latin typeface="Times New Roman" charset="0"/>
              </a:endParaRPr>
            </a:p>
          </p:txBody>
        </p:sp>
        <p:sp>
          <p:nvSpPr>
            <p:cNvPr id="691220" name="Text Box 20"/>
            <p:cNvSpPr txBox="1">
              <a:spLocks noChangeArrowheads="1"/>
            </p:cNvSpPr>
            <p:nvPr/>
          </p:nvSpPr>
          <p:spPr bwMode="auto">
            <a:xfrm>
              <a:off x="2736" y="912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>
                  <a:latin typeface="Times New Roman" charset="0"/>
                </a:rPr>
                <a:t>10</a:t>
              </a:r>
              <a:endParaRPr lang="en-GB" sz="2400" b="1">
                <a:latin typeface="Times New Roman" charset="0"/>
              </a:endParaRPr>
            </a:p>
          </p:txBody>
        </p:sp>
        <p:sp>
          <p:nvSpPr>
            <p:cNvPr id="691221" name="Text Box 21"/>
            <p:cNvSpPr txBox="1">
              <a:spLocks noChangeArrowheads="1"/>
            </p:cNvSpPr>
            <p:nvPr/>
          </p:nvSpPr>
          <p:spPr bwMode="auto">
            <a:xfrm>
              <a:off x="4368" y="912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>
                  <a:latin typeface="Times New Roman" charset="0"/>
                </a:rPr>
                <a:t>7</a:t>
              </a:r>
              <a:endParaRPr lang="en-GB" sz="2400" b="1">
                <a:latin typeface="Times New Roman" charset="0"/>
              </a:endParaRPr>
            </a:p>
          </p:txBody>
        </p:sp>
        <p:sp>
          <p:nvSpPr>
            <p:cNvPr id="691222" name="Text Box 22"/>
            <p:cNvSpPr txBox="1">
              <a:spLocks noChangeArrowheads="1"/>
            </p:cNvSpPr>
            <p:nvPr/>
          </p:nvSpPr>
          <p:spPr bwMode="auto">
            <a:xfrm>
              <a:off x="3120" y="912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>
                  <a:latin typeface="Times New Roman" charset="0"/>
                </a:rPr>
                <a:t>4</a:t>
              </a:r>
              <a:endParaRPr lang="en-GB" sz="2400" b="1">
                <a:latin typeface="Times New Roman" charset="0"/>
              </a:endParaRPr>
            </a:p>
          </p:txBody>
        </p:sp>
        <p:sp>
          <p:nvSpPr>
            <p:cNvPr id="691223" name="Text Box 23"/>
            <p:cNvSpPr txBox="1">
              <a:spLocks noChangeArrowheads="1"/>
            </p:cNvSpPr>
            <p:nvPr/>
          </p:nvSpPr>
          <p:spPr bwMode="auto">
            <a:xfrm>
              <a:off x="3745" y="1719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>
                  <a:latin typeface="Times New Roman" charset="0"/>
                </a:rPr>
                <a:t>14</a:t>
              </a:r>
              <a:endParaRPr lang="en-GB" sz="2400" b="1">
                <a:latin typeface="Times New Roman" charset="0"/>
              </a:endParaRPr>
            </a:p>
          </p:txBody>
        </p:sp>
        <p:sp>
          <p:nvSpPr>
            <p:cNvPr id="691224" name="Text Box 24"/>
            <p:cNvSpPr txBox="1">
              <a:spLocks noChangeArrowheads="1"/>
            </p:cNvSpPr>
            <p:nvPr/>
          </p:nvSpPr>
          <p:spPr bwMode="auto">
            <a:xfrm>
              <a:off x="3744" y="960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>
                  <a:latin typeface="Times New Roman" charset="0"/>
                </a:rPr>
                <a:t>9</a:t>
              </a:r>
              <a:endParaRPr lang="en-GB" sz="2400" b="1">
                <a:latin typeface="Times New Roman" charset="0"/>
              </a:endParaRPr>
            </a:p>
          </p:txBody>
        </p:sp>
        <p:sp>
          <p:nvSpPr>
            <p:cNvPr id="691225" name="Line 25"/>
            <p:cNvSpPr>
              <a:spLocks noChangeShapeType="1"/>
            </p:cNvSpPr>
            <p:nvPr/>
          </p:nvSpPr>
          <p:spPr bwMode="auto">
            <a:xfrm flipH="1">
              <a:off x="3168" y="480"/>
              <a:ext cx="1152" cy="115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1226" name="Text Box 26"/>
            <p:cNvSpPr txBox="1">
              <a:spLocks noChangeArrowheads="1"/>
            </p:cNvSpPr>
            <p:nvPr/>
          </p:nvSpPr>
          <p:spPr bwMode="auto">
            <a:xfrm>
              <a:off x="4752" y="1296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>
                  <a:latin typeface="Times New Roman" charset="0"/>
                </a:rPr>
                <a:t>4</a:t>
              </a:r>
              <a:endParaRPr lang="en-GB" sz="2400" b="1">
                <a:latin typeface="Times New Roman" charset="0"/>
              </a:endParaRPr>
            </a:p>
          </p:txBody>
        </p:sp>
        <p:sp>
          <p:nvSpPr>
            <p:cNvPr id="691227" name="Oval 27"/>
            <p:cNvSpPr>
              <a:spLocks noChangeArrowheads="1"/>
            </p:cNvSpPr>
            <p:nvPr/>
          </p:nvSpPr>
          <p:spPr bwMode="auto">
            <a:xfrm>
              <a:off x="4992" y="960"/>
              <a:ext cx="240" cy="24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it-IT" sz="2400" b="1" i="1">
                  <a:latin typeface="Times New Roman" charset="0"/>
                  <a:sym typeface="Symbol" charset="0"/>
                </a:rPr>
                <a:t>t</a:t>
              </a:r>
              <a:endParaRPr lang="it-IT" sz="2400" b="1" i="1">
                <a:latin typeface="Times New Roman" charset="0"/>
              </a:endParaRPr>
            </a:p>
          </p:txBody>
        </p:sp>
        <p:sp>
          <p:nvSpPr>
            <p:cNvPr id="691228" name="Line 28"/>
            <p:cNvSpPr>
              <a:spLocks noChangeShapeType="1"/>
            </p:cNvSpPr>
            <p:nvPr/>
          </p:nvSpPr>
          <p:spPr bwMode="auto">
            <a:xfrm>
              <a:off x="4512" y="480"/>
              <a:ext cx="528" cy="52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1229" name="Line 29"/>
            <p:cNvSpPr>
              <a:spLocks noChangeShapeType="1"/>
            </p:cNvSpPr>
            <p:nvPr/>
          </p:nvSpPr>
          <p:spPr bwMode="auto">
            <a:xfrm flipV="1">
              <a:off x="4512" y="1152"/>
              <a:ext cx="528" cy="52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1230" name="Text Box 30"/>
            <p:cNvSpPr txBox="1">
              <a:spLocks noChangeArrowheads="1"/>
            </p:cNvSpPr>
            <p:nvPr/>
          </p:nvSpPr>
          <p:spPr bwMode="auto">
            <a:xfrm>
              <a:off x="4560" y="1488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>
                  <a:solidFill>
                    <a:srgbClr val="FF0000"/>
                  </a:solidFill>
                  <a:latin typeface="Times New Roman" charset="0"/>
                </a:rPr>
                <a:t>4</a:t>
              </a:r>
              <a:endParaRPr lang="en-GB" sz="2400" b="1">
                <a:solidFill>
                  <a:srgbClr val="FF0000"/>
                </a:solidFill>
                <a:latin typeface="Times New Roman" charset="0"/>
              </a:endParaRPr>
            </a:p>
          </p:txBody>
        </p:sp>
        <p:sp>
          <p:nvSpPr>
            <p:cNvPr id="691231" name="Text Box 31"/>
            <p:cNvSpPr txBox="1">
              <a:spLocks noChangeArrowheads="1"/>
            </p:cNvSpPr>
            <p:nvPr/>
          </p:nvSpPr>
          <p:spPr bwMode="auto">
            <a:xfrm>
              <a:off x="3312" y="1680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>
                  <a:solidFill>
                    <a:srgbClr val="FF0000"/>
                  </a:solidFill>
                  <a:latin typeface="Times New Roman" charset="0"/>
                </a:rPr>
                <a:t>11</a:t>
              </a:r>
              <a:endParaRPr lang="en-GB" sz="2400" b="1">
                <a:solidFill>
                  <a:srgbClr val="FF0000"/>
                </a:solidFill>
                <a:latin typeface="Times New Roman" charset="0"/>
              </a:endParaRPr>
            </a:p>
          </p:txBody>
        </p:sp>
        <p:sp>
          <p:nvSpPr>
            <p:cNvPr id="691232" name="Text Box 32"/>
            <p:cNvSpPr txBox="1">
              <a:spLocks noChangeArrowheads="1"/>
            </p:cNvSpPr>
            <p:nvPr/>
          </p:nvSpPr>
          <p:spPr bwMode="auto">
            <a:xfrm>
              <a:off x="4032" y="624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>
                  <a:solidFill>
                    <a:srgbClr val="FF0000"/>
                  </a:solidFill>
                  <a:latin typeface="Times New Roman" charset="0"/>
                </a:rPr>
                <a:t>4</a:t>
              </a:r>
              <a:endParaRPr lang="en-GB" sz="2400" b="1">
                <a:solidFill>
                  <a:srgbClr val="FF0000"/>
                </a:solidFill>
                <a:latin typeface="Times New Roman" charset="0"/>
              </a:endParaRPr>
            </a:p>
          </p:txBody>
        </p:sp>
        <p:sp>
          <p:nvSpPr>
            <p:cNvPr id="691233" name="Text Box 33"/>
            <p:cNvSpPr txBox="1">
              <a:spLocks noChangeArrowheads="1"/>
            </p:cNvSpPr>
            <p:nvPr/>
          </p:nvSpPr>
          <p:spPr bwMode="auto">
            <a:xfrm>
              <a:off x="3312" y="192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>
                  <a:solidFill>
                    <a:srgbClr val="FF0000"/>
                  </a:solidFill>
                  <a:latin typeface="Times New Roman" charset="0"/>
                </a:rPr>
                <a:t>4</a:t>
              </a:r>
              <a:endParaRPr lang="en-GB" sz="2400" b="1">
                <a:solidFill>
                  <a:srgbClr val="FF0000"/>
                </a:solidFill>
                <a:latin typeface="Times New Roman" charset="0"/>
              </a:endParaRPr>
            </a:p>
          </p:txBody>
        </p:sp>
        <p:sp>
          <p:nvSpPr>
            <p:cNvPr id="691234" name="Text Box 34"/>
            <p:cNvSpPr txBox="1">
              <a:spLocks noChangeArrowheads="1"/>
            </p:cNvSpPr>
            <p:nvPr/>
          </p:nvSpPr>
          <p:spPr bwMode="auto">
            <a:xfrm>
              <a:off x="2352" y="624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>
                  <a:solidFill>
                    <a:srgbClr val="FF0000"/>
                  </a:solidFill>
                  <a:latin typeface="Times New Roman" charset="0"/>
                </a:rPr>
                <a:t>11</a:t>
              </a:r>
              <a:endParaRPr lang="en-GB" sz="2400" b="1">
                <a:solidFill>
                  <a:srgbClr val="FF0000"/>
                </a:solidFill>
                <a:latin typeface="Times New Roman" charset="0"/>
              </a:endParaRPr>
            </a:p>
          </p:txBody>
        </p:sp>
        <p:sp>
          <p:nvSpPr>
            <p:cNvPr id="691235" name="Text Box 35"/>
            <p:cNvSpPr txBox="1">
              <a:spLocks noChangeArrowheads="1"/>
            </p:cNvSpPr>
            <p:nvPr/>
          </p:nvSpPr>
          <p:spPr bwMode="auto">
            <a:xfrm>
              <a:off x="2784" y="720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>
                  <a:solidFill>
                    <a:srgbClr val="FF0000"/>
                  </a:solidFill>
                  <a:latin typeface="Times New Roman" charset="0"/>
                </a:rPr>
                <a:t>7</a:t>
              </a:r>
              <a:endParaRPr lang="en-GB" sz="2400" b="1">
                <a:solidFill>
                  <a:srgbClr val="FF0000"/>
                </a:solidFill>
                <a:latin typeface="Times New Roman" charset="0"/>
              </a:endParaRPr>
            </a:p>
          </p:txBody>
        </p:sp>
        <p:sp>
          <p:nvSpPr>
            <p:cNvPr id="691236" name="Text Box 36"/>
            <p:cNvSpPr txBox="1">
              <a:spLocks noChangeArrowheads="1"/>
            </p:cNvSpPr>
            <p:nvPr/>
          </p:nvSpPr>
          <p:spPr bwMode="auto">
            <a:xfrm>
              <a:off x="4368" y="1200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>
                  <a:solidFill>
                    <a:srgbClr val="FF0000"/>
                  </a:solidFill>
                  <a:latin typeface="Times New Roman" charset="0"/>
                </a:rPr>
                <a:t>7</a:t>
              </a:r>
              <a:endParaRPr lang="en-GB" sz="2400" b="1">
                <a:solidFill>
                  <a:srgbClr val="FF0000"/>
                </a:solidFill>
                <a:latin typeface="Times New Roman" charset="0"/>
              </a:endParaRPr>
            </a:p>
          </p:txBody>
        </p:sp>
        <p:sp>
          <p:nvSpPr>
            <p:cNvPr id="691237" name="Text Box 37"/>
            <p:cNvSpPr txBox="1">
              <a:spLocks noChangeArrowheads="1"/>
            </p:cNvSpPr>
            <p:nvPr/>
          </p:nvSpPr>
          <p:spPr bwMode="auto">
            <a:xfrm>
              <a:off x="4608" y="384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>
                  <a:solidFill>
                    <a:srgbClr val="FF0000"/>
                  </a:solidFill>
                  <a:latin typeface="Times New Roman" charset="0"/>
                </a:rPr>
                <a:t>7</a:t>
              </a:r>
              <a:endParaRPr lang="en-GB" sz="2400" b="1">
                <a:solidFill>
                  <a:srgbClr val="FF0000"/>
                </a:solidFill>
                <a:latin typeface="Times New Roman" charset="0"/>
              </a:endParaRPr>
            </a:p>
          </p:txBody>
        </p:sp>
      </p:grpSp>
      <p:grpSp>
        <p:nvGrpSpPr>
          <p:cNvPr id="691238" name="Group 38"/>
          <p:cNvGrpSpPr>
            <a:grpSpLocks/>
          </p:cNvGrpSpPr>
          <p:nvPr/>
        </p:nvGrpSpPr>
        <p:grpSpPr bwMode="auto">
          <a:xfrm>
            <a:off x="762000" y="3352800"/>
            <a:ext cx="7696200" cy="3048000"/>
            <a:chOff x="480" y="2112"/>
            <a:chExt cx="4848" cy="1920"/>
          </a:xfrm>
        </p:grpSpPr>
        <p:sp>
          <p:nvSpPr>
            <p:cNvPr id="691239" name="Line 39"/>
            <p:cNvSpPr>
              <a:spLocks noChangeShapeType="1"/>
            </p:cNvSpPr>
            <p:nvPr/>
          </p:nvSpPr>
          <p:spPr bwMode="auto">
            <a:xfrm flipV="1">
              <a:off x="2592" y="2496"/>
              <a:ext cx="432" cy="43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1240" name="Oval 40"/>
            <p:cNvSpPr>
              <a:spLocks noChangeArrowheads="1"/>
            </p:cNvSpPr>
            <p:nvPr/>
          </p:nvSpPr>
          <p:spPr bwMode="auto">
            <a:xfrm>
              <a:off x="3024" y="2304"/>
              <a:ext cx="240" cy="246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it-IT" sz="2400" b="1" i="1">
                  <a:latin typeface="Times New Roman" charset="0"/>
                  <a:sym typeface="Symbol" charset="0"/>
                </a:rPr>
                <a:t>u</a:t>
              </a:r>
              <a:endParaRPr lang="it-IT" sz="2400" b="1" i="1">
                <a:latin typeface="Times New Roman" charset="0"/>
              </a:endParaRPr>
            </a:p>
          </p:txBody>
        </p:sp>
        <p:sp>
          <p:nvSpPr>
            <p:cNvPr id="691241" name="Text Box 41"/>
            <p:cNvSpPr txBox="1">
              <a:spLocks noChangeArrowheads="1"/>
            </p:cNvSpPr>
            <p:nvPr/>
          </p:nvSpPr>
          <p:spPr bwMode="auto">
            <a:xfrm>
              <a:off x="4848" y="2544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>
                  <a:latin typeface="Times New Roman" charset="0"/>
                </a:rPr>
                <a:t>13</a:t>
              </a:r>
              <a:endParaRPr lang="en-GB" sz="2400" b="1">
                <a:latin typeface="Times New Roman" charset="0"/>
              </a:endParaRPr>
            </a:p>
          </p:txBody>
        </p:sp>
        <p:sp>
          <p:nvSpPr>
            <p:cNvPr id="691242" name="Text Box 42"/>
            <p:cNvSpPr txBox="1">
              <a:spLocks noChangeArrowheads="1"/>
            </p:cNvSpPr>
            <p:nvPr/>
          </p:nvSpPr>
          <p:spPr bwMode="auto">
            <a:xfrm>
              <a:off x="3696" y="2112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>
                  <a:latin typeface="Times New Roman" charset="0"/>
                </a:rPr>
                <a:t>8</a:t>
              </a:r>
              <a:endParaRPr lang="en-GB" sz="2400" b="1">
                <a:latin typeface="Times New Roman" charset="0"/>
              </a:endParaRPr>
            </a:p>
          </p:txBody>
        </p:sp>
        <p:sp>
          <p:nvSpPr>
            <p:cNvPr id="691243" name="Text Box 43"/>
            <p:cNvSpPr txBox="1">
              <a:spLocks noChangeArrowheads="1"/>
            </p:cNvSpPr>
            <p:nvPr/>
          </p:nvSpPr>
          <p:spPr bwMode="auto">
            <a:xfrm>
              <a:off x="2784" y="2688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>
                  <a:latin typeface="Times New Roman" charset="0"/>
                </a:rPr>
                <a:t>11</a:t>
              </a:r>
              <a:endParaRPr lang="en-GB" sz="2400" b="1">
                <a:latin typeface="Times New Roman" charset="0"/>
              </a:endParaRPr>
            </a:p>
          </p:txBody>
        </p:sp>
        <p:sp>
          <p:nvSpPr>
            <p:cNvPr id="691244" name="Oval 44"/>
            <p:cNvSpPr>
              <a:spLocks noChangeArrowheads="1"/>
            </p:cNvSpPr>
            <p:nvPr/>
          </p:nvSpPr>
          <p:spPr bwMode="auto">
            <a:xfrm>
              <a:off x="2400" y="2928"/>
              <a:ext cx="240" cy="24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it-IT" sz="2400" b="1" i="1">
                  <a:latin typeface="Times New Roman" charset="0"/>
                  <a:sym typeface="Symbol" charset="0"/>
                </a:rPr>
                <a:t>s</a:t>
              </a:r>
              <a:endParaRPr lang="it-IT" sz="2400" b="1" i="1">
                <a:latin typeface="Times New Roman" charset="0"/>
              </a:endParaRPr>
            </a:p>
          </p:txBody>
        </p:sp>
        <p:sp>
          <p:nvSpPr>
            <p:cNvPr id="691245" name="Oval 45"/>
            <p:cNvSpPr>
              <a:spLocks noChangeArrowheads="1"/>
            </p:cNvSpPr>
            <p:nvPr/>
          </p:nvSpPr>
          <p:spPr bwMode="auto">
            <a:xfrm>
              <a:off x="4368" y="3648"/>
              <a:ext cx="240" cy="24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it-IT" sz="2400" b="1" i="1">
                  <a:latin typeface="Times New Roman" charset="0"/>
                  <a:sym typeface="Symbol" charset="0"/>
                </a:rPr>
                <a:t>y</a:t>
              </a:r>
              <a:endParaRPr lang="it-IT" sz="2400" b="1" i="1">
                <a:latin typeface="Times New Roman" charset="0"/>
              </a:endParaRPr>
            </a:p>
          </p:txBody>
        </p:sp>
        <p:sp>
          <p:nvSpPr>
            <p:cNvPr id="691246" name="Oval 46"/>
            <p:cNvSpPr>
              <a:spLocks noChangeArrowheads="1"/>
            </p:cNvSpPr>
            <p:nvPr/>
          </p:nvSpPr>
          <p:spPr bwMode="auto">
            <a:xfrm>
              <a:off x="3024" y="3600"/>
              <a:ext cx="240" cy="24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it-IT" sz="2400" b="1" i="1">
                  <a:latin typeface="Times New Roman" charset="0"/>
                  <a:sym typeface="Symbol" charset="0"/>
                </a:rPr>
                <a:t>x</a:t>
              </a:r>
              <a:endParaRPr lang="it-IT" sz="2400" b="1" i="1">
                <a:latin typeface="Times New Roman" charset="0"/>
              </a:endParaRPr>
            </a:p>
          </p:txBody>
        </p:sp>
        <p:sp>
          <p:nvSpPr>
            <p:cNvPr id="691247" name="Oval 47"/>
            <p:cNvSpPr>
              <a:spLocks noChangeArrowheads="1"/>
            </p:cNvSpPr>
            <p:nvPr/>
          </p:nvSpPr>
          <p:spPr bwMode="auto">
            <a:xfrm>
              <a:off x="4368" y="2304"/>
              <a:ext cx="240" cy="24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it-IT" sz="2400" b="1" i="1">
                  <a:latin typeface="Times New Roman" charset="0"/>
                  <a:sym typeface="Symbol" charset="0"/>
                </a:rPr>
                <a:t>v</a:t>
              </a:r>
              <a:endParaRPr lang="it-IT" sz="2400" b="1" i="1">
                <a:latin typeface="Times New Roman" charset="0"/>
              </a:endParaRPr>
            </a:p>
          </p:txBody>
        </p:sp>
        <p:sp>
          <p:nvSpPr>
            <p:cNvPr id="691248" name="Line 48"/>
            <p:cNvSpPr>
              <a:spLocks noChangeShapeType="1"/>
            </p:cNvSpPr>
            <p:nvPr/>
          </p:nvSpPr>
          <p:spPr bwMode="auto">
            <a:xfrm>
              <a:off x="2592" y="3168"/>
              <a:ext cx="480" cy="48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1249" name="Line 49"/>
            <p:cNvSpPr>
              <a:spLocks noChangeShapeType="1"/>
            </p:cNvSpPr>
            <p:nvPr/>
          </p:nvSpPr>
          <p:spPr bwMode="auto">
            <a:xfrm flipH="1">
              <a:off x="3120" y="2544"/>
              <a:ext cx="0" cy="107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1250" name="Line 50"/>
            <p:cNvSpPr>
              <a:spLocks noChangeShapeType="1"/>
            </p:cNvSpPr>
            <p:nvPr/>
          </p:nvSpPr>
          <p:spPr bwMode="auto">
            <a:xfrm flipV="1">
              <a:off x="4512" y="2544"/>
              <a:ext cx="0" cy="110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1251" name="Line 51"/>
            <p:cNvSpPr>
              <a:spLocks noChangeShapeType="1"/>
            </p:cNvSpPr>
            <p:nvPr/>
          </p:nvSpPr>
          <p:spPr bwMode="auto">
            <a:xfrm>
              <a:off x="3264" y="3792"/>
              <a:ext cx="110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1252" name="Line 52"/>
            <p:cNvSpPr>
              <a:spLocks noChangeShapeType="1"/>
            </p:cNvSpPr>
            <p:nvPr/>
          </p:nvSpPr>
          <p:spPr bwMode="auto">
            <a:xfrm flipV="1">
              <a:off x="3264" y="2352"/>
              <a:ext cx="110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1253" name="Line 53"/>
            <p:cNvSpPr>
              <a:spLocks noChangeShapeType="1"/>
            </p:cNvSpPr>
            <p:nvPr/>
          </p:nvSpPr>
          <p:spPr bwMode="auto">
            <a:xfrm flipH="1" flipV="1">
              <a:off x="3216" y="2544"/>
              <a:ext cx="0" cy="105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1254" name="Text Box 54"/>
            <p:cNvSpPr txBox="1">
              <a:spLocks noChangeArrowheads="1"/>
            </p:cNvSpPr>
            <p:nvPr/>
          </p:nvSpPr>
          <p:spPr bwMode="auto">
            <a:xfrm>
              <a:off x="2640" y="3408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>
                  <a:latin typeface="Times New Roman" charset="0"/>
                </a:rPr>
                <a:t>13</a:t>
              </a:r>
              <a:endParaRPr lang="en-GB" sz="2400" b="1">
                <a:latin typeface="Times New Roman" charset="0"/>
              </a:endParaRPr>
            </a:p>
          </p:txBody>
        </p:sp>
        <p:sp>
          <p:nvSpPr>
            <p:cNvPr id="691255" name="Text Box 55"/>
            <p:cNvSpPr txBox="1">
              <a:spLocks noChangeArrowheads="1"/>
            </p:cNvSpPr>
            <p:nvPr/>
          </p:nvSpPr>
          <p:spPr bwMode="auto">
            <a:xfrm>
              <a:off x="2928" y="2928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>
                  <a:latin typeface="Times New Roman" charset="0"/>
                </a:rPr>
                <a:t>3</a:t>
              </a:r>
              <a:endParaRPr lang="en-GB" sz="2400" b="1">
                <a:latin typeface="Times New Roman" charset="0"/>
              </a:endParaRPr>
            </a:p>
          </p:txBody>
        </p:sp>
        <p:sp>
          <p:nvSpPr>
            <p:cNvPr id="691256" name="Text Box 56"/>
            <p:cNvSpPr txBox="1">
              <a:spLocks noChangeArrowheads="1"/>
            </p:cNvSpPr>
            <p:nvPr/>
          </p:nvSpPr>
          <p:spPr bwMode="auto">
            <a:xfrm>
              <a:off x="4464" y="3024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>
                  <a:latin typeface="Times New Roman" charset="0"/>
                </a:rPr>
                <a:t>7</a:t>
              </a:r>
              <a:endParaRPr lang="en-GB" sz="2400" b="1">
                <a:latin typeface="Times New Roman" charset="0"/>
              </a:endParaRPr>
            </a:p>
          </p:txBody>
        </p:sp>
        <p:sp>
          <p:nvSpPr>
            <p:cNvPr id="691257" name="Text Box 57"/>
            <p:cNvSpPr txBox="1">
              <a:spLocks noChangeArrowheads="1"/>
            </p:cNvSpPr>
            <p:nvPr/>
          </p:nvSpPr>
          <p:spPr bwMode="auto">
            <a:xfrm>
              <a:off x="3168" y="2928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>
                  <a:latin typeface="Times New Roman" charset="0"/>
                </a:rPr>
                <a:t>11</a:t>
              </a:r>
              <a:endParaRPr lang="en-GB" sz="2400" b="1">
                <a:latin typeface="Times New Roman" charset="0"/>
              </a:endParaRPr>
            </a:p>
          </p:txBody>
        </p:sp>
        <p:sp>
          <p:nvSpPr>
            <p:cNvPr id="691258" name="Text Box 58"/>
            <p:cNvSpPr txBox="1">
              <a:spLocks noChangeArrowheads="1"/>
            </p:cNvSpPr>
            <p:nvPr/>
          </p:nvSpPr>
          <p:spPr bwMode="auto">
            <a:xfrm>
              <a:off x="3840" y="3744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>
                  <a:latin typeface="Times New Roman" charset="0"/>
                </a:rPr>
                <a:t>3</a:t>
              </a:r>
              <a:endParaRPr lang="en-GB" sz="2400" b="1">
                <a:latin typeface="Times New Roman" charset="0"/>
              </a:endParaRPr>
            </a:p>
          </p:txBody>
        </p:sp>
        <p:sp>
          <p:nvSpPr>
            <p:cNvPr id="691259" name="Text Box 59"/>
            <p:cNvSpPr txBox="1">
              <a:spLocks noChangeArrowheads="1"/>
            </p:cNvSpPr>
            <p:nvPr/>
          </p:nvSpPr>
          <p:spPr bwMode="auto">
            <a:xfrm>
              <a:off x="3840" y="3024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>
                  <a:latin typeface="Times New Roman" charset="0"/>
                </a:rPr>
                <a:t>5</a:t>
              </a:r>
              <a:endParaRPr lang="en-GB" sz="2400" b="1">
                <a:latin typeface="Times New Roman" charset="0"/>
              </a:endParaRPr>
            </a:p>
          </p:txBody>
        </p:sp>
        <p:sp>
          <p:nvSpPr>
            <p:cNvPr id="691260" name="Line 60"/>
            <p:cNvSpPr>
              <a:spLocks noChangeShapeType="1"/>
            </p:cNvSpPr>
            <p:nvPr/>
          </p:nvSpPr>
          <p:spPr bwMode="auto">
            <a:xfrm flipH="1">
              <a:off x="3216" y="2496"/>
              <a:ext cx="1152" cy="115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1261" name="Text Box 61"/>
            <p:cNvSpPr txBox="1">
              <a:spLocks noChangeArrowheads="1"/>
            </p:cNvSpPr>
            <p:nvPr/>
          </p:nvSpPr>
          <p:spPr bwMode="auto">
            <a:xfrm>
              <a:off x="4752" y="3168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>
                  <a:latin typeface="Times New Roman" charset="0"/>
                </a:rPr>
                <a:t>4</a:t>
              </a:r>
              <a:endParaRPr lang="en-GB" sz="2400" b="1">
                <a:latin typeface="Times New Roman" charset="0"/>
              </a:endParaRPr>
            </a:p>
          </p:txBody>
        </p:sp>
        <p:sp>
          <p:nvSpPr>
            <p:cNvPr id="691262" name="Oval 62"/>
            <p:cNvSpPr>
              <a:spLocks noChangeArrowheads="1"/>
            </p:cNvSpPr>
            <p:nvPr/>
          </p:nvSpPr>
          <p:spPr bwMode="auto">
            <a:xfrm>
              <a:off x="5088" y="2976"/>
              <a:ext cx="240" cy="24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it-IT" sz="2400" b="1" i="1">
                  <a:latin typeface="Times New Roman" charset="0"/>
                  <a:sym typeface="Symbol" charset="0"/>
                </a:rPr>
                <a:t>t</a:t>
              </a:r>
              <a:endParaRPr lang="it-IT" sz="2400" b="1" i="1">
                <a:latin typeface="Times New Roman" charset="0"/>
              </a:endParaRPr>
            </a:p>
          </p:txBody>
        </p:sp>
        <p:sp>
          <p:nvSpPr>
            <p:cNvPr id="691263" name="Line 63"/>
            <p:cNvSpPr>
              <a:spLocks noChangeShapeType="1"/>
            </p:cNvSpPr>
            <p:nvPr/>
          </p:nvSpPr>
          <p:spPr bwMode="auto">
            <a:xfrm>
              <a:off x="4560" y="2544"/>
              <a:ext cx="528" cy="52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1264" name="Line 64"/>
            <p:cNvSpPr>
              <a:spLocks noChangeShapeType="1"/>
            </p:cNvSpPr>
            <p:nvPr/>
          </p:nvSpPr>
          <p:spPr bwMode="auto">
            <a:xfrm flipV="1">
              <a:off x="4608" y="3168"/>
              <a:ext cx="528" cy="52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1265" name="Text Box 65"/>
            <p:cNvSpPr txBox="1">
              <a:spLocks noChangeArrowheads="1"/>
            </p:cNvSpPr>
            <p:nvPr/>
          </p:nvSpPr>
          <p:spPr bwMode="auto">
            <a:xfrm>
              <a:off x="480" y="2256"/>
              <a:ext cx="1440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hangingPunct="0"/>
              <a:r>
                <a:rPr lang="it-IT">
                  <a:latin typeface="Times New Roman" charset="0"/>
                </a:rPr>
                <a:t>Rete residua</a:t>
              </a:r>
            </a:p>
          </p:txBody>
        </p:sp>
        <p:sp>
          <p:nvSpPr>
            <p:cNvPr id="691266" name="Line 66"/>
            <p:cNvSpPr>
              <a:spLocks noChangeShapeType="1"/>
            </p:cNvSpPr>
            <p:nvPr/>
          </p:nvSpPr>
          <p:spPr bwMode="auto">
            <a:xfrm flipV="1">
              <a:off x="2640" y="2544"/>
              <a:ext cx="432" cy="43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1267" name="Text Box 67"/>
            <p:cNvSpPr txBox="1">
              <a:spLocks noChangeArrowheads="1"/>
            </p:cNvSpPr>
            <p:nvPr/>
          </p:nvSpPr>
          <p:spPr bwMode="auto">
            <a:xfrm>
              <a:off x="2640" y="2496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>
                  <a:latin typeface="Times New Roman" charset="0"/>
                </a:rPr>
                <a:t>5</a:t>
              </a:r>
              <a:endParaRPr lang="en-GB" sz="2400" b="1">
                <a:latin typeface="Times New Roman" charset="0"/>
              </a:endParaRPr>
            </a:p>
          </p:txBody>
        </p:sp>
        <p:sp>
          <p:nvSpPr>
            <p:cNvPr id="691268" name="Line 68"/>
            <p:cNvSpPr>
              <a:spLocks noChangeShapeType="1"/>
            </p:cNvSpPr>
            <p:nvPr/>
          </p:nvSpPr>
          <p:spPr bwMode="auto">
            <a:xfrm flipV="1">
              <a:off x="3264" y="2448"/>
              <a:ext cx="110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1269" name="Text Box 69"/>
            <p:cNvSpPr txBox="1">
              <a:spLocks noChangeArrowheads="1"/>
            </p:cNvSpPr>
            <p:nvPr/>
          </p:nvSpPr>
          <p:spPr bwMode="auto">
            <a:xfrm>
              <a:off x="3696" y="2400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>
                  <a:latin typeface="Times New Roman" charset="0"/>
                </a:rPr>
                <a:t>4</a:t>
              </a:r>
              <a:endParaRPr lang="en-GB" sz="2400" b="1">
                <a:latin typeface="Times New Roman" charset="0"/>
              </a:endParaRPr>
            </a:p>
          </p:txBody>
        </p:sp>
        <p:sp>
          <p:nvSpPr>
            <p:cNvPr id="691270" name="Line 70"/>
            <p:cNvSpPr>
              <a:spLocks noChangeShapeType="1"/>
            </p:cNvSpPr>
            <p:nvPr/>
          </p:nvSpPr>
          <p:spPr bwMode="auto">
            <a:xfrm flipH="1">
              <a:off x="3264" y="2544"/>
              <a:ext cx="1152" cy="115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1271" name="Text Box 71"/>
            <p:cNvSpPr txBox="1">
              <a:spLocks noChangeArrowheads="1"/>
            </p:cNvSpPr>
            <p:nvPr/>
          </p:nvSpPr>
          <p:spPr bwMode="auto">
            <a:xfrm>
              <a:off x="3696" y="2784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>
                  <a:latin typeface="Times New Roman" charset="0"/>
                </a:rPr>
                <a:t>4</a:t>
              </a:r>
              <a:endParaRPr lang="en-GB" sz="2400" b="1">
                <a:latin typeface="Times New Roman" charset="0"/>
              </a:endParaRPr>
            </a:p>
          </p:txBody>
        </p:sp>
        <p:sp>
          <p:nvSpPr>
            <p:cNvPr id="691272" name="Line 72"/>
            <p:cNvSpPr>
              <a:spLocks noChangeShapeType="1"/>
            </p:cNvSpPr>
            <p:nvPr/>
          </p:nvSpPr>
          <p:spPr bwMode="auto">
            <a:xfrm>
              <a:off x="3264" y="3696"/>
              <a:ext cx="110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1273" name="Text Box 73"/>
            <p:cNvSpPr txBox="1">
              <a:spLocks noChangeArrowheads="1"/>
            </p:cNvSpPr>
            <p:nvPr/>
          </p:nvSpPr>
          <p:spPr bwMode="auto">
            <a:xfrm>
              <a:off x="3888" y="3456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>
                  <a:latin typeface="Times New Roman" charset="0"/>
                </a:rPr>
                <a:t>11</a:t>
              </a:r>
              <a:endParaRPr lang="en-GB" sz="2400" b="1">
                <a:latin typeface="Times New Roman" charset="0"/>
              </a:endParaRPr>
            </a:p>
          </p:txBody>
        </p:sp>
        <p:sp>
          <p:nvSpPr>
            <p:cNvPr id="691274" name="Line 74"/>
            <p:cNvSpPr>
              <a:spLocks noChangeShapeType="1"/>
            </p:cNvSpPr>
            <p:nvPr/>
          </p:nvSpPr>
          <p:spPr bwMode="auto">
            <a:xfrm>
              <a:off x="4608" y="2496"/>
              <a:ext cx="528" cy="52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1275" name="Text Box 75"/>
            <p:cNvSpPr txBox="1">
              <a:spLocks noChangeArrowheads="1"/>
            </p:cNvSpPr>
            <p:nvPr/>
          </p:nvSpPr>
          <p:spPr bwMode="auto">
            <a:xfrm>
              <a:off x="4656" y="2784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>
                  <a:latin typeface="Times New Roman" charset="0"/>
                </a:rPr>
                <a:t>7</a:t>
              </a:r>
              <a:endParaRPr lang="en-GB" sz="2400" b="1">
                <a:latin typeface="Times New Roman" charset="0"/>
              </a:endParaRPr>
            </a:p>
          </p:txBody>
        </p:sp>
      </p:grp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3250" name="Group 2"/>
          <p:cNvGrpSpPr>
            <a:grpSpLocks/>
          </p:cNvGrpSpPr>
          <p:nvPr/>
        </p:nvGrpSpPr>
        <p:grpSpPr bwMode="auto">
          <a:xfrm>
            <a:off x="685800" y="685800"/>
            <a:ext cx="7467600" cy="2941638"/>
            <a:chOff x="432" y="432"/>
            <a:chExt cx="4704" cy="1853"/>
          </a:xfrm>
        </p:grpSpPr>
        <p:sp>
          <p:nvSpPr>
            <p:cNvPr id="693251" name="Line 3"/>
            <p:cNvSpPr>
              <a:spLocks noChangeShapeType="1"/>
            </p:cNvSpPr>
            <p:nvPr/>
          </p:nvSpPr>
          <p:spPr bwMode="auto">
            <a:xfrm>
              <a:off x="3264" y="432"/>
              <a:ext cx="1104" cy="0"/>
            </a:xfrm>
            <a:prstGeom prst="line">
              <a:avLst/>
            </a:prstGeom>
            <a:noFill/>
            <a:ln w="101600">
              <a:solidFill>
                <a:srgbClr val="00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93252" name="Line 4"/>
            <p:cNvSpPr>
              <a:spLocks noChangeShapeType="1"/>
            </p:cNvSpPr>
            <p:nvPr/>
          </p:nvSpPr>
          <p:spPr bwMode="auto">
            <a:xfrm>
              <a:off x="4608" y="576"/>
              <a:ext cx="528" cy="528"/>
            </a:xfrm>
            <a:prstGeom prst="line">
              <a:avLst/>
            </a:prstGeom>
            <a:noFill/>
            <a:ln w="101600">
              <a:solidFill>
                <a:srgbClr val="00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93253" name="Line 5"/>
            <p:cNvSpPr>
              <a:spLocks noChangeShapeType="1"/>
            </p:cNvSpPr>
            <p:nvPr/>
          </p:nvSpPr>
          <p:spPr bwMode="auto">
            <a:xfrm flipV="1">
              <a:off x="3216" y="576"/>
              <a:ext cx="0" cy="1104"/>
            </a:xfrm>
            <a:prstGeom prst="line">
              <a:avLst/>
            </a:prstGeom>
            <a:noFill/>
            <a:ln w="101600">
              <a:solidFill>
                <a:srgbClr val="00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93254" name="Line 6"/>
            <p:cNvSpPr>
              <a:spLocks noChangeShapeType="1"/>
            </p:cNvSpPr>
            <p:nvPr/>
          </p:nvSpPr>
          <p:spPr bwMode="auto">
            <a:xfrm>
              <a:off x="2592" y="1248"/>
              <a:ext cx="480" cy="480"/>
            </a:xfrm>
            <a:prstGeom prst="line">
              <a:avLst/>
            </a:prstGeom>
            <a:noFill/>
            <a:ln w="101600">
              <a:solidFill>
                <a:srgbClr val="00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93255" name="Text Box 7"/>
            <p:cNvSpPr txBox="1">
              <a:spLocks noChangeArrowheads="1"/>
            </p:cNvSpPr>
            <p:nvPr/>
          </p:nvSpPr>
          <p:spPr bwMode="auto">
            <a:xfrm>
              <a:off x="432" y="1920"/>
              <a:ext cx="2400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hangingPunct="0"/>
              <a:r>
                <a:rPr lang="it-IT">
                  <a:solidFill>
                    <a:srgbClr val="33CC33"/>
                  </a:solidFill>
                  <a:latin typeface="Times New Roman" charset="0"/>
                </a:rPr>
                <a:t>Cammino aumentante</a:t>
              </a:r>
            </a:p>
          </p:txBody>
        </p:sp>
      </p:grpSp>
      <p:grpSp>
        <p:nvGrpSpPr>
          <p:cNvPr id="693256" name="Group 8"/>
          <p:cNvGrpSpPr>
            <a:grpSpLocks/>
          </p:cNvGrpSpPr>
          <p:nvPr/>
        </p:nvGrpSpPr>
        <p:grpSpPr bwMode="auto">
          <a:xfrm>
            <a:off x="762000" y="304800"/>
            <a:ext cx="7696200" cy="3048000"/>
            <a:chOff x="480" y="2112"/>
            <a:chExt cx="4848" cy="1920"/>
          </a:xfrm>
        </p:grpSpPr>
        <p:sp>
          <p:nvSpPr>
            <p:cNvPr id="693257" name="Line 9"/>
            <p:cNvSpPr>
              <a:spLocks noChangeShapeType="1"/>
            </p:cNvSpPr>
            <p:nvPr/>
          </p:nvSpPr>
          <p:spPr bwMode="auto">
            <a:xfrm flipV="1">
              <a:off x="2592" y="2496"/>
              <a:ext cx="432" cy="43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3258" name="Oval 10"/>
            <p:cNvSpPr>
              <a:spLocks noChangeArrowheads="1"/>
            </p:cNvSpPr>
            <p:nvPr/>
          </p:nvSpPr>
          <p:spPr bwMode="auto">
            <a:xfrm>
              <a:off x="3024" y="2304"/>
              <a:ext cx="240" cy="246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it-IT" sz="2400" b="1" i="1">
                  <a:latin typeface="Times New Roman" charset="0"/>
                  <a:sym typeface="Symbol" charset="0"/>
                </a:rPr>
                <a:t>u</a:t>
              </a:r>
              <a:endParaRPr lang="it-IT" sz="2400" b="1" i="1">
                <a:latin typeface="Times New Roman" charset="0"/>
              </a:endParaRPr>
            </a:p>
          </p:txBody>
        </p:sp>
        <p:sp>
          <p:nvSpPr>
            <p:cNvPr id="693259" name="Text Box 11"/>
            <p:cNvSpPr txBox="1">
              <a:spLocks noChangeArrowheads="1"/>
            </p:cNvSpPr>
            <p:nvPr/>
          </p:nvSpPr>
          <p:spPr bwMode="auto">
            <a:xfrm>
              <a:off x="4848" y="2544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>
                  <a:latin typeface="Times New Roman" charset="0"/>
                </a:rPr>
                <a:t>13</a:t>
              </a:r>
              <a:endParaRPr lang="en-GB" sz="2400" b="1">
                <a:latin typeface="Times New Roman" charset="0"/>
              </a:endParaRPr>
            </a:p>
          </p:txBody>
        </p:sp>
        <p:sp>
          <p:nvSpPr>
            <p:cNvPr id="693260" name="Text Box 12"/>
            <p:cNvSpPr txBox="1">
              <a:spLocks noChangeArrowheads="1"/>
            </p:cNvSpPr>
            <p:nvPr/>
          </p:nvSpPr>
          <p:spPr bwMode="auto">
            <a:xfrm>
              <a:off x="3696" y="2112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>
                  <a:latin typeface="Times New Roman" charset="0"/>
                </a:rPr>
                <a:t>8</a:t>
              </a:r>
              <a:endParaRPr lang="en-GB" sz="2400" b="1">
                <a:latin typeface="Times New Roman" charset="0"/>
              </a:endParaRPr>
            </a:p>
          </p:txBody>
        </p:sp>
        <p:sp>
          <p:nvSpPr>
            <p:cNvPr id="693261" name="Text Box 13"/>
            <p:cNvSpPr txBox="1">
              <a:spLocks noChangeArrowheads="1"/>
            </p:cNvSpPr>
            <p:nvPr/>
          </p:nvSpPr>
          <p:spPr bwMode="auto">
            <a:xfrm>
              <a:off x="2784" y="2688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>
                  <a:latin typeface="Times New Roman" charset="0"/>
                </a:rPr>
                <a:t>11</a:t>
              </a:r>
              <a:endParaRPr lang="en-GB" sz="2400" b="1">
                <a:latin typeface="Times New Roman" charset="0"/>
              </a:endParaRPr>
            </a:p>
          </p:txBody>
        </p:sp>
        <p:sp>
          <p:nvSpPr>
            <p:cNvPr id="693262" name="Oval 14"/>
            <p:cNvSpPr>
              <a:spLocks noChangeArrowheads="1"/>
            </p:cNvSpPr>
            <p:nvPr/>
          </p:nvSpPr>
          <p:spPr bwMode="auto">
            <a:xfrm>
              <a:off x="2400" y="2928"/>
              <a:ext cx="240" cy="24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it-IT" sz="2400" b="1" i="1">
                  <a:latin typeface="Times New Roman" charset="0"/>
                  <a:sym typeface="Symbol" charset="0"/>
                </a:rPr>
                <a:t>s</a:t>
              </a:r>
              <a:endParaRPr lang="it-IT" sz="2400" b="1" i="1">
                <a:latin typeface="Times New Roman" charset="0"/>
              </a:endParaRPr>
            </a:p>
          </p:txBody>
        </p:sp>
        <p:sp>
          <p:nvSpPr>
            <p:cNvPr id="693263" name="Oval 15"/>
            <p:cNvSpPr>
              <a:spLocks noChangeArrowheads="1"/>
            </p:cNvSpPr>
            <p:nvPr/>
          </p:nvSpPr>
          <p:spPr bwMode="auto">
            <a:xfrm>
              <a:off x="4368" y="3648"/>
              <a:ext cx="240" cy="24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it-IT" sz="2400" b="1" i="1">
                  <a:latin typeface="Times New Roman" charset="0"/>
                  <a:sym typeface="Symbol" charset="0"/>
                </a:rPr>
                <a:t>y</a:t>
              </a:r>
              <a:endParaRPr lang="it-IT" sz="2400" b="1" i="1">
                <a:latin typeface="Times New Roman" charset="0"/>
              </a:endParaRPr>
            </a:p>
          </p:txBody>
        </p:sp>
        <p:sp>
          <p:nvSpPr>
            <p:cNvPr id="693264" name="Oval 16"/>
            <p:cNvSpPr>
              <a:spLocks noChangeArrowheads="1"/>
            </p:cNvSpPr>
            <p:nvPr/>
          </p:nvSpPr>
          <p:spPr bwMode="auto">
            <a:xfrm>
              <a:off x="3024" y="3600"/>
              <a:ext cx="240" cy="24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it-IT" sz="2400" b="1" i="1">
                  <a:latin typeface="Times New Roman" charset="0"/>
                  <a:sym typeface="Symbol" charset="0"/>
                </a:rPr>
                <a:t>x</a:t>
              </a:r>
              <a:endParaRPr lang="it-IT" sz="2400" b="1" i="1">
                <a:latin typeface="Times New Roman" charset="0"/>
              </a:endParaRPr>
            </a:p>
          </p:txBody>
        </p:sp>
        <p:sp>
          <p:nvSpPr>
            <p:cNvPr id="693265" name="Oval 17"/>
            <p:cNvSpPr>
              <a:spLocks noChangeArrowheads="1"/>
            </p:cNvSpPr>
            <p:nvPr/>
          </p:nvSpPr>
          <p:spPr bwMode="auto">
            <a:xfrm>
              <a:off x="4368" y="2304"/>
              <a:ext cx="240" cy="24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it-IT" sz="2400" b="1" i="1">
                  <a:latin typeface="Times New Roman" charset="0"/>
                  <a:sym typeface="Symbol" charset="0"/>
                </a:rPr>
                <a:t>v</a:t>
              </a:r>
              <a:endParaRPr lang="it-IT" sz="2400" b="1" i="1">
                <a:latin typeface="Times New Roman" charset="0"/>
              </a:endParaRPr>
            </a:p>
          </p:txBody>
        </p:sp>
        <p:sp>
          <p:nvSpPr>
            <p:cNvPr id="693266" name="Line 18"/>
            <p:cNvSpPr>
              <a:spLocks noChangeShapeType="1"/>
            </p:cNvSpPr>
            <p:nvPr/>
          </p:nvSpPr>
          <p:spPr bwMode="auto">
            <a:xfrm>
              <a:off x="2592" y="3168"/>
              <a:ext cx="480" cy="48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3267" name="Line 19"/>
            <p:cNvSpPr>
              <a:spLocks noChangeShapeType="1"/>
            </p:cNvSpPr>
            <p:nvPr/>
          </p:nvSpPr>
          <p:spPr bwMode="auto">
            <a:xfrm flipH="1">
              <a:off x="3120" y="2544"/>
              <a:ext cx="0" cy="107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3268" name="Line 20"/>
            <p:cNvSpPr>
              <a:spLocks noChangeShapeType="1"/>
            </p:cNvSpPr>
            <p:nvPr/>
          </p:nvSpPr>
          <p:spPr bwMode="auto">
            <a:xfrm flipV="1">
              <a:off x="4512" y="2544"/>
              <a:ext cx="0" cy="110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3269" name="Line 21"/>
            <p:cNvSpPr>
              <a:spLocks noChangeShapeType="1"/>
            </p:cNvSpPr>
            <p:nvPr/>
          </p:nvSpPr>
          <p:spPr bwMode="auto">
            <a:xfrm>
              <a:off x="3264" y="3792"/>
              <a:ext cx="110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3270" name="Line 22"/>
            <p:cNvSpPr>
              <a:spLocks noChangeShapeType="1"/>
            </p:cNvSpPr>
            <p:nvPr/>
          </p:nvSpPr>
          <p:spPr bwMode="auto">
            <a:xfrm flipV="1">
              <a:off x="3264" y="2352"/>
              <a:ext cx="110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3271" name="Line 23"/>
            <p:cNvSpPr>
              <a:spLocks noChangeShapeType="1"/>
            </p:cNvSpPr>
            <p:nvPr/>
          </p:nvSpPr>
          <p:spPr bwMode="auto">
            <a:xfrm flipH="1" flipV="1">
              <a:off x="3216" y="2544"/>
              <a:ext cx="0" cy="105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3272" name="Text Box 24"/>
            <p:cNvSpPr txBox="1">
              <a:spLocks noChangeArrowheads="1"/>
            </p:cNvSpPr>
            <p:nvPr/>
          </p:nvSpPr>
          <p:spPr bwMode="auto">
            <a:xfrm>
              <a:off x="2640" y="3408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>
                  <a:latin typeface="Times New Roman" charset="0"/>
                </a:rPr>
                <a:t>13</a:t>
              </a:r>
              <a:endParaRPr lang="en-GB" sz="2400" b="1">
                <a:latin typeface="Times New Roman" charset="0"/>
              </a:endParaRPr>
            </a:p>
          </p:txBody>
        </p:sp>
        <p:sp>
          <p:nvSpPr>
            <p:cNvPr id="693273" name="Text Box 25"/>
            <p:cNvSpPr txBox="1">
              <a:spLocks noChangeArrowheads="1"/>
            </p:cNvSpPr>
            <p:nvPr/>
          </p:nvSpPr>
          <p:spPr bwMode="auto">
            <a:xfrm>
              <a:off x="2928" y="2928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>
                  <a:latin typeface="Times New Roman" charset="0"/>
                </a:rPr>
                <a:t>3</a:t>
              </a:r>
              <a:endParaRPr lang="en-GB" sz="2400" b="1">
                <a:latin typeface="Times New Roman" charset="0"/>
              </a:endParaRPr>
            </a:p>
          </p:txBody>
        </p:sp>
        <p:sp>
          <p:nvSpPr>
            <p:cNvPr id="693274" name="Text Box 26"/>
            <p:cNvSpPr txBox="1">
              <a:spLocks noChangeArrowheads="1"/>
            </p:cNvSpPr>
            <p:nvPr/>
          </p:nvSpPr>
          <p:spPr bwMode="auto">
            <a:xfrm>
              <a:off x="4464" y="3024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>
                  <a:latin typeface="Times New Roman" charset="0"/>
                </a:rPr>
                <a:t>7</a:t>
              </a:r>
              <a:endParaRPr lang="en-GB" sz="2400" b="1">
                <a:latin typeface="Times New Roman" charset="0"/>
              </a:endParaRPr>
            </a:p>
          </p:txBody>
        </p:sp>
        <p:sp>
          <p:nvSpPr>
            <p:cNvPr id="693275" name="Text Box 27"/>
            <p:cNvSpPr txBox="1">
              <a:spLocks noChangeArrowheads="1"/>
            </p:cNvSpPr>
            <p:nvPr/>
          </p:nvSpPr>
          <p:spPr bwMode="auto">
            <a:xfrm>
              <a:off x="3168" y="2928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>
                  <a:latin typeface="Times New Roman" charset="0"/>
                </a:rPr>
                <a:t>11</a:t>
              </a:r>
              <a:endParaRPr lang="en-GB" sz="2400" b="1">
                <a:latin typeface="Times New Roman" charset="0"/>
              </a:endParaRPr>
            </a:p>
          </p:txBody>
        </p:sp>
        <p:sp>
          <p:nvSpPr>
            <p:cNvPr id="693276" name="Text Box 28"/>
            <p:cNvSpPr txBox="1">
              <a:spLocks noChangeArrowheads="1"/>
            </p:cNvSpPr>
            <p:nvPr/>
          </p:nvSpPr>
          <p:spPr bwMode="auto">
            <a:xfrm>
              <a:off x="3840" y="3744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>
                  <a:latin typeface="Times New Roman" charset="0"/>
                </a:rPr>
                <a:t>3</a:t>
              </a:r>
              <a:endParaRPr lang="en-GB" sz="2400" b="1">
                <a:latin typeface="Times New Roman" charset="0"/>
              </a:endParaRPr>
            </a:p>
          </p:txBody>
        </p:sp>
        <p:sp>
          <p:nvSpPr>
            <p:cNvPr id="693277" name="Text Box 29"/>
            <p:cNvSpPr txBox="1">
              <a:spLocks noChangeArrowheads="1"/>
            </p:cNvSpPr>
            <p:nvPr/>
          </p:nvSpPr>
          <p:spPr bwMode="auto">
            <a:xfrm>
              <a:off x="3840" y="3024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>
                  <a:latin typeface="Times New Roman" charset="0"/>
                </a:rPr>
                <a:t>5</a:t>
              </a:r>
              <a:endParaRPr lang="en-GB" sz="2400" b="1">
                <a:latin typeface="Times New Roman" charset="0"/>
              </a:endParaRPr>
            </a:p>
          </p:txBody>
        </p:sp>
        <p:sp>
          <p:nvSpPr>
            <p:cNvPr id="693278" name="Line 30"/>
            <p:cNvSpPr>
              <a:spLocks noChangeShapeType="1"/>
            </p:cNvSpPr>
            <p:nvPr/>
          </p:nvSpPr>
          <p:spPr bwMode="auto">
            <a:xfrm flipH="1">
              <a:off x="3216" y="2496"/>
              <a:ext cx="1152" cy="115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3279" name="Text Box 31"/>
            <p:cNvSpPr txBox="1">
              <a:spLocks noChangeArrowheads="1"/>
            </p:cNvSpPr>
            <p:nvPr/>
          </p:nvSpPr>
          <p:spPr bwMode="auto">
            <a:xfrm>
              <a:off x="4752" y="3168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>
                  <a:latin typeface="Times New Roman" charset="0"/>
                </a:rPr>
                <a:t>4</a:t>
              </a:r>
              <a:endParaRPr lang="en-GB" sz="2400" b="1">
                <a:latin typeface="Times New Roman" charset="0"/>
              </a:endParaRPr>
            </a:p>
          </p:txBody>
        </p:sp>
        <p:sp>
          <p:nvSpPr>
            <p:cNvPr id="693280" name="Oval 32"/>
            <p:cNvSpPr>
              <a:spLocks noChangeArrowheads="1"/>
            </p:cNvSpPr>
            <p:nvPr/>
          </p:nvSpPr>
          <p:spPr bwMode="auto">
            <a:xfrm>
              <a:off x="5088" y="2976"/>
              <a:ext cx="240" cy="24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it-IT" sz="2400" b="1" i="1">
                  <a:latin typeface="Times New Roman" charset="0"/>
                  <a:sym typeface="Symbol" charset="0"/>
                </a:rPr>
                <a:t>t</a:t>
              </a:r>
              <a:endParaRPr lang="it-IT" sz="2400" b="1" i="1">
                <a:latin typeface="Times New Roman" charset="0"/>
              </a:endParaRPr>
            </a:p>
          </p:txBody>
        </p:sp>
        <p:sp>
          <p:nvSpPr>
            <p:cNvPr id="693281" name="Line 33"/>
            <p:cNvSpPr>
              <a:spLocks noChangeShapeType="1"/>
            </p:cNvSpPr>
            <p:nvPr/>
          </p:nvSpPr>
          <p:spPr bwMode="auto">
            <a:xfrm>
              <a:off x="4560" y="2544"/>
              <a:ext cx="528" cy="52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3282" name="Line 34"/>
            <p:cNvSpPr>
              <a:spLocks noChangeShapeType="1"/>
            </p:cNvSpPr>
            <p:nvPr/>
          </p:nvSpPr>
          <p:spPr bwMode="auto">
            <a:xfrm flipV="1">
              <a:off x="4608" y="3168"/>
              <a:ext cx="528" cy="52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3283" name="Text Box 35"/>
            <p:cNvSpPr txBox="1">
              <a:spLocks noChangeArrowheads="1"/>
            </p:cNvSpPr>
            <p:nvPr/>
          </p:nvSpPr>
          <p:spPr bwMode="auto">
            <a:xfrm>
              <a:off x="480" y="2256"/>
              <a:ext cx="1440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hangingPunct="0"/>
              <a:r>
                <a:rPr lang="it-IT">
                  <a:latin typeface="Times New Roman" charset="0"/>
                </a:rPr>
                <a:t>Rete residua</a:t>
              </a:r>
            </a:p>
          </p:txBody>
        </p:sp>
        <p:sp>
          <p:nvSpPr>
            <p:cNvPr id="693284" name="Line 36"/>
            <p:cNvSpPr>
              <a:spLocks noChangeShapeType="1"/>
            </p:cNvSpPr>
            <p:nvPr/>
          </p:nvSpPr>
          <p:spPr bwMode="auto">
            <a:xfrm flipV="1">
              <a:off x="2640" y="2544"/>
              <a:ext cx="432" cy="43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3285" name="Text Box 37"/>
            <p:cNvSpPr txBox="1">
              <a:spLocks noChangeArrowheads="1"/>
            </p:cNvSpPr>
            <p:nvPr/>
          </p:nvSpPr>
          <p:spPr bwMode="auto">
            <a:xfrm>
              <a:off x="2640" y="2496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>
                  <a:latin typeface="Times New Roman" charset="0"/>
                </a:rPr>
                <a:t>5</a:t>
              </a:r>
              <a:endParaRPr lang="en-GB" sz="2400" b="1">
                <a:latin typeface="Times New Roman" charset="0"/>
              </a:endParaRPr>
            </a:p>
          </p:txBody>
        </p:sp>
        <p:sp>
          <p:nvSpPr>
            <p:cNvPr id="693286" name="Line 38"/>
            <p:cNvSpPr>
              <a:spLocks noChangeShapeType="1"/>
            </p:cNvSpPr>
            <p:nvPr/>
          </p:nvSpPr>
          <p:spPr bwMode="auto">
            <a:xfrm flipV="1">
              <a:off x="3264" y="2448"/>
              <a:ext cx="110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3287" name="Text Box 39"/>
            <p:cNvSpPr txBox="1">
              <a:spLocks noChangeArrowheads="1"/>
            </p:cNvSpPr>
            <p:nvPr/>
          </p:nvSpPr>
          <p:spPr bwMode="auto">
            <a:xfrm>
              <a:off x="3696" y="2400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>
                  <a:latin typeface="Times New Roman" charset="0"/>
                </a:rPr>
                <a:t>4</a:t>
              </a:r>
              <a:endParaRPr lang="en-GB" sz="2400" b="1">
                <a:latin typeface="Times New Roman" charset="0"/>
              </a:endParaRPr>
            </a:p>
          </p:txBody>
        </p:sp>
        <p:sp>
          <p:nvSpPr>
            <p:cNvPr id="693288" name="Line 40"/>
            <p:cNvSpPr>
              <a:spLocks noChangeShapeType="1"/>
            </p:cNvSpPr>
            <p:nvPr/>
          </p:nvSpPr>
          <p:spPr bwMode="auto">
            <a:xfrm flipH="1">
              <a:off x="3264" y="2544"/>
              <a:ext cx="1152" cy="115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3289" name="Text Box 41"/>
            <p:cNvSpPr txBox="1">
              <a:spLocks noChangeArrowheads="1"/>
            </p:cNvSpPr>
            <p:nvPr/>
          </p:nvSpPr>
          <p:spPr bwMode="auto">
            <a:xfrm>
              <a:off x="3696" y="2784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>
                  <a:latin typeface="Times New Roman" charset="0"/>
                </a:rPr>
                <a:t>4</a:t>
              </a:r>
              <a:endParaRPr lang="en-GB" sz="2400" b="1">
                <a:latin typeface="Times New Roman" charset="0"/>
              </a:endParaRPr>
            </a:p>
          </p:txBody>
        </p:sp>
        <p:sp>
          <p:nvSpPr>
            <p:cNvPr id="693290" name="Line 42"/>
            <p:cNvSpPr>
              <a:spLocks noChangeShapeType="1"/>
            </p:cNvSpPr>
            <p:nvPr/>
          </p:nvSpPr>
          <p:spPr bwMode="auto">
            <a:xfrm>
              <a:off x="3264" y="3696"/>
              <a:ext cx="110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3291" name="Text Box 43"/>
            <p:cNvSpPr txBox="1">
              <a:spLocks noChangeArrowheads="1"/>
            </p:cNvSpPr>
            <p:nvPr/>
          </p:nvSpPr>
          <p:spPr bwMode="auto">
            <a:xfrm>
              <a:off x="3888" y="3456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>
                  <a:latin typeface="Times New Roman" charset="0"/>
                </a:rPr>
                <a:t>11</a:t>
              </a:r>
              <a:endParaRPr lang="en-GB" sz="2400" b="1">
                <a:latin typeface="Times New Roman" charset="0"/>
              </a:endParaRPr>
            </a:p>
          </p:txBody>
        </p:sp>
        <p:sp>
          <p:nvSpPr>
            <p:cNvPr id="693292" name="Line 44"/>
            <p:cNvSpPr>
              <a:spLocks noChangeShapeType="1"/>
            </p:cNvSpPr>
            <p:nvPr/>
          </p:nvSpPr>
          <p:spPr bwMode="auto">
            <a:xfrm>
              <a:off x="4608" y="2496"/>
              <a:ext cx="528" cy="52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3293" name="Text Box 45"/>
            <p:cNvSpPr txBox="1">
              <a:spLocks noChangeArrowheads="1"/>
            </p:cNvSpPr>
            <p:nvPr/>
          </p:nvSpPr>
          <p:spPr bwMode="auto">
            <a:xfrm>
              <a:off x="4656" y="2784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>
                  <a:latin typeface="Times New Roman" charset="0"/>
                </a:rPr>
                <a:t>7</a:t>
              </a:r>
              <a:endParaRPr lang="en-GB" sz="2400" b="1">
                <a:latin typeface="Times New Roman" charset="0"/>
              </a:endParaRPr>
            </a:p>
          </p:txBody>
        </p:sp>
      </p:grpSp>
      <p:grpSp>
        <p:nvGrpSpPr>
          <p:cNvPr id="693294" name="Group 46"/>
          <p:cNvGrpSpPr>
            <a:grpSpLocks/>
          </p:cNvGrpSpPr>
          <p:nvPr/>
        </p:nvGrpSpPr>
        <p:grpSpPr bwMode="auto">
          <a:xfrm>
            <a:off x="838200" y="3657600"/>
            <a:ext cx="7620000" cy="2881313"/>
            <a:chOff x="528" y="2304"/>
            <a:chExt cx="4800" cy="1815"/>
          </a:xfrm>
        </p:grpSpPr>
        <p:sp>
          <p:nvSpPr>
            <p:cNvPr id="693295" name="Line 47"/>
            <p:cNvSpPr>
              <a:spLocks noChangeShapeType="1"/>
            </p:cNvSpPr>
            <p:nvPr/>
          </p:nvSpPr>
          <p:spPr bwMode="auto">
            <a:xfrm flipV="1">
              <a:off x="2592" y="2592"/>
              <a:ext cx="480" cy="48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3296" name="Oval 48"/>
            <p:cNvSpPr>
              <a:spLocks noChangeArrowheads="1"/>
            </p:cNvSpPr>
            <p:nvPr/>
          </p:nvSpPr>
          <p:spPr bwMode="auto">
            <a:xfrm>
              <a:off x="3024" y="2400"/>
              <a:ext cx="240" cy="246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it-IT" sz="2400" b="1" i="1">
                  <a:latin typeface="Times New Roman" charset="0"/>
                  <a:sym typeface="Symbol" charset="0"/>
                </a:rPr>
                <a:t>u</a:t>
              </a:r>
              <a:endParaRPr lang="it-IT" sz="2400" b="1" i="1">
                <a:latin typeface="Times New Roman" charset="0"/>
              </a:endParaRPr>
            </a:p>
          </p:txBody>
        </p:sp>
        <p:sp>
          <p:nvSpPr>
            <p:cNvPr id="693297" name="Text Box 49"/>
            <p:cNvSpPr txBox="1">
              <a:spLocks noChangeArrowheads="1"/>
            </p:cNvSpPr>
            <p:nvPr/>
          </p:nvSpPr>
          <p:spPr bwMode="auto">
            <a:xfrm>
              <a:off x="4848" y="2640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>
                  <a:latin typeface="Times New Roman" charset="0"/>
                </a:rPr>
                <a:t>20</a:t>
              </a:r>
              <a:endParaRPr lang="en-GB" sz="2400" b="1">
                <a:latin typeface="Times New Roman" charset="0"/>
              </a:endParaRPr>
            </a:p>
          </p:txBody>
        </p:sp>
        <p:sp>
          <p:nvSpPr>
            <p:cNvPr id="693298" name="Text Box 50"/>
            <p:cNvSpPr txBox="1">
              <a:spLocks noChangeArrowheads="1"/>
            </p:cNvSpPr>
            <p:nvPr/>
          </p:nvSpPr>
          <p:spPr bwMode="auto">
            <a:xfrm>
              <a:off x="3841" y="2304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>
                  <a:latin typeface="Times New Roman" charset="0"/>
                </a:rPr>
                <a:t>12</a:t>
              </a:r>
              <a:endParaRPr lang="en-GB" sz="2400" b="1">
                <a:latin typeface="Times New Roman" charset="0"/>
              </a:endParaRPr>
            </a:p>
          </p:txBody>
        </p:sp>
        <p:sp>
          <p:nvSpPr>
            <p:cNvPr id="693299" name="Text Box 51"/>
            <p:cNvSpPr txBox="1">
              <a:spLocks noChangeArrowheads="1"/>
            </p:cNvSpPr>
            <p:nvPr/>
          </p:nvSpPr>
          <p:spPr bwMode="auto">
            <a:xfrm>
              <a:off x="2592" y="2592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>
                  <a:latin typeface="Times New Roman" charset="0"/>
                </a:rPr>
                <a:t>16</a:t>
              </a:r>
              <a:endParaRPr lang="en-GB" sz="2400" b="1">
                <a:latin typeface="Times New Roman" charset="0"/>
              </a:endParaRPr>
            </a:p>
          </p:txBody>
        </p:sp>
        <p:sp>
          <p:nvSpPr>
            <p:cNvPr id="693300" name="Oval 52"/>
            <p:cNvSpPr>
              <a:spLocks noChangeArrowheads="1"/>
            </p:cNvSpPr>
            <p:nvPr/>
          </p:nvSpPr>
          <p:spPr bwMode="auto">
            <a:xfrm>
              <a:off x="2400" y="3024"/>
              <a:ext cx="240" cy="24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it-IT" sz="2400" b="1" i="1">
                  <a:latin typeface="Times New Roman" charset="0"/>
                  <a:sym typeface="Symbol" charset="0"/>
                </a:rPr>
                <a:t>s</a:t>
              </a:r>
              <a:endParaRPr lang="it-IT" sz="2400" b="1" i="1">
                <a:latin typeface="Times New Roman" charset="0"/>
              </a:endParaRPr>
            </a:p>
          </p:txBody>
        </p:sp>
        <p:sp>
          <p:nvSpPr>
            <p:cNvPr id="693301" name="Oval 53"/>
            <p:cNvSpPr>
              <a:spLocks noChangeArrowheads="1"/>
            </p:cNvSpPr>
            <p:nvPr/>
          </p:nvSpPr>
          <p:spPr bwMode="auto">
            <a:xfrm>
              <a:off x="4368" y="3744"/>
              <a:ext cx="240" cy="24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it-IT" sz="2400" b="1" i="1">
                  <a:latin typeface="Times New Roman" charset="0"/>
                  <a:sym typeface="Symbol" charset="0"/>
                </a:rPr>
                <a:t>y</a:t>
              </a:r>
              <a:endParaRPr lang="it-IT" sz="2400" b="1" i="1">
                <a:latin typeface="Times New Roman" charset="0"/>
              </a:endParaRPr>
            </a:p>
          </p:txBody>
        </p:sp>
        <p:sp>
          <p:nvSpPr>
            <p:cNvPr id="693302" name="Oval 54"/>
            <p:cNvSpPr>
              <a:spLocks noChangeArrowheads="1"/>
            </p:cNvSpPr>
            <p:nvPr/>
          </p:nvSpPr>
          <p:spPr bwMode="auto">
            <a:xfrm>
              <a:off x="3024" y="3696"/>
              <a:ext cx="240" cy="24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it-IT" sz="2400" b="1" i="1">
                  <a:latin typeface="Times New Roman" charset="0"/>
                  <a:sym typeface="Symbol" charset="0"/>
                </a:rPr>
                <a:t>x</a:t>
              </a:r>
              <a:endParaRPr lang="it-IT" sz="2400" b="1" i="1">
                <a:latin typeface="Times New Roman" charset="0"/>
              </a:endParaRPr>
            </a:p>
          </p:txBody>
        </p:sp>
        <p:sp>
          <p:nvSpPr>
            <p:cNvPr id="693303" name="Oval 55"/>
            <p:cNvSpPr>
              <a:spLocks noChangeArrowheads="1"/>
            </p:cNvSpPr>
            <p:nvPr/>
          </p:nvSpPr>
          <p:spPr bwMode="auto">
            <a:xfrm>
              <a:off x="4368" y="2400"/>
              <a:ext cx="240" cy="24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it-IT" sz="2400" b="1" i="1">
                  <a:latin typeface="Times New Roman" charset="0"/>
                  <a:sym typeface="Symbol" charset="0"/>
                </a:rPr>
                <a:t>v</a:t>
              </a:r>
              <a:endParaRPr lang="it-IT" sz="2400" b="1" i="1">
                <a:latin typeface="Times New Roman" charset="0"/>
              </a:endParaRPr>
            </a:p>
          </p:txBody>
        </p:sp>
        <p:sp>
          <p:nvSpPr>
            <p:cNvPr id="693304" name="Line 56"/>
            <p:cNvSpPr>
              <a:spLocks noChangeShapeType="1"/>
            </p:cNvSpPr>
            <p:nvPr/>
          </p:nvSpPr>
          <p:spPr bwMode="auto">
            <a:xfrm>
              <a:off x="2592" y="3264"/>
              <a:ext cx="480" cy="48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3305" name="Line 57"/>
            <p:cNvSpPr>
              <a:spLocks noChangeShapeType="1"/>
            </p:cNvSpPr>
            <p:nvPr/>
          </p:nvSpPr>
          <p:spPr bwMode="auto">
            <a:xfrm flipH="1">
              <a:off x="3120" y="2640"/>
              <a:ext cx="0" cy="107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3306" name="Line 58"/>
            <p:cNvSpPr>
              <a:spLocks noChangeShapeType="1"/>
            </p:cNvSpPr>
            <p:nvPr/>
          </p:nvSpPr>
          <p:spPr bwMode="auto">
            <a:xfrm flipV="1">
              <a:off x="4512" y="2640"/>
              <a:ext cx="0" cy="110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3307" name="Line 59"/>
            <p:cNvSpPr>
              <a:spLocks noChangeShapeType="1"/>
            </p:cNvSpPr>
            <p:nvPr/>
          </p:nvSpPr>
          <p:spPr bwMode="auto">
            <a:xfrm>
              <a:off x="3264" y="3840"/>
              <a:ext cx="110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3308" name="Line 60"/>
            <p:cNvSpPr>
              <a:spLocks noChangeShapeType="1"/>
            </p:cNvSpPr>
            <p:nvPr/>
          </p:nvSpPr>
          <p:spPr bwMode="auto">
            <a:xfrm flipV="1">
              <a:off x="3264" y="2544"/>
              <a:ext cx="110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3309" name="Line 61"/>
            <p:cNvSpPr>
              <a:spLocks noChangeShapeType="1"/>
            </p:cNvSpPr>
            <p:nvPr/>
          </p:nvSpPr>
          <p:spPr bwMode="auto">
            <a:xfrm flipH="1" flipV="1">
              <a:off x="3216" y="2640"/>
              <a:ext cx="0" cy="105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3310" name="Text Box 62"/>
            <p:cNvSpPr txBox="1">
              <a:spLocks noChangeArrowheads="1"/>
            </p:cNvSpPr>
            <p:nvPr/>
          </p:nvSpPr>
          <p:spPr bwMode="auto">
            <a:xfrm>
              <a:off x="2640" y="3504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>
                  <a:latin typeface="Times New Roman" charset="0"/>
                </a:rPr>
                <a:t>13</a:t>
              </a:r>
              <a:endParaRPr lang="en-GB" sz="2400" b="1">
                <a:latin typeface="Times New Roman" charset="0"/>
              </a:endParaRPr>
            </a:p>
          </p:txBody>
        </p:sp>
        <p:sp>
          <p:nvSpPr>
            <p:cNvPr id="693311" name="Text Box 63"/>
            <p:cNvSpPr txBox="1">
              <a:spLocks noChangeArrowheads="1"/>
            </p:cNvSpPr>
            <p:nvPr/>
          </p:nvSpPr>
          <p:spPr bwMode="auto">
            <a:xfrm>
              <a:off x="2832" y="3024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>
                  <a:latin typeface="Times New Roman" charset="0"/>
                </a:rPr>
                <a:t>10</a:t>
              </a:r>
              <a:endParaRPr lang="en-GB" sz="2400" b="1">
                <a:latin typeface="Times New Roman" charset="0"/>
              </a:endParaRPr>
            </a:p>
          </p:txBody>
        </p:sp>
        <p:sp>
          <p:nvSpPr>
            <p:cNvPr id="693312" name="Text Box 64"/>
            <p:cNvSpPr txBox="1">
              <a:spLocks noChangeArrowheads="1"/>
            </p:cNvSpPr>
            <p:nvPr/>
          </p:nvSpPr>
          <p:spPr bwMode="auto">
            <a:xfrm>
              <a:off x="4464" y="3024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>
                  <a:latin typeface="Times New Roman" charset="0"/>
                </a:rPr>
                <a:t>7</a:t>
              </a:r>
              <a:endParaRPr lang="en-GB" sz="2400" b="1">
                <a:latin typeface="Times New Roman" charset="0"/>
              </a:endParaRPr>
            </a:p>
          </p:txBody>
        </p:sp>
        <p:sp>
          <p:nvSpPr>
            <p:cNvPr id="693313" name="Text Box 65"/>
            <p:cNvSpPr txBox="1">
              <a:spLocks noChangeArrowheads="1"/>
            </p:cNvSpPr>
            <p:nvPr/>
          </p:nvSpPr>
          <p:spPr bwMode="auto">
            <a:xfrm>
              <a:off x="3216" y="3024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>
                  <a:latin typeface="Times New Roman" charset="0"/>
                </a:rPr>
                <a:t>4</a:t>
              </a:r>
              <a:endParaRPr lang="en-GB" sz="2400" b="1">
                <a:latin typeface="Times New Roman" charset="0"/>
              </a:endParaRPr>
            </a:p>
          </p:txBody>
        </p:sp>
        <p:sp>
          <p:nvSpPr>
            <p:cNvPr id="693314" name="Text Box 66"/>
            <p:cNvSpPr txBox="1">
              <a:spLocks noChangeArrowheads="1"/>
            </p:cNvSpPr>
            <p:nvPr/>
          </p:nvSpPr>
          <p:spPr bwMode="auto">
            <a:xfrm>
              <a:off x="3841" y="3831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>
                  <a:latin typeface="Times New Roman" charset="0"/>
                </a:rPr>
                <a:t>14</a:t>
              </a:r>
              <a:endParaRPr lang="en-GB" sz="2400" b="1">
                <a:latin typeface="Times New Roman" charset="0"/>
              </a:endParaRPr>
            </a:p>
          </p:txBody>
        </p:sp>
        <p:sp>
          <p:nvSpPr>
            <p:cNvPr id="693315" name="Text Box 67"/>
            <p:cNvSpPr txBox="1">
              <a:spLocks noChangeArrowheads="1"/>
            </p:cNvSpPr>
            <p:nvPr/>
          </p:nvSpPr>
          <p:spPr bwMode="auto">
            <a:xfrm>
              <a:off x="3840" y="3072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>
                  <a:latin typeface="Times New Roman" charset="0"/>
                </a:rPr>
                <a:t>9</a:t>
              </a:r>
              <a:endParaRPr lang="en-GB" sz="2400" b="1">
                <a:latin typeface="Times New Roman" charset="0"/>
              </a:endParaRPr>
            </a:p>
          </p:txBody>
        </p:sp>
        <p:sp>
          <p:nvSpPr>
            <p:cNvPr id="693316" name="Line 68"/>
            <p:cNvSpPr>
              <a:spLocks noChangeShapeType="1"/>
            </p:cNvSpPr>
            <p:nvPr/>
          </p:nvSpPr>
          <p:spPr bwMode="auto">
            <a:xfrm flipH="1">
              <a:off x="3264" y="2592"/>
              <a:ext cx="1152" cy="115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3317" name="Text Box 69"/>
            <p:cNvSpPr txBox="1">
              <a:spLocks noChangeArrowheads="1"/>
            </p:cNvSpPr>
            <p:nvPr/>
          </p:nvSpPr>
          <p:spPr bwMode="auto">
            <a:xfrm>
              <a:off x="4848" y="3408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>
                  <a:latin typeface="Times New Roman" charset="0"/>
                </a:rPr>
                <a:t>4</a:t>
              </a:r>
              <a:endParaRPr lang="en-GB" sz="2400" b="1">
                <a:latin typeface="Times New Roman" charset="0"/>
              </a:endParaRPr>
            </a:p>
          </p:txBody>
        </p:sp>
        <p:sp>
          <p:nvSpPr>
            <p:cNvPr id="693318" name="Oval 70"/>
            <p:cNvSpPr>
              <a:spLocks noChangeArrowheads="1"/>
            </p:cNvSpPr>
            <p:nvPr/>
          </p:nvSpPr>
          <p:spPr bwMode="auto">
            <a:xfrm>
              <a:off x="5088" y="3072"/>
              <a:ext cx="240" cy="24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it-IT" sz="2400" b="1" i="1">
                  <a:latin typeface="Times New Roman" charset="0"/>
                  <a:sym typeface="Symbol" charset="0"/>
                </a:rPr>
                <a:t>t</a:t>
              </a:r>
              <a:endParaRPr lang="it-IT" sz="2400" b="1" i="1">
                <a:latin typeface="Times New Roman" charset="0"/>
              </a:endParaRPr>
            </a:p>
          </p:txBody>
        </p:sp>
        <p:sp>
          <p:nvSpPr>
            <p:cNvPr id="693319" name="Line 71"/>
            <p:cNvSpPr>
              <a:spLocks noChangeShapeType="1"/>
            </p:cNvSpPr>
            <p:nvPr/>
          </p:nvSpPr>
          <p:spPr bwMode="auto">
            <a:xfrm>
              <a:off x="4608" y="2592"/>
              <a:ext cx="528" cy="52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3320" name="Line 72"/>
            <p:cNvSpPr>
              <a:spLocks noChangeShapeType="1"/>
            </p:cNvSpPr>
            <p:nvPr/>
          </p:nvSpPr>
          <p:spPr bwMode="auto">
            <a:xfrm flipV="1">
              <a:off x="4608" y="3264"/>
              <a:ext cx="528" cy="52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3321" name="Text Box 73"/>
            <p:cNvSpPr txBox="1">
              <a:spLocks noChangeArrowheads="1"/>
            </p:cNvSpPr>
            <p:nvPr/>
          </p:nvSpPr>
          <p:spPr bwMode="auto">
            <a:xfrm>
              <a:off x="4656" y="3600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>
                  <a:solidFill>
                    <a:srgbClr val="FF0000"/>
                  </a:solidFill>
                  <a:latin typeface="Times New Roman" charset="0"/>
                </a:rPr>
                <a:t>4</a:t>
              </a:r>
              <a:endParaRPr lang="en-GB" sz="2400" b="1">
                <a:solidFill>
                  <a:srgbClr val="FF0000"/>
                </a:solidFill>
                <a:latin typeface="Times New Roman" charset="0"/>
              </a:endParaRPr>
            </a:p>
          </p:txBody>
        </p:sp>
        <p:sp>
          <p:nvSpPr>
            <p:cNvPr id="693322" name="Text Box 74"/>
            <p:cNvSpPr txBox="1">
              <a:spLocks noChangeArrowheads="1"/>
            </p:cNvSpPr>
            <p:nvPr/>
          </p:nvSpPr>
          <p:spPr bwMode="auto">
            <a:xfrm>
              <a:off x="3408" y="3792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>
                  <a:solidFill>
                    <a:srgbClr val="FF0000"/>
                  </a:solidFill>
                  <a:latin typeface="Times New Roman" charset="0"/>
                </a:rPr>
                <a:t>11</a:t>
              </a:r>
              <a:endParaRPr lang="en-GB" sz="2400" b="1">
                <a:solidFill>
                  <a:srgbClr val="FF0000"/>
                </a:solidFill>
                <a:latin typeface="Times New Roman" charset="0"/>
              </a:endParaRPr>
            </a:p>
          </p:txBody>
        </p:sp>
        <p:sp>
          <p:nvSpPr>
            <p:cNvPr id="693323" name="Text Box 75"/>
            <p:cNvSpPr txBox="1">
              <a:spLocks noChangeArrowheads="1"/>
            </p:cNvSpPr>
            <p:nvPr/>
          </p:nvSpPr>
          <p:spPr bwMode="auto">
            <a:xfrm>
              <a:off x="4128" y="2736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>
                  <a:solidFill>
                    <a:srgbClr val="FF0000"/>
                  </a:solidFill>
                  <a:latin typeface="Times New Roman" charset="0"/>
                </a:rPr>
                <a:t>4</a:t>
              </a:r>
              <a:endParaRPr lang="en-GB" sz="2400" b="1">
                <a:solidFill>
                  <a:srgbClr val="FF0000"/>
                </a:solidFill>
                <a:latin typeface="Times New Roman" charset="0"/>
              </a:endParaRPr>
            </a:p>
          </p:txBody>
        </p:sp>
        <p:sp>
          <p:nvSpPr>
            <p:cNvPr id="693324" name="Text Box 76"/>
            <p:cNvSpPr txBox="1">
              <a:spLocks noChangeArrowheads="1"/>
            </p:cNvSpPr>
            <p:nvPr/>
          </p:nvSpPr>
          <p:spPr bwMode="auto">
            <a:xfrm>
              <a:off x="3408" y="2304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>
                  <a:solidFill>
                    <a:srgbClr val="FF0000"/>
                  </a:solidFill>
                  <a:latin typeface="Times New Roman" charset="0"/>
                </a:rPr>
                <a:t>12</a:t>
              </a:r>
              <a:endParaRPr lang="en-GB" sz="2400" b="1">
                <a:solidFill>
                  <a:srgbClr val="FF0000"/>
                </a:solidFill>
                <a:latin typeface="Times New Roman" charset="0"/>
              </a:endParaRPr>
            </a:p>
          </p:txBody>
        </p:sp>
        <p:sp>
          <p:nvSpPr>
            <p:cNvPr id="693325" name="Text Box 77"/>
            <p:cNvSpPr txBox="1">
              <a:spLocks noChangeArrowheads="1"/>
            </p:cNvSpPr>
            <p:nvPr/>
          </p:nvSpPr>
          <p:spPr bwMode="auto">
            <a:xfrm>
              <a:off x="2448" y="2736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>
                  <a:solidFill>
                    <a:srgbClr val="FF0000"/>
                  </a:solidFill>
                  <a:latin typeface="Times New Roman" charset="0"/>
                </a:rPr>
                <a:t>11</a:t>
              </a:r>
              <a:endParaRPr lang="en-GB" sz="2400" b="1">
                <a:solidFill>
                  <a:srgbClr val="FF0000"/>
                </a:solidFill>
                <a:latin typeface="Times New Roman" charset="0"/>
              </a:endParaRPr>
            </a:p>
          </p:txBody>
        </p:sp>
        <p:sp>
          <p:nvSpPr>
            <p:cNvPr id="693326" name="Text Box 78"/>
            <p:cNvSpPr txBox="1">
              <a:spLocks noChangeArrowheads="1"/>
            </p:cNvSpPr>
            <p:nvPr/>
          </p:nvSpPr>
          <p:spPr bwMode="auto">
            <a:xfrm>
              <a:off x="528" y="3552"/>
              <a:ext cx="1920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hangingPunct="0"/>
              <a:r>
                <a:rPr lang="it-IT">
                  <a:solidFill>
                    <a:srgbClr val="FF0000"/>
                  </a:solidFill>
                  <a:latin typeface="Times New Roman" charset="0"/>
                </a:rPr>
                <a:t>Nuovo flusso</a:t>
              </a:r>
            </a:p>
          </p:txBody>
        </p:sp>
        <p:sp>
          <p:nvSpPr>
            <p:cNvPr id="693327" name="Text Box 79"/>
            <p:cNvSpPr txBox="1">
              <a:spLocks noChangeArrowheads="1"/>
            </p:cNvSpPr>
            <p:nvPr/>
          </p:nvSpPr>
          <p:spPr bwMode="auto">
            <a:xfrm>
              <a:off x="3216" y="3264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>
                  <a:solidFill>
                    <a:srgbClr val="FF0000"/>
                  </a:solidFill>
                  <a:latin typeface="Times New Roman" charset="0"/>
                </a:rPr>
                <a:t>1</a:t>
              </a:r>
              <a:endParaRPr lang="en-GB" sz="2400" b="1">
                <a:solidFill>
                  <a:srgbClr val="FF0000"/>
                </a:solidFill>
                <a:latin typeface="Times New Roman" charset="0"/>
              </a:endParaRPr>
            </a:p>
          </p:txBody>
        </p:sp>
        <p:sp>
          <p:nvSpPr>
            <p:cNvPr id="693328" name="Text Box 80"/>
            <p:cNvSpPr txBox="1">
              <a:spLocks noChangeArrowheads="1"/>
            </p:cNvSpPr>
            <p:nvPr/>
          </p:nvSpPr>
          <p:spPr bwMode="auto">
            <a:xfrm>
              <a:off x="4464" y="3312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>
                  <a:solidFill>
                    <a:srgbClr val="FF0000"/>
                  </a:solidFill>
                  <a:latin typeface="Times New Roman" charset="0"/>
                </a:rPr>
                <a:t>7</a:t>
              </a:r>
              <a:endParaRPr lang="en-GB" sz="2400" b="1">
                <a:solidFill>
                  <a:srgbClr val="FF0000"/>
                </a:solidFill>
                <a:latin typeface="Times New Roman" charset="0"/>
              </a:endParaRPr>
            </a:p>
          </p:txBody>
        </p:sp>
        <p:sp>
          <p:nvSpPr>
            <p:cNvPr id="693329" name="Text Box 81"/>
            <p:cNvSpPr txBox="1">
              <a:spLocks noChangeArrowheads="1"/>
            </p:cNvSpPr>
            <p:nvPr/>
          </p:nvSpPr>
          <p:spPr bwMode="auto">
            <a:xfrm>
              <a:off x="4704" y="2496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>
                  <a:solidFill>
                    <a:srgbClr val="FF0000"/>
                  </a:solidFill>
                  <a:latin typeface="Times New Roman" charset="0"/>
                </a:rPr>
                <a:t>15</a:t>
              </a:r>
              <a:endParaRPr lang="en-GB" sz="2400" b="1">
                <a:solidFill>
                  <a:srgbClr val="FF0000"/>
                </a:solidFill>
                <a:latin typeface="Times New Roman" charset="0"/>
              </a:endParaRPr>
            </a:p>
          </p:txBody>
        </p:sp>
        <p:sp>
          <p:nvSpPr>
            <p:cNvPr id="693330" name="Text Box 82"/>
            <p:cNvSpPr txBox="1">
              <a:spLocks noChangeArrowheads="1"/>
            </p:cNvSpPr>
            <p:nvPr/>
          </p:nvSpPr>
          <p:spPr bwMode="auto">
            <a:xfrm>
              <a:off x="2544" y="3360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>
                  <a:solidFill>
                    <a:srgbClr val="FF0000"/>
                  </a:solidFill>
                  <a:latin typeface="Times New Roman" charset="0"/>
                </a:rPr>
                <a:t>8</a:t>
              </a:r>
              <a:endParaRPr lang="en-GB" sz="2400" b="1">
                <a:solidFill>
                  <a:srgbClr val="FF0000"/>
                </a:solidFill>
                <a:latin typeface="Times New Roman" charset="0"/>
              </a:endParaRPr>
            </a:p>
          </p:txBody>
        </p:sp>
      </p:grp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93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93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5298" name="Group 2"/>
          <p:cNvGrpSpPr>
            <a:grpSpLocks/>
          </p:cNvGrpSpPr>
          <p:nvPr/>
        </p:nvGrpSpPr>
        <p:grpSpPr bwMode="auto">
          <a:xfrm>
            <a:off x="533400" y="304800"/>
            <a:ext cx="7696200" cy="2881313"/>
            <a:chOff x="336" y="192"/>
            <a:chExt cx="4848" cy="1815"/>
          </a:xfrm>
        </p:grpSpPr>
        <p:sp>
          <p:nvSpPr>
            <p:cNvPr id="695299" name="Line 3"/>
            <p:cNvSpPr>
              <a:spLocks noChangeShapeType="1"/>
            </p:cNvSpPr>
            <p:nvPr/>
          </p:nvSpPr>
          <p:spPr bwMode="auto">
            <a:xfrm flipV="1">
              <a:off x="2448" y="480"/>
              <a:ext cx="480" cy="48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5300" name="Oval 4"/>
            <p:cNvSpPr>
              <a:spLocks noChangeArrowheads="1"/>
            </p:cNvSpPr>
            <p:nvPr/>
          </p:nvSpPr>
          <p:spPr bwMode="auto">
            <a:xfrm>
              <a:off x="2880" y="288"/>
              <a:ext cx="240" cy="246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it-IT" sz="2400" b="1" i="1">
                  <a:latin typeface="Times New Roman" charset="0"/>
                  <a:sym typeface="Symbol" charset="0"/>
                </a:rPr>
                <a:t>u</a:t>
              </a:r>
              <a:endParaRPr lang="it-IT" sz="2400" b="1" i="1">
                <a:latin typeface="Times New Roman" charset="0"/>
              </a:endParaRPr>
            </a:p>
          </p:txBody>
        </p:sp>
        <p:sp>
          <p:nvSpPr>
            <p:cNvPr id="695301" name="Text Box 5"/>
            <p:cNvSpPr txBox="1">
              <a:spLocks noChangeArrowheads="1"/>
            </p:cNvSpPr>
            <p:nvPr/>
          </p:nvSpPr>
          <p:spPr bwMode="auto">
            <a:xfrm>
              <a:off x="4704" y="528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>
                  <a:latin typeface="Times New Roman" charset="0"/>
                </a:rPr>
                <a:t>20</a:t>
              </a:r>
              <a:endParaRPr lang="en-GB" sz="2400" b="1">
                <a:latin typeface="Times New Roman" charset="0"/>
              </a:endParaRPr>
            </a:p>
          </p:txBody>
        </p:sp>
        <p:sp>
          <p:nvSpPr>
            <p:cNvPr id="695302" name="Text Box 6"/>
            <p:cNvSpPr txBox="1">
              <a:spLocks noChangeArrowheads="1"/>
            </p:cNvSpPr>
            <p:nvPr/>
          </p:nvSpPr>
          <p:spPr bwMode="auto">
            <a:xfrm>
              <a:off x="3697" y="192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>
                  <a:latin typeface="Times New Roman" charset="0"/>
                </a:rPr>
                <a:t>12</a:t>
              </a:r>
              <a:endParaRPr lang="en-GB" sz="2400" b="1">
                <a:latin typeface="Times New Roman" charset="0"/>
              </a:endParaRPr>
            </a:p>
          </p:txBody>
        </p:sp>
        <p:sp>
          <p:nvSpPr>
            <p:cNvPr id="695303" name="Text Box 7"/>
            <p:cNvSpPr txBox="1">
              <a:spLocks noChangeArrowheads="1"/>
            </p:cNvSpPr>
            <p:nvPr/>
          </p:nvSpPr>
          <p:spPr bwMode="auto">
            <a:xfrm>
              <a:off x="2448" y="480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>
                  <a:latin typeface="Times New Roman" charset="0"/>
                </a:rPr>
                <a:t>16</a:t>
              </a:r>
              <a:endParaRPr lang="en-GB" sz="2400" b="1">
                <a:latin typeface="Times New Roman" charset="0"/>
              </a:endParaRPr>
            </a:p>
          </p:txBody>
        </p:sp>
        <p:sp>
          <p:nvSpPr>
            <p:cNvPr id="695304" name="Oval 8"/>
            <p:cNvSpPr>
              <a:spLocks noChangeArrowheads="1"/>
            </p:cNvSpPr>
            <p:nvPr/>
          </p:nvSpPr>
          <p:spPr bwMode="auto">
            <a:xfrm>
              <a:off x="2256" y="912"/>
              <a:ext cx="240" cy="24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it-IT" sz="2400" b="1" i="1">
                  <a:latin typeface="Times New Roman" charset="0"/>
                  <a:sym typeface="Symbol" charset="0"/>
                </a:rPr>
                <a:t>s</a:t>
              </a:r>
              <a:endParaRPr lang="it-IT" sz="2400" b="1" i="1">
                <a:latin typeface="Times New Roman" charset="0"/>
              </a:endParaRPr>
            </a:p>
          </p:txBody>
        </p:sp>
        <p:sp>
          <p:nvSpPr>
            <p:cNvPr id="695305" name="Oval 9"/>
            <p:cNvSpPr>
              <a:spLocks noChangeArrowheads="1"/>
            </p:cNvSpPr>
            <p:nvPr/>
          </p:nvSpPr>
          <p:spPr bwMode="auto">
            <a:xfrm>
              <a:off x="4224" y="1632"/>
              <a:ext cx="240" cy="24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it-IT" sz="2400" b="1" i="1">
                  <a:latin typeface="Times New Roman" charset="0"/>
                  <a:sym typeface="Symbol" charset="0"/>
                </a:rPr>
                <a:t>y</a:t>
              </a:r>
              <a:endParaRPr lang="it-IT" sz="2400" b="1" i="1">
                <a:latin typeface="Times New Roman" charset="0"/>
              </a:endParaRPr>
            </a:p>
          </p:txBody>
        </p:sp>
        <p:sp>
          <p:nvSpPr>
            <p:cNvPr id="695306" name="Oval 10"/>
            <p:cNvSpPr>
              <a:spLocks noChangeArrowheads="1"/>
            </p:cNvSpPr>
            <p:nvPr/>
          </p:nvSpPr>
          <p:spPr bwMode="auto">
            <a:xfrm>
              <a:off x="2880" y="1584"/>
              <a:ext cx="240" cy="24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it-IT" sz="2400" b="1" i="1">
                  <a:latin typeface="Times New Roman" charset="0"/>
                  <a:sym typeface="Symbol" charset="0"/>
                </a:rPr>
                <a:t>x</a:t>
              </a:r>
              <a:endParaRPr lang="it-IT" sz="2400" b="1" i="1">
                <a:latin typeface="Times New Roman" charset="0"/>
              </a:endParaRPr>
            </a:p>
          </p:txBody>
        </p:sp>
        <p:sp>
          <p:nvSpPr>
            <p:cNvPr id="695307" name="Oval 11"/>
            <p:cNvSpPr>
              <a:spLocks noChangeArrowheads="1"/>
            </p:cNvSpPr>
            <p:nvPr/>
          </p:nvSpPr>
          <p:spPr bwMode="auto">
            <a:xfrm>
              <a:off x="4224" y="288"/>
              <a:ext cx="240" cy="24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it-IT" sz="2400" b="1" i="1">
                  <a:latin typeface="Times New Roman" charset="0"/>
                  <a:sym typeface="Symbol" charset="0"/>
                </a:rPr>
                <a:t>v</a:t>
              </a:r>
              <a:endParaRPr lang="it-IT" sz="2400" b="1" i="1">
                <a:latin typeface="Times New Roman" charset="0"/>
              </a:endParaRPr>
            </a:p>
          </p:txBody>
        </p:sp>
        <p:sp>
          <p:nvSpPr>
            <p:cNvPr id="695308" name="Line 12"/>
            <p:cNvSpPr>
              <a:spLocks noChangeShapeType="1"/>
            </p:cNvSpPr>
            <p:nvPr/>
          </p:nvSpPr>
          <p:spPr bwMode="auto">
            <a:xfrm>
              <a:off x="2448" y="1152"/>
              <a:ext cx="480" cy="48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5309" name="Line 13"/>
            <p:cNvSpPr>
              <a:spLocks noChangeShapeType="1"/>
            </p:cNvSpPr>
            <p:nvPr/>
          </p:nvSpPr>
          <p:spPr bwMode="auto">
            <a:xfrm flipH="1">
              <a:off x="2976" y="528"/>
              <a:ext cx="0" cy="107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5310" name="Line 14"/>
            <p:cNvSpPr>
              <a:spLocks noChangeShapeType="1"/>
            </p:cNvSpPr>
            <p:nvPr/>
          </p:nvSpPr>
          <p:spPr bwMode="auto">
            <a:xfrm flipV="1">
              <a:off x="4368" y="528"/>
              <a:ext cx="0" cy="110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5311" name="Line 15"/>
            <p:cNvSpPr>
              <a:spLocks noChangeShapeType="1"/>
            </p:cNvSpPr>
            <p:nvPr/>
          </p:nvSpPr>
          <p:spPr bwMode="auto">
            <a:xfrm>
              <a:off x="3120" y="1728"/>
              <a:ext cx="110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5312" name="Line 16"/>
            <p:cNvSpPr>
              <a:spLocks noChangeShapeType="1"/>
            </p:cNvSpPr>
            <p:nvPr/>
          </p:nvSpPr>
          <p:spPr bwMode="auto">
            <a:xfrm flipV="1">
              <a:off x="3120" y="432"/>
              <a:ext cx="110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5313" name="Line 17"/>
            <p:cNvSpPr>
              <a:spLocks noChangeShapeType="1"/>
            </p:cNvSpPr>
            <p:nvPr/>
          </p:nvSpPr>
          <p:spPr bwMode="auto">
            <a:xfrm flipH="1" flipV="1">
              <a:off x="3072" y="528"/>
              <a:ext cx="0" cy="105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5314" name="Text Box 18"/>
            <p:cNvSpPr txBox="1">
              <a:spLocks noChangeArrowheads="1"/>
            </p:cNvSpPr>
            <p:nvPr/>
          </p:nvSpPr>
          <p:spPr bwMode="auto">
            <a:xfrm>
              <a:off x="2496" y="1392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>
                  <a:latin typeface="Times New Roman" charset="0"/>
                </a:rPr>
                <a:t>13</a:t>
              </a:r>
              <a:endParaRPr lang="en-GB" sz="2400" b="1">
                <a:latin typeface="Times New Roman" charset="0"/>
              </a:endParaRPr>
            </a:p>
          </p:txBody>
        </p:sp>
        <p:sp>
          <p:nvSpPr>
            <p:cNvPr id="695315" name="Text Box 19"/>
            <p:cNvSpPr txBox="1">
              <a:spLocks noChangeArrowheads="1"/>
            </p:cNvSpPr>
            <p:nvPr/>
          </p:nvSpPr>
          <p:spPr bwMode="auto">
            <a:xfrm>
              <a:off x="2688" y="912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>
                  <a:latin typeface="Times New Roman" charset="0"/>
                </a:rPr>
                <a:t>10</a:t>
              </a:r>
              <a:endParaRPr lang="en-GB" sz="2400" b="1">
                <a:latin typeface="Times New Roman" charset="0"/>
              </a:endParaRPr>
            </a:p>
          </p:txBody>
        </p:sp>
        <p:sp>
          <p:nvSpPr>
            <p:cNvPr id="695316" name="Text Box 20"/>
            <p:cNvSpPr txBox="1">
              <a:spLocks noChangeArrowheads="1"/>
            </p:cNvSpPr>
            <p:nvPr/>
          </p:nvSpPr>
          <p:spPr bwMode="auto">
            <a:xfrm>
              <a:off x="4320" y="912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>
                  <a:latin typeface="Times New Roman" charset="0"/>
                </a:rPr>
                <a:t>7</a:t>
              </a:r>
              <a:endParaRPr lang="en-GB" sz="2400" b="1">
                <a:latin typeface="Times New Roman" charset="0"/>
              </a:endParaRPr>
            </a:p>
          </p:txBody>
        </p:sp>
        <p:sp>
          <p:nvSpPr>
            <p:cNvPr id="695317" name="Text Box 21"/>
            <p:cNvSpPr txBox="1">
              <a:spLocks noChangeArrowheads="1"/>
            </p:cNvSpPr>
            <p:nvPr/>
          </p:nvSpPr>
          <p:spPr bwMode="auto">
            <a:xfrm>
              <a:off x="3072" y="912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>
                  <a:latin typeface="Times New Roman" charset="0"/>
                </a:rPr>
                <a:t>4</a:t>
              </a:r>
              <a:endParaRPr lang="en-GB" sz="2400" b="1">
                <a:latin typeface="Times New Roman" charset="0"/>
              </a:endParaRPr>
            </a:p>
          </p:txBody>
        </p:sp>
        <p:sp>
          <p:nvSpPr>
            <p:cNvPr id="695318" name="Text Box 22"/>
            <p:cNvSpPr txBox="1">
              <a:spLocks noChangeArrowheads="1"/>
            </p:cNvSpPr>
            <p:nvPr/>
          </p:nvSpPr>
          <p:spPr bwMode="auto">
            <a:xfrm>
              <a:off x="3697" y="1719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>
                  <a:latin typeface="Times New Roman" charset="0"/>
                </a:rPr>
                <a:t>14</a:t>
              </a:r>
              <a:endParaRPr lang="en-GB" sz="2400" b="1">
                <a:latin typeface="Times New Roman" charset="0"/>
              </a:endParaRPr>
            </a:p>
          </p:txBody>
        </p:sp>
        <p:sp>
          <p:nvSpPr>
            <p:cNvPr id="695319" name="Text Box 23"/>
            <p:cNvSpPr txBox="1">
              <a:spLocks noChangeArrowheads="1"/>
            </p:cNvSpPr>
            <p:nvPr/>
          </p:nvSpPr>
          <p:spPr bwMode="auto">
            <a:xfrm>
              <a:off x="3696" y="960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>
                  <a:latin typeface="Times New Roman" charset="0"/>
                </a:rPr>
                <a:t>9</a:t>
              </a:r>
              <a:endParaRPr lang="en-GB" sz="2400" b="1">
                <a:latin typeface="Times New Roman" charset="0"/>
              </a:endParaRPr>
            </a:p>
          </p:txBody>
        </p:sp>
        <p:sp>
          <p:nvSpPr>
            <p:cNvPr id="695320" name="Line 24"/>
            <p:cNvSpPr>
              <a:spLocks noChangeShapeType="1"/>
            </p:cNvSpPr>
            <p:nvPr/>
          </p:nvSpPr>
          <p:spPr bwMode="auto">
            <a:xfrm flipH="1">
              <a:off x="3120" y="480"/>
              <a:ext cx="1152" cy="115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5321" name="Text Box 25"/>
            <p:cNvSpPr txBox="1">
              <a:spLocks noChangeArrowheads="1"/>
            </p:cNvSpPr>
            <p:nvPr/>
          </p:nvSpPr>
          <p:spPr bwMode="auto">
            <a:xfrm>
              <a:off x="4704" y="1296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>
                  <a:latin typeface="Times New Roman" charset="0"/>
                </a:rPr>
                <a:t>4</a:t>
              </a:r>
              <a:endParaRPr lang="en-GB" sz="2400" b="1">
                <a:latin typeface="Times New Roman" charset="0"/>
              </a:endParaRPr>
            </a:p>
          </p:txBody>
        </p:sp>
        <p:sp>
          <p:nvSpPr>
            <p:cNvPr id="695322" name="Oval 26"/>
            <p:cNvSpPr>
              <a:spLocks noChangeArrowheads="1"/>
            </p:cNvSpPr>
            <p:nvPr/>
          </p:nvSpPr>
          <p:spPr bwMode="auto">
            <a:xfrm>
              <a:off x="4944" y="960"/>
              <a:ext cx="240" cy="24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it-IT" sz="2400" b="1" i="1">
                  <a:latin typeface="Times New Roman" charset="0"/>
                  <a:sym typeface="Symbol" charset="0"/>
                </a:rPr>
                <a:t>t</a:t>
              </a:r>
              <a:endParaRPr lang="it-IT" sz="2400" b="1" i="1">
                <a:latin typeface="Times New Roman" charset="0"/>
              </a:endParaRPr>
            </a:p>
          </p:txBody>
        </p:sp>
        <p:sp>
          <p:nvSpPr>
            <p:cNvPr id="695323" name="Line 27"/>
            <p:cNvSpPr>
              <a:spLocks noChangeShapeType="1"/>
            </p:cNvSpPr>
            <p:nvPr/>
          </p:nvSpPr>
          <p:spPr bwMode="auto">
            <a:xfrm>
              <a:off x="4464" y="480"/>
              <a:ext cx="528" cy="52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5324" name="Line 28"/>
            <p:cNvSpPr>
              <a:spLocks noChangeShapeType="1"/>
            </p:cNvSpPr>
            <p:nvPr/>
          </p:nvSpPr>
          <p:spPr bwMode="auto">
            <a:xfrm flipV="1">
              <a:off x="4464" y="1152"/>
              <a:ext cx="528" cy="52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5325" name="Text Box 29"/>
            <p:cNvSpPr txBox="1">
              <a:spLocks noChangeArrowheads="1"/>
            </p:cNvSpPr>
            <p:nvPr/>
          </p:nvSpPr>
          <p:spPr bwMode="auto">
            <a:xfrm>
              <a:off x="4512" y="1488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>
                  <a:solidFill>
                    <a:srgbClr val="FF0000"/>
                  </a:solidFill>
                  <a:latin typeface="Times New Roman" charset="0"/>
                </a:rPr>
                <a:t>4</a:t>
              </a:r>
              <a:endParaRPr lang="en-GB" sz="2400" b="1">
                <a:solidFill>
                  <a:srgbClr val="FF0000"/>
                </a:solidFill>
                <a:latin typeface="Times New Roman" charset="0"/>
              </a:endParaRPr>
            </a:p>
          </p:txBody>
        </p:sp>
        <p:sp>
          <p:nvSpPr>
            <p:cNvPr id="695326" name="Text Box 30"/>
            <p:cNvSpPr txBox="1">
              <a:spLocks noChangeArrowheads="1"/>
            </p:cNvSpPr>
            <p:nvPr/>
          </p:nvSpPr>
          <p:spPr bwMode="auto">
            <a:xfrm>
              <a:off x="3264" y="1680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>
                  <a:solidFill>
                    <a:srgbClr val="FF0000"/>
                  </a:solidFill>
                  <a:latin typeface="Times New Roman" charset="0"/>
                </a:rPr>
                <a:t>11</a:t>
              </a:r>
              <a:endParaRPr lang="en-GB" sz="2400" b="1">
                <a:solidFill>
                  <a:srgbClr val="FF0000"/>
                </a:solidFill>
                <a:latin typeface="Times New Roman" charset="0"/>
              </a:endParaRPr>
            </a:p>
          </p:txBody>
        </p:sp>
        <p:sp>
          <p:nvSpPr>
            <p:cNvPr id="695327" name="Text Box 31"/>
            <p:cNvSpPr txBox="1">
              <a:spLocks noChangeArrowheads="1"/>
            </p:cNvSpPr>
            <p:nvPr/>
          </p:nvSpPr>
          <p:spPr bwMode="auto">
            <a:xfrm>
              <a:off x="3984" y="624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>
                  <a:solidFill>
                    <a:srgbClr val="FF0000"/>
                  </a:solidFill>
                  <a:latin typeface="Times New Roman" charset="0"/>
                </a:rPr>
                <a:t>4</a:t>
              </a:r>
              <a:endParaRPr lang="en-GB" sz="2400" b="1">
                <a:solidFill>
                  <a:srgbClr val="FF0000"/>
                </a:solidFill>
                <a:latin typeface="Times New Roman" charset="0"/>
              </a:endParaRPr>
            </a:p>
          </p:txBody>
        </p:sp>
        <p:sp>
          <p:nvSpPr>
            <p:cNvPr id="695328" name="Text Box 32"/>
            <p:cNvSpPr txBox="1">
              <a:spLocks noChangeArrowheads="1"/>
            </p:cNvSpPr>
            <p:nvPr/>
          </p:nvSpPr>
          <p:spPr bwMode="auto">
            <a:xfrm>
              <a:off x="3264" y="192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>
                  <a:solidFill>
                    <a:srgbClr val="FF0000"/>
                  </a:solidFill>
                  <a:latin typeface="Times New Roman" charset="0"/>
                </a:rPr>
                <a:t>12</a:t>
              </a:r>
              <a:endParaRPr lang="en-GB" sz="2400" b="1">
                <a:solidFill>
                  <a:srgbClr val="FF0000"/>
                </a:solidFill>
                <a:latin typeface="Times New Roman" charset="0"/>
              </a:endParaRPr>
            </a:p>
          </p:txBody>
        </p:sp>
        <p:sp>
          <p:nvSpPr>
            <p:cNvPr id="695329" name="Text Box 33"/>
            <p:cNvSpPr txBox="1">
              <a:spLocks noChangeArrowheads="1"/>
            </p:cNvSpPr>
            <p:nvPr/>
          </p:nvSpPr>
          <p:spPr bwMode="auto">
            <a:xfrm>
              <a:off x="2304" y="624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>
                  <a:solidFill>
                    <a:srgbClr val="FF0000"/>
                  </a:solidFill>
                  <a:latin typeface="Times New Roman" charset="0"/>
                </a:rPr>
                <a:t>11</a:t>
              </a:r>
              <a:endParaRPr lang="en-GB" sz="2400" b="1">
                <a:solidFill>
                  <a:srgbClr val="FF0000"/>
                </a:solidFill>
                <a:latin typeface="Times New Roman" charset="0"/>
              </a:endParaRPr>
            </a:p>
          </p:txBody>
        </p:sp>
        <p:sp>
          <p:nvSpPr>
            <p:cNvPr id="695330" name="Text Box 34"/>
            <p:cNvSpPr txBox="1">
              <a:spLocks noChangeArrowheads="1"/>
            </p:cNvSpPr>
            <p:nvPr/>
          </p:nvSpPr>
          <p:spPr bwMode="auto">
            <a:xfrm>
              <a:off x="336" y="336"/>
              <a:ext cx="1920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hangingPunct="0"/>
              <a:r>
                <a:rPr lang="it-IT">
                  <a:solidFill>
                    <a:srgbClr val="FF0000"/>
                  </a:solidFill>
                  <a:latin typeface="Times New Roman" charset="0"/>
                </a:rPr>
                <a:t>Nuovo flusso</a:t>
              </a:r>
            </a:p>
          </p:txBody>
        </p:sp>
        <p:sp>
          <p:nvSpPr>
            <p:cNvPr id="695331" name="Text Box 35"/>
            <p:cNvSpPr txBox="1">
              <a:spLocks noChangeArrowheads="1"/>
            </p:cNvSpPr>
            <p:nvPr/>
          </p:nvSpPr>
          <p:spPr bwMode="auto">
            <a:xfrm>
              <a:off x="3072" y="1152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>
                  <a:solidFill>
                    <a:srgbClr val="FF0000"/>
                  </a:solidFill>
                  <a:latin typeface="Times New Roman" charset="0"/>
                </a:rPr>
                <a:t>1</a:t>
              </a:r>
              <a:endParaRPr lang="en-GB" sz="2400" b="1">
                <a:solidFill>
                  <a:srgbClr val="FF0000"/>
                </a:solidFill>
                <a:latin typeface="Times New Roman" charset="0"/>
              </a:endParaRPr>
            </a:p>
          </p:txBody>
        </p:sp>
        <p:sp>
          <p:nvSpPr>
            <p:cNvPr id="695332" name="Text Box 36"/>
            <p:cNvSpPr txBox="1">
              <a:spLocks noChangeArrowheads="1"/>
            </p:cNvSpPr>
            <p:nvPr/>
          </p:nvSpPr>
          <p:spPr bwMode="auto">
            <a:xfrm>
              <a:off x="4320" y="1200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>
                  <a:solidFill>
                    <a:srgbClr val="FF0000"/>
                  </a:solidFill>
                  <a:latin typeface="Times New Roman" charset="0"/>
                </a:rPr>
                <a:t>7</a:t>
              </a:r>
              <a:endParaRPr lang="en-GB" sz="2400" b="1">
                <a:solidFill>
                  <a:srgbClr val="FF0000"/>
                </a:solidFill>
                <a:latin typeface="Times New Roman" charset="0"/>
              </a:endParaRPr>
            </a:p>
          </p:txBody>
        </p:sp>
        <p:sp>
          <p:nvSpPr>
            <p:cNvPr id="695333" name="Text Box 37"/>
            <p:cNvSpPr txBox="1">
              <a:spLocks noChangeArrowheads="1"/>
            </p:cNvSpPr>
            <p:nvPr/>
          </p:nvSpPr>
          <p:spPr bwMode="auto">
            <a:xfrm>
              <a:off x="4560" y="384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>
                  <a:solidFill>
                    <a:srgbClr val="FF0000"/>
                  </a:solidFill>
                  <a:latin typeface="Times New Roman" charset="0"/>
                </a:rPr>
                <a:t>15</a:t>
              </a:r>
              <a:endParaRPr lang="en-GB" sz="2400" b="1">
                <a:solidFill>
                  <a:srgbClr val="FF0000"/>
                </a:solidFill>
                <a:latin typeface="Times New Roman" charset="0"/>
              </a:endParaRPr>
            </a:p>
          </p:txBody>
        </p:sp>
        <p:sp>
          <p:nvSpPr>
            <p:cNvPr id="695334" name="Text Box 38"/>
            <p:cNvSpPr txBox="1">
              <a:spLocks noChangeArrowheads="1"/>
            </p:cNvSpPr>
            <p:nvPr/>
          </p:nvSpPr>
          <p:spPr bwMode="auto">
            <a:xfrm>
              <a:off x="2400" y="1248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>
                  <a:solidFill>
                    <a:srgbClr val="FF0000"/>
                  </a:solidFill>
                  <a:latin typeface="Times New Roman" charset="0"/>
                </a:rPr>
                <a:t>8</a:t>
              </a:r>
              <a:endParaRPr lang="en-GB" sz="2400" b="1">
                <a:solidFill>
                  <a:srgbClr val="FF0000"/>
                </a:solidFill>
                <a:latin typeface="Times New Roman" charset="0"/>
              </a:endParaRPr>
            </a:p>
          </p:txBody>
        </p:sp>
      </p:grpSp>
      <p:grpSp>
        <p:nvGrpSpPr>
          <p:cNvPr id="695335" name="Group 39"/>
          <p:cNvGrpSpPr>
            <a:grpSpLocks/>
          </p:cNvGrpSpPr>
          <p:nvPr/>
        </p:nvGrpSpPr>
        <p:grpSpPr bwMode="auto">
          <a:xfrm>
            <a:off x="533400" y="3429000"/>
            <a:ext cx="7696200" cy="2971800"/>
            <a:chOff x="336" y="2160"/>
            <a:chExt cx="4848" cy="1872"/>
          </a:xfrm>
        </p:grpSpPr>
        <p:sp>
          <p:nvSpPr>
            <p:cNvPr id="695336" name="Line 40"/>
            <p:cNvSpPr>
              <a:spLocks noChangeShapeType="1"/>
            </p:cNvSpPr>
            <p:nvPr/>
          </p:nvSpPr>
          <p:spPr bwMode="auto">
            <a:xfrm flipV="1">
              <a:off x="2448" y="2496"/>
              <a:ext cx="432" cy="43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5337" name="Oval 41"/>
            <p:cNvSpPr>
              <a:spLocks noChangeArrowheads="1"/>
            </p:cNvSpPr>
            <p:nvPr/>
          </p:nvSpPr>
          <p:spPr bwMode="auto">
            <a:xfrm>
              <a:off x="2880" y="2304"/>
              <a:ext cx="240" cy="246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it-IT" sz="2400" b="1" i="1">
                  <a:latin typeface="Times New Roman" charset="0"/>
                  <a:sym typeface="Symbol" charset="0"/>
                </a:rPr>
                <a:t>u</a:t>
              </a:r>
              <a:endParaRPr lang="it-IT" sz="2400" b="1" i="1">
                <a:latin typeface="Times New Roman" charset="0"/>
              </a:endParaRPr>
            </a:p>
          </p:txBody>
        </p:sp>
        <p:sp>
          <p:nvSpPr>
            <p:cNvPr id="695338" name="Text Box 42"/>
            <p:cNvSpPr txBox="1">
              <a:spLocks noChangeArrowheads="1"/>
            </p:cNvSpPr>
            <p:nvPr/>
          </p:nvSpPr>
          <p:spPr bwMode="auto">
            <a:xfrm>
              <a:off x="4704" y="2544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>
                  <a:latin typeface="Times New Roman" charset="0"/>
                </a:rPr>
                <a:t>5</a:t>
              </a:r>
              <a:endParaRPr lang="en-GB" sz="2400" b="1">
                <a:latin typeface="Times New Roman" charset="0"/>
              </a:endParaRPr>
            </a:p>
          </p:txBody>
        </p:sp>
        <p:sp>
          <p:nvSpPr>
            <p:cNvPr id="695339" name="Text Box 43"/>
            <p:cNvSpPr txBox="1">
              <a:spLocks noChangeArrowheads="1"/>
            </p:cNvSpPr>
            <p:nvPr/>
          </p:nvSpPr>
          <p:spPr bwMode="auto">
            <a:xfrm>
              <a:off x="2640" y="2688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>
                  <a:latin typeface="Times New Roman" charset="0"/>
                </a:rPr>
                <a:t>11</a:t>
              </a:r>
              <a:endParaRPr lang="en-GB" sz="2400" b="1">
                <a:latin typeface="Times New Roman" charset="0"/>
              </a:endParaRPr>
            </a:p>
          </p:txBody>
        </p:sp>
        <p:sp>
          <p:nvSpPr>
            <p:cNvPr id="695340" name="Oval 44"/>
            <p:cNvSpPr>
              <a:spLocks noChangeArrowheads="1"/>
            </p:cNvSpPr>
            <p:nvPr/>
          </p:nvSpPr>
          <p:spPr bwMode="auto">
            <a:xfrm>
              <a:off x="2256" y="2928"/>
              <a:ext cx="240" cy="24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it-IT" sz="2400" b="1" i="1">
                  <a:latin typeface="Times New Roman" charset="0"/>
                  <a:sym typeface="Symbol" charset="0"/>
                </a:rPr>
                <a:t>s</a:t>
              </a:r>
              <a:endParaRPr lang="it-IT" sz="2400" b="1" i="1">
                <a:latin typeface="Times New Roman" charset="0"/>
              </a:endParaRPr>
            </a:p>
          </p:txBody>
        </p:sp>
        <p:sp>
          <p:nvSpPr>
            <p:cNvPr id="695341" name="Oval 45"/>
            <p:cNvSpPr>
              <a:spLocks noChangeArrowheads="1"/>
            </p:cNvSpPr>
            <p:nvPr/>
          </p:nvSpPr>
          <p:spPr bwMode="auto">
            <a:xfrm>
              <a:off x="4224" y="3648"/>
              <a:ext cx="240" cy="24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it-IT" sz="2400" b="1" i="1">
                  <a:latin typeface="Times New Roman" charset="0"/>
                  <a:sym typeface="Symbol" charset="0"/>
                </a:rPr>
                <a:t>y</a:t>
              </a:r>
              <a:endParaRPr lang="it-IT" sz="2400" b="1" i="1">
                <a:latin typeface="Times New Roman" charset="0"/>
              </a:endParaRPr>
            </a:p>
          </p:txBody>
        </p:sp>
        <p:sp>
          <p:nvSpPr>
            <p:cNvPr id="695342" name="Oval 46"/>
            <p:cNvSpPr>
              <a:spLocks noChangeArrowheads="1"/>
            </p:cNvSpPr>
            <p:nvPr/>
          </p:nvSpPr>
          <p:spPr bwMode="auto">
            <a:xfrm>
              <a:off x="2880" y="3600"/>
              <a:ext cx="240" cy="24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it-IT" sz="2400" b="1" i="1">
                  <a:latin typeface="Times New Roman" charset="0"/>
                  <a:sym typeface="Symbol" charset="0"/>
                </a:rPr>
                <a:t>x</a:t>
              </a:r>
              <a:endParaRPr lang="it-IT" sz="2400" b="1" i="1">
                <a:latin typeface="Times New Roman" charset="0"/>
              </a:endParaRPr>
            </a:p>
          </p:txBody>
        </p:sp>
        <p:sp>
          <p:nvSpPr>
            <p:cNvPr id="695343" name="Oval 47"/>
            <p:cNvSpPr>
              <a:spLocks noChangeArrowheads="1"/>
            </p:cNvSpPr>
            <p:nvPr/>
          </p:nvSpPr>
          <p:spPr bwMode="auto">
            <a:xfrm>
              <a:off x="4224" y="2304"/>
              <a:ext cx="240" cy="24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it-IT" sz="2400" b="1" i="1">
                  <a:latin typeface="Times New Roman" charset="0"/>
                  <a:sym typeface="Symbol" charset="0"/>
                </a:rPr>
                <a:t>v</a:t>
              </a:r>
              <a:endParaRPr lang="it-IT" sz="2400" b="1" i="1">
                <a:latin typeface="Times New Roman" charset="0"/>
              </a:endParaRPr>
            </a:p>
          </p:txBody>
        </p:sp>
        <p:sp>
          <p:nvSpPr>
            <p:cNvPr id="695344" name="Line 48"/>
            <p:cNvSpPr>
              <a:spLocks noChangeShapeType="1"/>
            </p:cNvSpPr>
            <p:nvPr/>
          </p:nvSpPr>
          <p:spPr bwMode="auto">
            <a:xfrm>
              <a:off x="2448" y="3120"/>
              <a:ext cx="480" cy="48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5345" name="Line 49"/>
            <p:cNvSpPr>
              <a:spLocks noChangeShapeType="1"/>
            </p:cNvSpPr>
            <p:nvPr/>
          </p:nvSpPr>
          <p:spPr bwMode="auto">
            <a:xfrm flipH="1">
              <a:off x="2976" y="2544"/>
              <a:ext cx="0" cy="107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5346" name="Line 50"/>
            <p:cNvSpPr>
              <a:spLocks noChangeShapeType="1"/>
            </p:cNvSpPr>
            <p:nvPr/>
          </p:nvSpPr>
          <p:spPr bwMode="auto">
            <a:xfrm flipV="1">
              <a:off x="4368" y="2544"/>
              <a:ext cx="0" cy="110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5347" name="Line 51"/>
            <p:cNvSpPr>
              <a:spLocks noChangeShapeType="1"/>
            </p:cNvSpPr>
            <p:nvPr/>
          </p:nvSpPr>
          <p:spPr bwMode="auto">
            <a:xfrm>
              <a:off x="3120" y="3792"/>
              <a:ext cx="110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5348" name="Line 52"/>
            <p:cNvSpPr>
              <a:spLocks noChangeShapeType="1"/>
            </p:cNvSpPr>
            <p:nvPr/>
          </p:nvSpPr>
          <p:spPr bwMode="auto">
            <a:xfrm flipH="1" flipV="1">
              <a:off x="3072" y="2544"/>
              <a:ext cx="0" cy="105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5349" name="Text Box 53"/>
            <p:cNvSpPr txBox="1">
              <a:spLocks noChangeArrowheads="1"/>
            </p:cNvSpPr>
            <p:nvPr/>
          </p:nvSpPr>
          <p:spPr bwMode="auto">
            <a:xfrm>
              <a:off x="2448" y="3360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>
                  <a:latin typeface="Times New Roman" charset="0"/>
                </a:rPr>
                <a:t>5</a:t>
              </a:r>
              <a:endParaRPr lang="en-GB" sz="2400" b="1">
                <a:latin typeface="Times New Roman" charset="0"/>
              </a:endParaRPr>
            </a:p>
          </p:txBody>
        </p:sp>
        <p:sp>
          <p:nvSpPr>
            <p:cNvPr id="695350" name="Text Box 54"/>
            <p:cNvSpPr txBox="1">
              <a:spLocks noChangeArrowheads="1"/>
            </p:cNvSpPr>
            <p:nvPr/>
          </p:nvSpPr>
          <p:spPr bwMode="auto">
            <a:xfrm>
              <a:off x="3072" y="2928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>
                  <a:latin typeface="Times New Roman" charset="0"/>
                </a:rPr>
                <a:t>3</a:t>
              </a:r>
              <a:endParaRPr lang="en-GB" sz="2400" b="1">
                <a:latin typeface="Times New Roman" charset="0"/>
              </a:endParaRPr>
            </a:p>
          </p:txBody>
        </p:sp>
        <p:sp>
          <p:nvSpPr>
            <p:cNvPr id="695351" name="Text Box 55"/>
            <p:cNvSpPr txBox="1">
              <a:spLocks noChangeArrowheads="1"/>
            </p:cNvSpPr>
            <p:nvPr/>
          </p:nvSpPr>
          <p:spPr bwMode="auto">
            <a:xfrm>
              <a:off x="4320" y="3024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>
                  <a:latin typeface="Times New Roman" charset="0"/>
                </a:rPr>
                <a:t>7</a:t>
              </a:r>
              <a:endParaRPr lang="en-GB" sz="2400" b="1">
                <a:latin typeface="Times New Roman" charset="0"/>
              </a:endParaRPr>
            </a:p>
          </p:txBody>
        </p:sp>
        <p:sp>
          <p:nvSpPr>
            <p:cNvPr id="695352" name="Text Box 56"/>
            <p:cNvSpPr txBox="1">
              <a:spLocks noChangeArrowheads="1"/>
            </p:cNvSpPr>
            <p:nvPr/>
          </p:nvSpPr>
          <p:spPr bwMode="auto">
            <a:xfrm>
              <a:off x="2736" y="2928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>
                  <a:latin typeface="Times New Roman" charset="0"/>
                </a:rPr>
                <a:t>11</a:t>
              </a:r>
              <a:endParaRPr lang="en-GB" sz="2400" b="1">
                <a:latin typeface="Times New Roman" charset="0"/>
              </a:endParaRPr>
            </a:p>
          </p:txBody>
        </p:sp>
        <p:sp>
          <p:nvSpPr>
            <p:cNvPr id="695353" name="Text Box 57"/>
            <p:cNvSpPr txBox="1">
              <a:spLocks noChangeArrowheads="1"/>
            </p:cNvSpPr>
            <p:nvPr/>
          </p:nvSpPr>
          <p:spPr bwMode="auto">
            <a:xfrm>
              <a:off x="3696" y="3744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>
                  <a:latin typeface="Times New Roman" charset="0"/>
                </a:rPr>
                <a:t>3</a:t>
              </a:r>
              <a:endParaRPr lang="en-GB" sz="2400" b="1">
                <a:latin typeface="Times New Roman" charset="0"/>
              </a:endParaRPr>
            </a:p>
          </p:txBody>
        </p:sp>
        <p:sp>
          <p:nvSpPr>
            <p:cNvPr id="695354" name="Text Box 58"/>
            <p:cNvSpPr txBox="1">
              <a:spLocks noChangeArrowheads="1"/>
            </p:cNvSpPr>
            <p:nvPr/>
          </p:nvSpPr>
          <p:spPr bwMode="auto">
            <a:xfrm>
              <a:off x="3696" y="3024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>
                  <a:latin typeface="Times New Roman" charset="0"/>
                </a:rPr>
                <a:t>5</a:t>
              </a:r>
              <a:endParaRPr lang="en-GB" sz="2400" b="1">
                <a:latin typeface="Times New Roman" charset="0"/>
              </a:endParaRPr>
            </a:p>
          </p:txBody>
        </p:sp>
        <p:sp>
          <p:nvSpPr>
            <p:cNvPr id="695355" name="Line 59"/>
            <p:cNvSpPr>
              <a:spLocks noChangeShapeType="1"/>
            </p:cNvSpPr>
            <p:nvPr/>
          </p:nvSpPr>
          <p:spPr bwMode="auto">
            <a:xfrm flipH="1">
              <a:off x="3072" y="2496"/>
              <a:ext cx="1152" cy="115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5356" name="Text Box 60"/>
            <p:cNvSpPr txBox="1">
              <a:spLocks noChangeArrowheads="1"/>
            </p:cNvSpPr>
            <p:nvPr/>
          </p:nvSpPr>
          <p:spPr bwMode="auto">
            <a:xfrm>
              <a:off x="4608" y="3168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>
                  <a:latin typeface="Times New Roman" charset="0"/>
                </a:rPr>
                <a:t>4</a:t>
              </a:r>
              <a:endParaRPr lang="en-GB" sz="2400" b="1">
                <a:latin typeface="Times New Roman" charset="0"/>
              </a:endParaRPr>
            </a:p>
          </p:txBody>
        </p:sp>
        <p:sp>
          <p:nvSpPr>
            <p:cNvPr id="695357" name="Oval 61"/>
            <p:cNvSpPr>
              <a:spLocks noChangeArrowheads="1"/>
            </p:cNvSpPr>
            <p:nvPr/>
          </p:nvSpPr>
          <p:spPr bwMode="auto">
            <a:xfrm>
              <a:off x="4944" y="2976"/>
              <a:ext cx="240" cy="24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it-IT" sz="2400" b="1" i="1">
                  <a:latin typeface="Times New Roman" charset="0"/>
                  <a:sym typeface="Symbol" charset="0"/>
                </a:rPr>
                <a:t>t</a:t>
              </a:r>
              <a:endParaRPr lang="it-IT" sz="2400" b="1" i="1">
                <a:latin typeface="Times New Roman" charset="0"/>
              </a:endParaRPr>
            </a:p>
          </p:txBody>
        </p:sp>
        <p:sp>
          <p:nvSpPr>
            <p:cNvPr id="695358" name="Line 62"/>
            <p:cNvSpPr>
              <a:spLocks noChangeShapeType="1"/>
            </p:cNvSpPr>
            <p:nvPr/>
          </p:nvSpPr>
          <p:spPr bwMode="auto">
            <a:xfrm>
              <a:off x="4416" y="2544"/>
              <a:ext cx="528" cy="52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5359" name="Line 63"/>
            <p:cNvSpPr>
              <a:spLocks noChangeShapeType="1"/>
            </p:cNvSpPr>
            <p:nvPr/>
          </p:nvSpPr>
          <p:spPr bwMode="auto">
            <a:xfrm flipV="1">
              <a:off x="4464" y="3168"/>
              <a:ext cx="528" cy="52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5360" name="Text Box 64"/>
            <p:cNvSpPr txBox="1">
              <a:spLocks noChangeArrowheads="1"/>
            </p:cNvSpPr>
            <p:nvPr/>
          </p:nvSpPr>
          <p:spPr bwMode="auto">
            <a:xfrm>
              <a:off x="336" y="2256"/>
              <a:ext cx="1440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hangingPunct="0"/>
              <a:r>
                <a:rPr lang="it-IT">
                  <a:latin typeface="Times New Roman" charset="0"/>
                </a:rPr>
                <a:t>Rete residua</a:t>
              </a:r>
            </a:p>
          </p:txBody>
        </p:sp>
        <p:sp>
          <p:nvSpPr>
            <p:cNvPr id="695361" name="Line 65"/>
            <p:cNvSpPr>
              <a:spLocks noChangeShapeType="1"/>
            </p:cNvSpPr>
            <p:nvPr/>
          </p:nvSpPr>
          <p:spPr bwMode="auto">
            <a:xfrm flipV="1">
              <a:off x="2496" y="2544"/>
              <a:ext cx="432" cy="43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5362" name="Text Box 66"/>
            <p:cNvSpPr txBox="1">
              <a:spLocks noChangeArrowheads="1"/>
            </p:cNvSpPr>
            <p:nvPr/>
          </p:nvSpPr>
          <p:spPr bwMode="auto">
            <a:xfrm>
              <a:off x="2496" y="2496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>
                  <a:latin typeface="Times New Roman" charset="0"/>
                </a:rPr>
                <a:t>5</a:t>
              </a:r>
              <a:endParaRPr lang="en-GB" sz="2400" b="1">
                <a:latin typeface="Times New Roman" charset="0"/>
              </a:endParaRPr>
            </a:p>
          </p:txBody>
        </p:sp>
        <p:sp>
          <p:nvSpPr>
            <p:cNvPr id="695363" name="Line 67"/>
            <p:cNvSpPr>
              <a:spLocks noChangeShapeType="1"/>
            </p:cNvSpPr>
            <p:nvPr/>
          </p:nvSpPr>
          <p:spPr bwMode="auto">
            <a:xfrm flipV="1">
              <a:off x="3120" y="2400"/>
              <a:ext cx="110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5364" name="Text Box 68"/>
            <p:cNvSpPr txBox="1">
              <a:spLocks noChangeArrowheads="1"/>
            </p:cNvSpPr>
            <p:nvPr/>
          </p:nvSpPr>
          <p:spPr bwMode="auto">
            <a:xfrm>
              <a:off x="3552" y="2160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>
                  <a:latin typeface="Times New Roman" charset="0"/>
                </a:rPr>
                <a:t>12</a:t>
              </a:r>
              <a:endParaRPr lang="en-GB" sz="2400" b="1">
                <a:latin typeface="Times New Roman" charset="0"/>
              </a:endParaRPr>
            </a:p>
          </p:txBody>
        </p:sp>
        <p:sp>
          <p:nvSpPr>
            <p:cNvPr id="695365" name="Line 69"/>
            <p:cNvSpPr>
              <a:spLocks noChangeShapeType="1"/>
            </p:cNvSpPr>
            <p:nvPr/>
          </p:nvSpPr>
          <p:spPr bwMode="auto">
            <a:xfrm flipH="1">
              <a:off x="3120" y="2544"/>
              <a:ext cx="1152" cy="115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5366" name="Text Box 70"/>
            <p:cNvSpPr txBox="1">
              <a:spLocks noChangeArrowheads="1"/>
            </p:cNvSpPr>
            <p:nvPr/>
          </p:nvSpPr>
          <p:spPr bwMode="auto">
            <a:xfrm>
              <a:off x="3552" y="2784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>
                  <a:latin typeface="Times New Roman" charset="0"/>
                </a:rPr>
                <a:t>4</a:t>
              </a:r>
              <a:endParaRPr lang="en-GB" sz="2400" b="1">
                <a:latin typeface="Times New Roman" charset="0"/>
              </a:endParaRPr>
            </a:p>
          </p:txBody>
        </p:sp>
        <p:sp>
          <p:nvSpPr>
            <p:cNvPr id="695367" name="Line 71"/>
            <p:cNvSpPr>
              <a:spLocks noChangeShapeType="1"/>
            </p:cNvSpPr>
            <p:nvPr/>
          </p:nvSpPr>
          <p:spPr bwMode="auto">
            <a:xfrm>
              <a:off x="3120" y="3696"/>
              <a:ext cx="110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5368" name="Text Box 72"/>
            <p:cNvSpPr txBox="1">
              <a:spLocks noChangeArrowheads="1"/>
            </p:cNvSpPr>
            <p:nvPr/>
          </p:nvSpPr>
          <p:spPr bwMode="auto">
            <a:xfrm>
              <a:off x="3744" y="3456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>
                  <a:latin typeface="Times New Roman" charset="0"/>
                </a:rPr>
                <a:t>11</a:t>
              </a:r>
              <a:endParaRPr lang="en-GB" sz="2400" b="1">
                <a:latin typeface="Times New Roman" charset="0"/>
              </a:endParaRPr>
            </a:p>
          </p:txBody>
        </p:sp>
        <p:sp>
          <p:nvSpPr>
            <p:cNvPr id="695369" name="Line 73"/>
            <p:cNvSpPr>
              <a:spLocks noChangeShapeType="1"/>
            </p:cNvSpPr>
            <p:nvPr/>
          </p:nvSpPr>
          <p:spPr bwMode="auto">
            <a:xfrm>
              <a:off x="4464" y="2496"/>
              <a:ext cx="528" cy="52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5370" name="Text Box 74"/>
            <p:cNvSpPr txBox="1">
              <a:spLocks noChangeArrowheads="1"/>
            </p:cNvSpPr>
            <p:nvPr/>
          </p:nvSpPr>
          <p:spPr bwMode="auto">
            <a:xfrm>
              <a:off x="4464" y="2784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>
                  <a:latin typeface="Times New Roman" charset="0"/>
                </a:rPr>
                <a:t>15</a:t>
              </a:r>
              <a:endParaRPr lang="en-GB" sz="2400" b="1">
                <a:latin typeface="Times New Roman" charset="0"/>
              </a:endParaRPr>
            </a:p>
          </p:txBody>
        </p:sp>
        <p:sp>
          <p:nvSpPr>
            <p:cNvPr id="695371" name="Line 75"/>
            <p:cNvSpPr>
              <a:spLocks noChangeShapeType="1"/>
            </p:cNvSpPr>
            <p:nvPr/>
          </p:nvSpPr>
          <p:spPr bwMode="auto">
            <a:xfrm>
              <a:off x="2400" y="3168"/>
              <a:ext cx="480" cy="48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5372" name="Text Box 76"/>
            <p:cNvSpPr txBox="1">
              <a:spLocks noChangeArrowheads="1"/>
            </p:cNvSpPr>
            <p:nvPr/>
          </p:nvSpPr>
          <p:spPr bwMode="auto">
            <a:xfrm>
              <a:off x="2640" y="3168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>
                  <a:latin typeface="Times New Roman" charset="0"/>
                </a:rPr>
                <a:t>8</a:t>
              </a:r>
              <a:endParaRPr lang="en-GB" sz="2400" b="1">
                <a:latin typeface="Times New Roman" charset="0"/>
              </a:endParaRPr>
            </a:p>
          </p:txBody>
        </p:sp>
      </p:grp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7346" name="Group 2"/>
          <p:cNvGrpSpPr>
            <a:grpSpLocks/>
          </p:cNvGrpSpPr>
          <p:nvPr/>
        </p:nvGrpSpPr>
        <p:grpSpPr bwMode="auto">
          <a:xfrm>
            <a:off x="457200" y="914400"/>
            <a:ext cx="7467600" cy="2636838"/>
            <a:chOff x="288" y="576"/>
            <a:chExt cx="4704" cy="1661"/>
          </a:xfrm>
        </p:grpSpPr>
        <p:sp>
          <p:nvSpPr>
            <p:cNvPr id="697347" name="Line 3"/>
            <p:cNvSpPr>
              <a:spLocks noChangeShapeType="1"/>
            </p:cNvSpPr>
            <p:nvPr/>
          </p:nvSpPr>
          <p:spPr bwMode="auto">
            <a:xfrm>
              <a:off x="4464" y="576"/>
              <a:ext cx="528" cy="528"/>
            </a:xfrm>
            <a:prstGeom prst="line">
              <a:avLst/>
            </a:prstGeom>
            <a:noFill/>
            <a:ln w="101600">
              <a:solidFill>
                <a:srgbClr val="00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97348" name="Line 4"/>
            <p:cNvSpPr>
              <a:spLocks noChangeShapeType="1"/>
            </p:cNvSpPr>
            <p:nvPr/>
          </p:nvSpPr>
          <p:spPr bwMode="auto">
            <a:xfrm flipV="1">
              <a:off x="3072" y="576"/>
              <a:ext cx="1152" cy="1152"/>
            </a:xfrm>
            <a:prstGeom prst="line">
              <a:avLst/>
            </a:prstGeom>
            <a:noFill/>
            <a:ln w="101600">
              <a:solidFill>
                <a:srgbClr val="00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97349" name="Line 5"/>
            <p:cNvSpPr>
              <a:spLocks noChangeShapeType="1"/>
            </p:cNvSpPr>
            <p:nvPr/>
          </p:nvSpPr>
          <p:spPr bwMode="auto">
            <a:xfrm>
              <a:off x="2400" y="1248"/>
              <a:ext cx="480" cy="480"/>
            </a:xfrm>
            <a:prstGeom prst="line">
              <a:avLst/>
            </a:prstGeom>
            <a:noFill/>
            <a:ln w="101600">
              <a:solidFill>
                <a:srgbClr val="00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97350" name="Text Box 6"/>
            <p:cNvSpPr txBox="1">
              <a:spLocks noChangeArrowheads="1"/>
            </p:cNvSpPr>
            <p:nvPr/>
          </p:nvSpPr>
          <p:spPr bwMode="auto">
            <a:xfrm>
              <a:off x="288" y="1872"/>
              <a:ext cx="2400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hangingPunct="0"/>
              <a:r>
                <a:rPr lang="it-IT">
                  <a:solidFill>
                    <a:srgbClr val="33CC33"/>
                  </a:solidFill>
                  <a:latin typeface="Times New Roman" charset="0"/>
                </a:rPr>
                <a:t>Cammino aumentante</a:t>
              </a:r>
            </a:p>
          </p:txBody>
        </p:sp>
      </p:grpSp>
      <p:grpSp>
        <p:nvGrpSpPr>
          <p:cNvPr id="697351" name="Group 7"/>
          <p:cNvGrpSpPr>
            <a:grpSpLocks/>
          </p:cNvGrpSpPr>
          <p:nvPr/>
        </p:nvGrpSpPr>
        <p:grpSpPr bwMode="auto">
          <a:xfrm>
            <a:off x="533400" y="381000"/>
            <a:ext cx="7696200" cy="2971800"/>
            <a:chOff x="336" y="2160"/>
            <a:chExt cx="4848" cy="1872"/>
          </a:xfrm>
        </p:grpSpPr>
        <p:sp>
          <p:nvSpPr>
            <p:cNvPr id="697352" name="Line 8"/>
            <p:cNvSpPr>
              <a:spLocks noChangeShapeType="1"/>
            </p:cNvSpPr>
            <p:nvPr/>
          </p:nvSpPr>
          <p:spPr bwMode="auto">
            <a:xfrm flipV="1">
              <a:off x="2448" y="2496"/>
              <a:ext cx="432" cy="43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7353" name="Oval 9"/>
            <p:cNvSpPr>
              <a:spLocks noChangeArrowheads="1"/>
            </p:cNvSpPr>
            <p:nvPr/>
          </p:nvSpPr>
          <p:spPr bwMode="auto">
            <a:xfrm>
              <a:off x="2880" y="2304"/>
              <a:ext cx="240" cy="246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it-IT" sz="2400" b="1" i="1">
                  <a:latin typeface="Times New Roman" charset="0"/>
                  <a:sym typeface="Symbol" charset="0"/>
                </a:rPr>
                <a:t>u</a:t>
              </a:r>
              <a:endParaRPr lang="it-IT" sz="2400" b="1" i="1">
                <a:latin typeface="Times New Roman" charset="0"/>
              </a:endParaRPr>
            </a:p>
          </p:txBody>
        </p:sp>
        <p:sp>
          <p:nvSpPr>
            <p:cNvPr id="697354" name="Text Box 10"/>
            <p:cNvSpPr txBox="1">
              <a:spLocks noChangeArrowheads="1"/>
            </p:cNvSpPr>
            <p:nvPr/>
          </p:nvSpPr>
          <p:spPr bwMode="auto">
            <a:xfrm>
              <a:off x="4704" y="2544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>
                  <a:latin typeface="Times New Roman" charset="0"/>
                </a:rPr>
                <a:t>5</a:t>
              </a:r>
              <a:endParaRPr lang="en-GB" sz="2400" b="1">
                <a:latin typeface="Times New Roman" charset="0"/>
              </a:endParaRPr>
            </a:p>
          </p:txBody>
        </p:sp>
        <p:sp>
          <p:nvSpPr>
            <p:cNvPr id="697355" name="Text Box 11"/>
            <p:cNvSpPr txBox="1">
              <a:spLocks noChangeArrowheads="1"/>
            </p:cNvSpPr>
            <p:nvPr/>
          </p:nvSpPr>
          <p:spPr bwMode="auto">
            <a:xfrm>
              <a:off x="2640" y="2688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>
                  <a:latin typeface="Times New Roman" charset="0"/>
                </a:rPr>
                <a:t>11</a:t>
              </a:r>
              <a:endParaRPr lang="en-GB" sz="2400" b="1">
                <a:latin typeface="Times New Roman" charset="0"/>
              </a:endParaRPr>
            </a:p>
          </p:txBody>
        </p:sp>
        <p:sp>
          <p:nvSpPr>
            <p:cNvPr id="697356" name="Oval 12"/>
            <p:cNvSpPr>
              <a:spLocks noChangeArrowheads="1"/>
            </p:cNvSpPr>
            <p:nvPr/>
          </p:nvSpPr>
          <p:spPr bwMode="auto">
            <a:xfrm>
              <a:off x="2256" y="2928"/>
              <a:ext cx="240" cy="24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it-IT" sz="2400" b="1" i="1">
                  <a:latin typeface="Times New Roman" charset="0"/>
                  <a:sym typeface="Symbol" charset="0"/>
                </a:rPr>
                <a:t>s</a:t>
              </a:r>
              <a:endParaRPr lang="it-IT" sz="2400" b="1" i="1">
                <a:latin typeface="Times New Roman" charset="0"/>
              </a:endParaRPr>
            </a:p>
          </p:txBody>
        </p:sp>
        <p:sp>
          <p:nvSpPr>
            <p:cNvPr id="697357" name="Oval 13"/>
            <p:cNvSpPr>
              <a:spLocks noChangeArrowheads="1"/>
            </p:cNvSpPr>
            <p:nvPr/>
          </p:nvSpPr>
          <p:spPr bwMode="auto">
            <a:xfrm>
              <a:off x="4224" y="3648"/>
              <a:ext cx="240" cy="24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it-IT" sz="2400" b="1" i="1">
                  <a:latin typeface="Times New Roman" charset="0"/>
                  <a:sym typeface="Symbol" charset="0"/>
                </a:rPr>
                <a:t>y</a:t>
              </a:r>
              <a:endParaRPr lang="it-IT" sz="2400" b="1" i="1">
                <a:latin typeface="Times New Roman" charset="0"/>
              </a:endParaRPr>
            </a:p>
          </p:txBody>
        </p:sp>
        <p:sp>
          <p:nvSpPr>
            <p:cNvPr id="697358" name="Oval 14"/>
            <p:cNvSpPr>
              <a:spLocks noChangeArrowheads="1"/>
            </p:cNvSpPr>
            <p:nvPr/>
          </p:nvSpPr>
          <p:spPr bwMode="auto">
            <a:xfrm>
              <a:off x="2880" y="3600"/>
              <a:ext cx="240" cy="24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it-IT" sz="2400" b="1" i="1">
                  <a:latin typeface="Times New Roman" charset="0"/>
                  <a:sym typeface="Symbol" charset="0"/>
                </a:rPr>
                <a:t>x</a:t>
              </a:r>
              <a:endParaRPr lang="it-IT" sz="2400" b="1" i="1">
                <a:latin typeface="Times New Roman" charset="0"/>
              </a:endParaRPr>
            </a:p>
          </p:txBody>
        </p:sp>
        <p:sp>
          <p:nvSpPr>
            <p:cNvPr id="697359" name="Oval 15"/>
            <p:cNvSpPr>
              <a:spLocks noChangeArrowheads="1"/>
            </p:cNvSpPr>
            <p:nvPr/>
          </p:nvSpPr>
          <p:spPr bwMode="auto">
            <a:xfrm>
              <a:off x="4224" y="2304"/>
              <a:ext cx="240" cy="24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it-IT" sz="2400" b="1" i="1">
                  <a:latin typeface="Times New Roman" charset="0"/>
                  <a:sym typeface="Symbol" charset="0"/>
                </a:rPr>
                <a:t>v</a:t>
              </a:r>
              <a:endParaRPr lang="it-IT" sz="2400" b="1" i="1">
                <a:latin typeface="Times New Roman" charset="0"/>
              </a:endParaRPr>
            </a:p>
          </p:txBody>
        </p:sp>
        <p:sp>
          <p:nvSpPr>
            <p:cNvPr id="697360" name="Line 16"/>
            <p:cNvSpPr>
              <a:spLocks noChangeShapeType="1"/>
            </p:cNvSpPr>
            <p:nvPr/>
          </p:nvSpPr>
          <p:spPr bwMode="auto">
            <a:xfrm>
              <a:off x="2448" y="3120"/>
              <a:ext cx="480" cy="48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7361" name="Line 17"/>
            <p:cNvSpPr>
              <a:spLocks noChangeShapeType="1"/>
            </p:cNvSpPr>
            <p:nvPr/>
          </p:nvSpPr>
          <p:spPr bwMode="auto">
            <a:xfrm flipH="1">
              <a:off x="2976" y="2544"/>
              <a:ext cx="0" cy="107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7362" name="Line 18"/>
            <p:cNvSpPr>
              <a:spLocks noChangeShapeType="1"/>
            </p:cNvSpPr>
            <p:nvPr/>
          </p:nvSpPr>
          <p:spPr bwMode="auto">
            <a:xfrm flipV="1">
              <a:off x="4368" y="2544"/>
              <a:ext cx="0" cy="110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7363" name="Line 19"/>
            <p:cNvSpPr>
              <a:spLocks noChangeShapeType="1"/>
            </p:cNvSpPr>
            <p:nvPr/>
          </p:nvSpPr>
          <p:spPr bwMode="auto">
            <a:xfrm>
              <a:off x="3120" y="3792"/>
              <a:ext cx="110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7364" name="Line 20"/>
            <p:cNvSpPr>
              <a:spLocks noChangeShapeType="1"/>
            </p:cNvSpPr>
            <p:nvPr/>
          </p:nvSpPr>
          <p:spPr bwMode="auto">
            <a:xfrm flipH="1" flipV="1">
              <a:off x="3072" y="2544"/>
              <a:ext cx="0" cy="105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7365" name="Text Box 21"/>
            <p:cNvSpPr txBox="1">
              <a:spLocks noChangeArrowheads="1"/>
            </p:cNvSpPr>
            <p:nvPr/>
          </p:nvSpPr>
          <p:spPr bwMode="auto">
            <a:xfrm>
              <a:off x="2448" y="3360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>
                  <a:latin typeface="Times New Roman" charset="0"/>
                </a:rPr>
                <a:t>5</a:t>
              </a:r>
              <a:endParaRPr lang="en-GB" sz="2400" b="1">
                <a:latin typeface="Times New Roman" charset="0"/>
              </a:endParaRPr>
            </a:p>
          </p:txBody>
        </p:sp>
        <p:sp>
          <p:nvSpPr>
            <p:cNvPr id="697366" name="Text Box 22"/>
            <p:cNvSpPr txBox="1">
              <a:spLocks noChangeArrowheads="1"/>
            </p:cNvSpPr>
            <p:nvPr/>
          </p:nvSpPr>
          <p:spPr bwMode="auto">
            <a:xfrm>
              <a:off x="3072" y="2928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>
                  <a:latin typeface="Times New Roman" charset="0"/>
                </a:rPr>
                <a:t>3</a:t>
              </a:r>
              <a:endParaRPr lang="en-GB" sz="2400" b="1">
                <a:latin typeface="Times New Roman" charset="0"/>
              </a:endParaRPr>
            </a:p>
          </p:txBody>
        </p:sp>
        <p:sp>
          <p:nvSpPr>
            <p:cNvPr id="697367" name="Text Box 23"/>
            <p:cNvSpPr txBox="1">
              <a:spLocks noChangeArrowheads="1"/>
            </p:cNvSpPr>
            <p:nvPr/>
          </p:nvSpPr>
          <p:spPr bwMode="auto">
            <a:xfrm>
              <a:off x="4320" y="3024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>
                  <a:latin typeface="Times New Roman" charset="0"/>
                </a:rPr>
                <a:t>7</a:t>
              </a:r>
              <a:endParaRPr lang="en-GB" sz="2400" b="1">
                <a:latin typeface="Times New Roman" charset="0"/>
              </a:endParaRPr>
            </a:p>
          </p:txBody>
        </p:sp>
        <p:sp>
          <p:nvSpPr>
            <p:cNvPr id="697368" name="Text Box 24"/>
            <p:cNvSpPr txBox="1">
              <a:spLocks noChangeArrowheads="1"/>
            </p:cNvSpPr>
            <p:nvPr/>
          </p:nvSpPr>
          <p:spPr bwMode="auto">
            <a:xfrm>
              <a:off x="2736" y="2928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>
                  <a:latin typeface="Times New Roman" charset="0"/>
                </a:rPr>
                <a:t>11</a:t>
              </a:r>
              <a:endParaRPr lang="en-GB" sz="2400" b="1">
                <a:latin typeface="Times New Roman" charset="0"/>
              </a:endParaRPr>
            </a:p>
          </p:txBody>
        </p:sp>
        <p:sp>
          <p:nvSpPr>
            <p:cNvPr id="697369" name="Text Box 25"/>
            <p:cNvSpPr txBox="1">
              <a:spLocks noChangeArrowheads="1"/>
            </p:cNvSpPr>
            <p:nvPr/>
          </p:nvSpPr>
          <p:spPr bwMode="auto">
            <a:xfrm>
              <a:off x="3696" y="3744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>
                  <a:latin typeface="Times New Roman" charset="0"/>
                </a:rPr>
                <a:t>3</a:t>
              </a:r>
              <a:endParaRPr lang="en-GB" sz="2400" b="1">
                <a:latin typeface="Times New Roman" charset="0"/>
              </a:endParaRPr>
            </a:p>
          </p:txBody>
        </p:sp>
        <p:sp>
          <p:nvSpPr>
            <p:cNvPr id="697370" name="Text Box 26"/>
            <p:cNvSpPr txBox="1">
              <a:spLocks noChangeArrowheads="1"/>
            </p:cNvSpPr>
            <p:nvPr/>
          </p:nvSpPr>
          <p:spPr bwMode="auto">
            <a:xfrm>
              <a:off x="3696" y="3024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>
                  <a:latin typeface="Times New Roman" charset="0"/>
                </a:rPr>
                <a:t>5</a:t>
              </a:r>
              <a:endParaRPr lang="en-GB" sz="2400" b="1">
                <a:latin typeface="Times New Roman" charset="0"/>
              </a:endParaRPr>
            </a:p>
          </p:txBody>
        </p:sp>
        <p:sp>
          <p:nvSpPr>
            <p:cNvPr id="697371" name="Line 27"/>
            <p:cNvSpPr>
              <a:spLocks noChangeShapeType="1"/>
            </p:cNvSpPr>
            <p:nvPr/>
          </p:nvSpPr>
          <p:spPr bwMode="auto">
            <a:xfrm flipH="1">
              <a:off x="3072" y="2496"/>
              <a:ext cx="1152" cy="115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7372" name="Text Box 28"/>
            <p:cNvSpPr txBox="1">
              <a:spLocks noChangeArrowheads="1"/>
            </p:cNvSpPr>
            <p:nvPr/>
          </p:nvSpPr>
          <p:spPr bwMode="auto">
            <a:xfrm>
              <a:off x="4608" y="3168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>
                  <a:latin typeface="Times New Roman" charset="0"/>
                </a:rPr>
                <a:t>4</a:t>
              </a:r>
              <a:endParaRPr lang="en-GB" sz="2400" b="1">
                <a:latin typeface="Times New Roman" charset="0"/>
              </a:endParaRPr>
            </a:p>
          </p:txBody>
        </p:sp>
        <p:sp>
          <p:nvSpPr>
            <p:cNvPr id="697373" name="Oval 29"/>
            <p:cNvSpPr>
              <a:spLocks noChangeArrowheads="1"/>
            </p:cNvSpPr>
            <p:nvPr/>
          </p:nvSpPr>
          <p:spPr bwMode="auto">
            <a:xfrm>
              <a:off x="4944" y="2976"/>
              <a:ext cx="240" cy="24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it-IT" sz="2400" b="1" i="1">
                  <a:latin typeface="Times New Roman" charset="0"/>
                  <a:sym typeface="Symbol" charset="0"/>
                </a:rPr>
                <a:t>t</a:t>
              </a:r>
              <a:endParaRPr lang="it-IT" sz="2400" b="1" i="1">
                <a:latin typeface="Times New Roman" charset="0"/>
              </a:endParaRPr>
            </a:p>
          </p:txBody>
        </p:sp>
        <p:sp>
          <p:nvSpPr>
            <p:cNvPr id="697374" name="Line 30"/>
            <p:cNvSpPr>
              <a:spLocks noChangeShapeType="1"/>
            </p:cNvSpPr>
            <p:nvPr/>
          </p:nvSpPr>
          <p:spPr bwMode="auto">
            <a:xfrm>
              <a:off x="4416" y="2544"/>
              <a:ext cx="528" cy="52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7375" name="Line 31"/>
            <p:cNvSpPr>
              <a:spLocks noChangeShapeType="1"/>
            </p:cNvSpPr>
            <p:nvPr/>
          </p:nvSpPr>
          <p:spPr bwMode="auto">
            <a:xfrm flipV="1">
              <a:off x="4464" y="3168"/>
              <a:ext cx="528" cy="52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7376" name="Text Box 32"/>
            <p:cNvSpPr txBox="1">
              <a:spLocks noChangeArrowheads="1"/>
            </p:cNvSpPr>
            <p:nvPr/>
          </p:nvSpPr>
          <p:spPr bwMode="auto">
            <a:xfrm>
              <a:off x="336" y="2256"/>
              <a:ext cx="1440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hangingPunct="0"/>
              <a:r>
                <a:rPr lang="it-IT">
                  <a:latin typeface="Times New Roman" charset="0"/>
                </a:rPr>
                <a:t>Rete residua</a:t>
              </a:r>
            </a:p>
          </p:txBody>
        </p:sp>
        <p:sp>
          <p:nvSpPr>
            <p:cNvPr id="697377" name="Line 33"/>
            <p:cNvSpPr>
              <a:spLocks noChangeShapeType="1"/>
            </p:cNvSpPr>
            <p:nvPr/>
          </p:nvSpPr>
          <p:spPr bwMode="auto">
            <a:xfrm flipV="1">
              <a:off x="2496" y="2544"/>
              <a:ext cx="432" cy="43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7378" name="Text Box 34"/>
            <p:cNvSpPr txBox="1">
              <a:spLocks noChangeArrowheads="1"/>
            </p:cNvSpPr>
            <p:nvPr/>
          </p:nvSpPr>
          <p:spPr bwMode="auto">
            <a:xfrm>
              <a:off x="2496" y="2496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>
                  <a:latin typeface="Times New Roman" charset="0"/>
                </a:rPr>
                <a:t>5</a:t>
              </a:r>
              <a:endParaRPr lang="en-GB" sz="2400" b="1">
                <a:latin typeface="Times New Roman" charset="0"/>
              </a:endParaRPr>
            </a:p>
          </p:txBody>
        </p:sp>
        <p:sp>
          <p:nvSpPr>
            <p:cNvPr id="697379" name="Line 35"/>
            <p:cNvSpPr>
              <a:spLocks noChangeShapeType="1"/>
            </p:cNvSpPr>
            <p:nvPr/>
          </p:nvSpPr>
          <p:spPr bwMode="auto">
            <a:xfrm flipV="1">
              <a:off x="3120" y="2400"/>
              <a:ext cx="110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7380" name="Text Box 36"/>
            <p:cNvSpPr txBox="1">
              <a:spLocks noChangeArrowheads="1"/>
            </p:cNvSpPr>
            <p:nvPr/>
          </p:nvSpPr>
          <p:spPr bwMode="auto">
            <a:xfrm>
              <a:off x="3552" y="2160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>
                  <a:latin typeface="Times New Roman" charset="0"/>
                </a:rPr>
                <a:t>12</a:t>
              </a:r>
              <a:endParaRPr lang="en-GB" sz="2400" b="1">
                <a:latin typeface="Times New Roman" charset="0"/>
              </a:endParaRPr>
            </a:p>
          </p:txBody>
        </p:sp>
        <p:sp>
          <p:nvSpPr>
            <p:cNvPr id="697381" name="Line 37"/>
            <p:cNvSpPr>
              <a:spLocks noChangeShapeType="1"/>
            </p:cNvSpPr>
            <p:nvPr/>
          </p:nvSpPr>
          <p:spPr bwMode="auto">
            <a:xfrm flipH="1">
              <a:off x="3120" y="2544"/>
              <a:ext cx="1152" cy="115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7382" name="Text Box 38"/>
            <p:cNvSpPr txBox="1">
              <a:spLocks noChangeArrowheads="1"/>
            </p:cNvSpPr>
            <p:nvPr/>
          </p:nvSpPr>
          <p:spPr bwMode="auto">
            <a:xfrm>
              <a:off x="3552" y="2784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>
                  <a:latin typeface="Times New Roman" charset="0"/>
                </a:rPr>
                <a:t>4</a:t>
              </a:r>
              <a:endParaRPr lang="en-GB" sz="2400" b="1">
                <a:latin typeface="Times New Roman" charset="0"/>
              </a:endParaRPr>
            </a:p>
          </p:txBody>
        </p:sp>
        <p:sp>
          <p:nvSpPr>
            <p:cNvPr id="697383" name="Line 39"/>
            <p:cNvSpPr>
              <a:spLocks noChangeShapeType="1"/>
            </p:cNvSpPr>
            <p:nvPr/>
          </p:nvSpPr>
          <p:spPr bwMode="auto">
            <a:xfrm>
              <a:off x="3120" y="3696"/>
              <a:ext cx="110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7384" name="Text Box 40"/>
            <p:cNvSpPr txBox="1">
              <a:spLocks noChangeArrowheads="1"/>
            </p:cNvSpPr>
            <p:nvPr/>
          </p:nvSpPr>
          <p:spPr bwMode="auto">
            <a:xfrm>
              <a:off x="3744" y="3456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>
                  <a:latin typeface="Times New Roman" charset="0"/>
                </a:rPr>
                <a:t>11</a:t>
              </a:r>
              <a:endParaRPr lang="en-GB" sz="2400" b="1">
                <a:latin typeface="Times New Roman" charset="0"/>
              </a:endParaRPr>
            </a:p>
          </p:txBody>
        </p:sp>
        <p:sp>
          <p:nvSpPr>
            <p:cNvPr id="697385" name="Line 41"/>
            <p:cNvSpPr>
              <a:spLocks noChangeShapeType="1"/>
            </p:cNvSpPr>
            <p:nvPr/>
          </p:nvSpPr>
          <p:spPr bwMode="auto">
            <a:xfrm>
              <a:off x="4464" y="2496"/>
              <a:ext cx="528" cy="52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7386" name="Text Box 42"/>
            <p:cNvSpPr txBox="1">
              <a:spLocks noChangeArrowheads="1"/>
            </p:cNvSpPr>
            <p:nvPr/>
          </p:nvSpPr>
          <p:spPr bwMode="auto">
            <a:xfrm>
              <a:off x="4464" y="2784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>
                  <a:latin typeface="Times New Roman" charset="0"/>
                </a:rPr>
                <a:t>15</a:t>
              </a:r>
              <a:endParaRPr lang="en-GB" sz="2400" b="1">
                <a:latin typeface="Times New Roman" charset="0"/>
              </a:endParaRPr>
            </a:p>
          </p:txBody>
        </p:sp>
        <p:sp>
          <p:nvSpPr>
            <p:cNvPr id="697387" name="Line 43"/>
            <p:cNvSpPr>
              <a:spLocks noChangeShapeType="1"/>
            </p:cNvSpPr>
            <p:nvPr/>
          </p:nvSpPr>
          <p:spPr bwMode="auto">
            <a:xfrm>
              <a:off x="2400" y="3168"/>
              <a:ext cx="480" cy="48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7388" name="Text Box 44"/>
            <p:cNvSpPr txBox="1">
              <a:spLocks noChangeArrowheads="1"/>
            </p:cNvSpPr>
            <p:nvPr/>
          </p:nvSpPr>
          <p:spPr bwMode="auto">
            <a:xfrm>
              <a:off x="2640" y="3168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>
                  <a:latin typeface="Times New Roman" charset="0"/>
                </a:rPr>
                <a:t>8</a:t>
              </a:r>
              <a:endParaRPr lang="en-GB" sz="2400" b="1">
                <a:latin typeface="Times New Roman" charset="0"/>
              </a:endParaRPr>
            </a:p>
          </p:txBody>
        </p:sp>
      </p:grpSp>
      <p:grpSp>
        <p:nvGrpSpPr>
          <p:cNvPr id="697389" name="Group 45"/>
          <p:cNvGrpSpPr>
            <a:grpSpLocks/>
          </p:cNvGrpSpPr>
          <p:nvPr/>
        </p:nvGrpSpPr>
        <p:grpSpPr bwMode="auto">
          <a:xfrm>
            <a:off x="633413" y="3657600"/>
            <a:ext cx="7620000" cy="2881313"/>
            <a:chOff x="384" y="2304"/>
            <a:chExt cx="4800" cy="1815"/>
          </a:xfrm>
        </p:grpSpPr>
        <p:sp>
          <p:nvSpPr>
            <p:cNvPr id="697390" name="Line 46"/>
            <p:cNvSpPr>
              <a:spLocks noChangeShapeType="1"/>
            </p:cNvSpPr>
            <p:nvPr/>
          </p:nvSpPr>
          <p:spPr bwMode="auto">
            <a:xfrm flipV="1">
              <a:off x="2448" y="2592"/>
              <a:ext cx="480" cy="48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7391" name="Oval 47"/>
            <p:cNvSpPr>
              <a:spLocks noChangeArrowheads="1"/>
            </p:cNvSpPr>
            <p:nvPr/>
          </p:nvSpPr>
          <p:spPr bwMode="auto">
            <a:xfrm>
              <a:off x="2880" y="2400"/>
              <a:ext cx="240" cy="246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it-IT" sz="2400" b="1" i="1">
                  <a:latin typeface="Times New Roman" charset="0"/>
                  <a:sym typeface="Symbol" charset="0"/>
                </a:rPr>
                <a:t>u</a:t>
              </a:r>
              <a:endParaRPr lang="it-IT" sz="2400" b="1" i="1">
                <a:latin typeface="Times New Roman" charset="0"/>
              </a:endParaRPr>
            </a:p>
          </p:txBody>
        </p:sp>
        <p:sp>
          <p:nvSpPr>
            <p:cNvPr id="697392" name="Text Box 48"/>
            <p:cNvSpPr txBox="1">
              <a:spLocks noChangeArrowheads="1"/>
            </p:cNvSpPr>
            <p:nvPr/>
          </p:nvSpPr>
          <p:spPr bwMode="auto">
            <a:xfrm>
              <a:off x="4704" y="2640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>
                  <a:latin typeface="Times New Roman" charset="0"/>
                </a:rPr>
                <a:t>20</a:t>
              </a:r>
              <a:endParaRPr lang="en-GB" sz="2400" b="1">
                <a:latin typeface="Times New Roman" charset="0"/>
              </a:endParaRPr>
            </a:p>
          </p:txBody>
        </p:sp>
        <p:sp>
          <p:nvSpPr>
            <p:cNvPr id="697393" name="Text Box 49"/>
            <p:cNvSpPr txBox="1">
              <a:spLocks noChangeArrowheads="1"/>
            </p:cNvSpPr>
            <p:nvPr/>
          </p:nvSpPr>
          <p:spPr bwMode="auto">
            <a:xfrm>
              <a:off x="3697" y="2304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>
                  <a:latin typeface="Times New Roman" charset="0"/>
                </a:rPr>
                <a:t>12</a:t>
              </a:r>
              <a:endParaRPr lang="en-GB" sz="2400" b="1">
                <a:latin typeface="Times New Roman" charset="0"/>
              </a:endParaRPr>
            </a:p>
          </p:txBody>
        </p:sp>
        <p:sp>
          <p:nvSpPr>
            <p:cNvPr id="697394" name="Text Box 50"/>
            <p:cNvSpPr txBox="1">
              <a:spLocks noChangeArrowheads="1"/>
            </p:cNvSpPr>
            <p:nvPr/>
          </p:nvSpPr>
          <p:spPr bwMode="auto">
            <a:xfrm>
              <a:off x="2448" y="2592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>
                  <a:latin typeface="Times New Roman" charset="0"/>
                </a:rPr>
                <a:t>16</a:t>
              </a:r>
              <a:endParaRPr lang="en-GB" sz="2400" b="1">
                <a:latin typeface="Times New Roman" charset="0"/>
              </a:endParaRPr>
            </a:p>
          </p:txBody>
        </p:sp>
        <p:sp>
          <p:nvSpPr>
            <p:cNvPr id="697395" name="Oval 51"/>
            <p:cNvSpPr>
              <a:spLocks noChangeArrowheads="1"/>
            </p:cNvSpPr>
            <p:nvPr/>
          </p:nvSpPr>
          <p:spPr bwMode="auto">
            <a:xfrm>
              <a:off x="2256" y="3024"/>
              <a:ext cx="240" cy="24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it-IT" sz="2400" b="1" i="1">
                  <a:latin typeface="Times New Roman" charset="0"/>
                  <a:sym typeface="Symbol" charset="0"/>
                </a:rPr>
                <a:t>s</a:t>
              </a:r>
              <a:endParaRPr lang="it-IT" sz="2400" b="1" i="1">
                <a:latin typeface="Times New Roman" charset="0"/>
              </a:endParaRPr>
            </a:p>
          </p:txBody>
        </p:sp>
        <p:sp>
          <p:nvSpPr>
            <p:cNvPr id="697396" name="Oval 52"/>
            <p:cNvSpPr>
              <a:spLocks noChangeArrowheads="1"/>
            </p:cNvSpPr>
            <p:nvPr/>
          </p:nvSpPr>
          <p:spPr bwMode="auto">
            <a:xfrm>
              <a:off x="4224" y="3744"/>
              <a:ext cx="240" cy="24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it-IT" sz="2400" b="1" i="1">
                  <a:latin typeface="Times New Roman" charset="0"/>
                  <a:sym typeface="Symbol" charset="0"/>
                </a:rPr>
                <a:t>y</a:t>
              </a:r>
              <a:endParaRPr lang="it-IT" sz="2400" b="1" i="1">
                <a:latin typeface="Times New Roman" charset="0"/>
              </a:endParaRPr>
            </a:p>
          </p:txBody>
        </p:sp>
        <p:sp>
          <p:nvSpPr>
            <p:cNvPr id="697397" name="Oval 53"/>
            <p:cNvSpPr>
              <a:spLocks noChangeArrowheads="1"/>
            </p:cNvSpPr>
            <p:nvPr/>
          </p:nvSpPr>
          <p:spPr bwMode="auto">
            <a:xfrm>
              <a:off x="2880" y="3696"/>
              <a:ext cx="240" cy="24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it-IT" sz="2400" b="1" i="1">
                  <a:latin typeface="Times New Roman" charset="0"/>
                  <a:sym typeface="Symbol" charset="0"/>
                </a:rPr>
                <a:t>x</a:t>
              </a:r>
              <a:endParaRPr lang="it-IT" sz="2400" b="1" i="1">
                <a:latin typeface="Times New Roman" charset="0"/>
              </a:endParaRPr>
            </a:p>
          </p:txBody>
        </p:sp>
        <p:sp>
          <p:nvSpPr>
            <p:cNvPr id="697398" name="Oval 54"/>
            <p:cNvSpPr>
              <a:spLocks noChangeArrowheads="1"/>
            </p:cNvSpPr>
            <p:nvPr/>
          </p:nvSpPr>
          <p:spPr bwMode="auto">
            <a:xfrm>
              <a:off x="4224" y="2400"/>
              <a:ext cx="240" cy="24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it-IT" sz="2400" b="1" i="1">
                  <a:latin typeface="Times New Roman" charset="0"/>
                  <a:sym typeface="Symbol" charset="0"/>
                </a:rPr>
                <a:t>v</a:t>
              </a:r>
              <a:endParaRPr lang="it-IT" sz="2400" b="1" i="1">
                <a:latin typeface="Times New Roman" charset="0"/>
              </a:endParaRPr>
            </a:p>
          </p:txBody>
        </p:sp>
        <p:sp>
          <p:nvSpPr>
            <p:cNvPr id="697399" name="Line 55"/>
            <p:cNvSpPr>
              <a:spLocks noChangeShapeType="1"/>
            </p:cNvSpPr>
            <p:nvPr/>
          </p:nvSpPr>
          <p:spPr bwMode="auto">
            <a:xfrm>
              <a:off x="2448" y="3264"/>
              <a:ext cx="480" cy="48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7400" name="Line 56"/>
            <p:cNvSpPr>
              <a:spLocks noChangeShapeType="1"/>
            </p:cNvSpPr>
            <p:nvPr/>
          </p:nvSpPr>
          <p:spPr bwMode="auto">
            <a:xfrm flipH="1">
              <a:off x="2976" y="2640"/>
              <a:ext cx="0" cy="107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7401" name="Line 57"/>
            <p:cNvSpPr>
              <a:spLocks noChangeShapeType="1"/>
            </p:cNvSpPr>
            <p:nvPr/>
          </p:nvSpPr>
          <p:spPr bwMode="auto">
            <a:xfrm flipV="1">
              <a:off x="4368" y="2640"/>
              <a:ext cx="0" cy="110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7402" name="Line 58"/>
            <p:cNvSpPr>
              <a:spLocks noChangeShapeType="1"/>
            </p:cNvSpPr>
            <p:nvPr/>
          </p:nvSpPr>
          <p:spPr bwMode="auto">
            <a:xfrm>
              <a:off x="3120" y="3840"/>
              <a:ext cx="110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7403" name="Line 59"/>
            <p:cNvSpPr>
              <a:spLocks noChangeShapeType="1"/>
            </p:cNvSpPr>
            <p:nvPr/>
          </p:nvSpPr>
          <p:spPr bwMode="auto">
            <a:xfrm flipV="1">
              <a:off x="3120" y="2544"/>
              <a:ext cx="110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7404" name="Line 60"/>
            <p:cNvSpPr>
              <a:spLocks noChangeShapeType="1"/>
            </p:cNvSpPr>
            <p:nvPr/>
          </p:nvSpPr>
          <p:spPr bwMode="auto">
            <a:xfrm flipH="1" flipV="1">
              <a:off x="3072" y="2640"/>
              <a:ext cx="0" cy="105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7405" name="Text Box 61"/>
            <p:cNvSpPr txBox="1">
              <a:spLocks noChangeArrowheads="1"/>
            </p:cNvSpPr>
            <p:nvPr/>
          </p:nvSpPr>
          <p:spPr bwMode="auto">
            <a:xfrm>
              <a:off x="2496" y="3504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>
                  <a:latin typeface="Times New Roman" charset="0"/>
                </a:rPr>
                <a:t>13</a:t>
              </a:r>
              <a:endParaRPr lang="en-GB" sz="2400" b="1">
                <a:latin typeface="Times New Roman" charset="0"/>
              </a:endParaRPr>
            </a:p>
          </p:txBody>
        </p:sp>
        <p:sp>
          <p:nvSpPr>
            <p:cNvPr id="697406" name="Text Box 62"/>
            <p:cNvSpPr txBox="1">
              <a:spLocks noChangeArrowheads="1"/>
            </p:cNvSpPr>
            <p:nvPr/>
          </p:nvSpPr>
          <p:spPr bwMode="auto">
            <a:xfrm>
              <a:off x="2688" y="3024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>
                  <a:latin typeface="Times New Roman" charset="0"/>
                </a:rPr>
                <a:t>10</a:t>
              </a:r>
              <a:endParaRPr lang="en-GB" sz="2400" b="1">
                <a:latin typeface="Times New Roman" charset="0"/>
              </a:endParaRPr>
            </a:p>
          </p:txBody>
        </p:sp>
        <p:sp>
          <p:nvSpPr>
            <p:cNvPr id="697407" name="Text Box 63"/>
            <p:cNvSpPr txBox="1">
              <a:spLocks noChangeArrowheads="1"/>
            </p:cNvSpPr>
            <p:nvPr/>
          </p:nvSpPr>
          <p:spPr bwMode="auto">
            <a:xfrm>
              <a:off x="4320" y="3024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>
                  <a:latin typeface="Times New Roman" charset="0"/>
                </a:rPr>
                <a:t>7</a:t>
              </a:r>
              <a:endParaRPr lang="en-GB" sz="2400" b="1">
                <a:latin typeface="Times New Roman" charset="0"/>
              </a:endParaRPr>
            </a:p>
          </p:txBody>
        </p:sp>
        <p:sp>
          <p:nvSpPr>
            <p:cNvPr id="697408" name="Text Box 64"/>
            <p:cNvSpPr txBox="1">
              <a:spLocks noChangeArrowheads="1"/>
            </p:cNvSpPr>
            <p:nvPr/>
          </p:nvSpPr>
          <p:spPr bwMode="auto">
            <a:xfrm>
              <a:off x="3072" y="3024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>
                  <a:latin typeface="Times New Roman" charset="0"/>
                </a:rPr>
                <a:t>4</a:t>
              </a:r>
              <a:endParaRPr lang="en-GB" sz="2400" b="1">
                <a:latin typeface="Times New Roman" charset="0"/>
              </a:endParaRPr>
            </a:p>
          </p:txBody>
        </p:sp>
        <p:sp>
          <p:nvSpPr>
            <p:cNvPr id="697409" name="Text Box 65"/>
            <p:cNvSpPr txBox="1">
              <a:spLocks noChangeArrowheads="1"/>
            </p:cNvSpPr>
            <p:nvPr/>
          </p:nvSpPr>
          <p:spPr bwMode="auto">
            <a:xfrm>
              <a:off x="3697" y="3831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>
                  <a:latin typeface="Times New Roman" charset="0"/>
                </a:rPr>
                <a:t>14</a:t>
              </a:r>
              <a:endParaRPr lang="en-GB" sz="2400" b="1">
                <a:latin typeface="Times New Roman" charset="0"/>
              </a:endParaRPr>
            </a:p>
          </p:txBody>
        </p:sp>
        <p:sp>
          <p:nvSpPr>
            <p:cNvPr id="697410" name="Text Box 66"/>
            <p:cNvSpPr txBox="1">
              <a:spLocks noChangeArrowheads="1"/>
            </p:cNvSpPr>
            <p:nvPr/>
          </p:nvSpPr>
          <p:spPr bwMode="auto">
            <a:xfrm>
              <a:off x="3696" y="3072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>
                  <a:latin typeface="Times New Roman" charset="0"/>
                </a:rPr>
                <a:t>9</a:t>
              </a:r>
              <a:endParaRPr lang="en-GB" sz="2400" b="1">
                <a:latin typeface="Times New Roman" charset="0"/>
              </a:endParaRPr>
            </a:p>
          </p:txBody>
        </p:sp>
        <p:sp>
          <p:nvSpPr>
            <p:cNvPr id="697411" name="Line 67"/>
            <p:cNvSpPr>
              <a:spLocks noChangeShapeType="1"/>
            </p:cNvSpPr>
            <p:nvPr/>
          </p:nvSpPr>
          <p:spPr bwMode="auto">
            <a:xfrm flipH="1">
              <a:off x="3120" y="2592"/>
              <a:ext cx="1152" cy="115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7412" name="Text Box 68"/>
            <p:cNvSpPr txBox="1">
              <a:spLocks noChangeArrowheads="1"/>
            </p:cNvSpPr>
            <p:nvPr/>
          </p:nvSpPr>
          <p:spPr bwMode="auto">
            <a:xfrm>
              <a:off x="4704" y="3408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>
                  <a:latin typeface="Times New Roman" charset="0"/>
                </a:rPr>
                <a:t>4</a:t>
              </a:r>
              <a:endParaRPr lang="en-GB" sz="2400" b="1">
                <a:latin typeface="Times New Roman" charset="0"/>
              </a:endParaRPr>
            </a:p>
          </p:txBody>
        </p:sp>
        <p:sp>
          <p:nvSpPr>
            <p:cNvPr id="697413" name="Oval 69"/>
            <p:cNvSpPr>
              <a:spLocks noChangeArrowheads="1"/>
            </p:cNvSpPr>
            <p:nvPr/>
          </p:nvSpPr>
          <p:spPr bwMode="auto">
            <a:xfrm>
              <a:off x="4944" y="3072"/>
              <a:ext cx="240" cy="24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it-IT" sz="2400" b="1" i="1">
                  <a:latin typeface="Times New Roman" charset="0"/>
                  <a:sym typeface="Symbol" charset="0"/>
                </a:rPr>
                <a:t>t</a:t>
              </a:r>
              <a:endParaRPr lang="it-IT" sz="2400" b="1" i="1">
                <a:latin typeface="Times New Roman" charset="0"/>
              </a:endParaRPr>
            </a:p>
          </p:txBody>
        </p:sp>
        <p:sp>
          <p:nvSpPr>
            <p:cNvPr id="697414" name="Line 70"/>
            <p:cNvSpPr>
              <a:spLocks noChangeShapeType="1"/>
            </p:cNvSpPr>
            <p:nvPr/>
          </p:nvSpPr>
          <p:spPr bwMode="auto">
            <a:xfrm>
              <a:off x="4464" y="2592"/>
              <a:ext cx="528" cy="52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7415" name="Line 71"/>
            <p:cNvSpPr>
              <a:spLocks noChangeShapeType="1"/>
            </p:cNvSpPr>
            <p:nvPr/>
          </p:nvSpPr>
          <p:spPr bwMode="auto">
            <a:xfrm flipV="1">
              <a:off x="4464" y="3264"/>
              <a:ext cx="528" cy="52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7416" name="Text Box 72"/>
            <p:cNvSpPr txBox="1">
              <a:spLocks noChangeArrowheads="1"/>
            </p:cNvSpPr>
            <p:nvPr/>
          </p:nvSpPr>
          <p:spPr bwMode="auto">
            <a:xfrm>
              <a:off x="4512" y="3600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>
                  <a:solidFill>
                    <a:srgbClr val="FF0000"/>
                  </a:solidFill>
                  <a:latin typeface="Times New Roman" charset="0"/>
                </a:rPr>
                <a:t>4</a:t>
              </a:r>
              <a:endParaRPr lang="en-GB" sz="2400" b="1">
                <a:solidFill>
                  <a:srgbClr val="FF0000"/>
                </a:solidFill>
                <a:latin typeface="Times New Roman" charset="0"/>
              </a:endParaRPr>
            </a:p>
          </p:txBody>
        </p:sp>
        <p:sp>
          <p:nvSpPr>
            <p:cNvPr id="697417" name="Text Box 73"/>
            <p:cNvSpPr txBox="1">
              <a:spLocks noChangeArrowheads="1"/>
            </p:cNvSpPr>
            <p:nvPr/>
          </p:nvSpPr>
          <p:spPr bwMode="auto">
            <a:xfrm>
              <a:off x="3264" y="3792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>
                  <a:solidFill>
                    <a:srgbClr val="FF0000"/>
                  </a:solidFill>
                  <a:latin typeface="Times New Roman" charset="0"/>
                </a:rPr>
                <a:t>11</a:t>
              </a:r>
              <a:endParaRPr lang="en-GB" sz="2400" b="1">
                <a:solidFill>
                  <a:srgbClr val="FF0000"/>
                </a:solidFill>
                <a:latin typeface="Times New Roman" charset="0"/>
              </a:endParaRPr>
            </a:p>
          </p:txBody>
        </p:sp>
        <p:sp>
          <p:nvSpPr>
            <p:cNvPr id="697418" name="Text Box 74"/>
            <p:cNvSpPr txBox="1">
              <a:spLocks noChangeArrowheads="1"/>
            </p:cNvSpPr>
            <p:nvPr/>
          </p:nvSpPr>
          <p:spPr bwMode="auto">
            <a:xfrm>
              <a:off x="3264" y="2304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>
                  <a:solidFill>
                    <a:srgbClr val="FF0000"/>
                  </a:solidFill>
                  <a:latin typeface="Times New Roman" charset="0"/>
                </a:rPr>
                <a:t>12</a:t>
              </a:r>
              <a:endParaRPr lang="en-GB" sz="2400" b="1">
                <a:solidFill>
                  <a:srgbClr val="FF0000"/>
                </a:solidFill>
                <a:latin typeface="Times New Roman" charset="0"/>
              </a:endParaRPr>
            </a:p>
          </p:txBody>
        </p:sp>
        <p:sp>
          <p:nvSpPr>
            <p:cNvPr id="697419" name="Text Box 75"/>
            <p:cNvSpPr txBox="1">
              <a:spLocks noChangeArrowheads="1"/>
            </p:cNvSpPr>
            <p:nvPr/>
          </p:nvSpPr>
          <p:spPr bwMode="auto">
            <a:xfrm>
              <a:off x="2304" y="2736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>
                  <a:solidFill>
                    <a:srgbClr val="FF0000"/>
                  </a:solidFill>
                  <a:latin typeface="Times New Roman" charset="0"/>
                </a:rPr>
                <a:t>11</a:t>
              </a:r>
              <a:endParaRPr lang="en-GB" sz="2400" b="1">
                <a:solidFill>
                  <a:srgbClr val="FF0000"/>
                </a:solidFill>
                <a:latin typeface="Times New Roman" charset="0"/>
              </a:endParaRPr>
            </a:p>
          </p:txBody>
        </p:sp>
        <p:sp>
          <p:nvSpPr>
            <p:cNvPr id="697420" name="Text Box 76"/>
            <p:cNvSpPr txBox="1">
              <a:spLocks noChangeArrowheads="1"/>
            </p:cNvSpPr>
            <p:nvPr/>
          </p:nvSpPr>
          <p:spPr bwMode="auto">
            <a:xfrm>
              <a:off x="384" y="3552"/>
              <a:ext cx="1920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hangingPunct="0"/>
              <a:r>
                <a:rPr lang="it-IT">
                  <a:solidFill>
                    <a:srgbClr val="FF0000"/>
                  </a:solidFill>
                  <a:latin typeface="Times New Roman" charset="0"/>
                </a:rPr>
                <a:t>Nuovo flusso</a:t>
              </a:r>
            </a:p>
          </p:txBody>
        </p:sp>
        <p:sp>
          <p:nvSpPr>
            <p:cNvPr id="697421" name="Text Box 77"/>
            <p:cNvSpPr txBox="1">
              <a:spLocks noChangeArrowheads="1"/>
            </p:cNvSpPr>
            <p:nvPr/>
          </p:nvSpPr>
          <p:spPr bwMode="auto">
            <a:xfrm>
              <a:off x="3072" y="3264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>
                  <a:solidFill>
                    <a:srgbClr val="FF0000"/>
                  </a:solidFill>
                  <a:latin typeface="Times New Roman" charset="0"/>
                </a:rPr>
                <a:t>1</a:t>
              </a:r>
              <a:endParaRPr lang="en-GB" sz="2400" b="1">
                <a:solidFill>
                  <a:srgbClr val="FF0000"/>
                </a:solidFill>
                <a:latin typeface="Times New Roman" charset="0"/>
              </a:endParaRPr>
            </a:p>
          </p:txBody>
        </p:sp>
        <p:sp>
          <p:nvSpPr>
            <p:cNvPr id="697422" name="Text Box 78"/>
            <p:cNvSpPr txBox="1">
              <a:spLocks noChangeArrowheads="1"/>
            </p:cNvSpPr>
            <p:nvPr/>
          </p:nvSpPr>
          <p:spPr bwMode="auto">
            <a:xfrm>
              <a:off x="4320" y="3312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>
                  <a:solidFill>
                    <a:srgbClr val="FF0000"/>
                  </a:solidFill>
                  <a:latin typeface="Times New Roman" charset="0"/>
                </a:rPr>
                <a:t>7</a:t>
              </a:r>
              <a:endParaRPr lang="en-GB" sz="2400" b="1">
                <a:solidFill>
                  <a:srgbClr val="FF0000"/>
                </a:solidFill>
                <a:latin typeface="Times New Roman" charset="0"/>
              </a:endParaRPr>
            </a:p>
          </p:txBody>
        </p:sp>
        <p:sp>
          <p:nvSpPr>
            <p:cNvPr id="697423" name="Text Box 79"/>
            <p:cNvSpPr txBox="1">
              <a:spLocks noChangeArrowheads="1"/>
            </p:cNvSpPr>
            <p:nvPr/>
          </p:nvSpPr>
          <p:spPr bwMode="auto">
            <a:xfrm>
              <a:off x="4560" y="2496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>
                  <a:solidFill>
                    <a:srgbClr val="FF0000"/>
                  </a:solidFill>
                  <a:latin typeface="Times New Roman" charset="0"/>
                </a:rPr>
                <a:t>19</a:t>
              </a:r>
              <a:endParaRPr lang="en-GB" sz="2400" b="1">
                <a:solidFill>
                  <a:srgbClr val="FF0000"/>
                </a:solidFill>
                <a:latin typeface="Times New Roman" charset="0"/>
              </a:endParaRPr>
            </a:p>
          </p:txBody>
        </p:sp>
        <p:sp>
          <p:nvSpPr>
            <p:cNvPr id="697424" name="Text Box 80"/>
            <p:cNvSpPr txBox="1">
              <a:spLocks noChangeArrowheads="1"/>
            </p:cNvSpPr>
            <p:nvPr/>
          </p:nvSpPr>
          <p:spPr bwMode="auto">
            <a:xfrm>
              <a:off x="2352" y="3360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>
                  <a:solidFill>
                    <a:srgbClr val="FF0000"/>
                  </a:solidFill>
                  <a:latin typeface="Times New Roman" charset="0"/>
                </a:rPr>
                <a:t>12</a:t>
              </a:r>
              <a:endParaRPr lang="en-GB" sz="2400" b="1">
                <a:solidFill>
                  <a:srgbClr val="FF0000"/>
                </a:solidFill>
                <a:latin typeface="Times New Roman" charset="0"/>
              </a:endParaRPr>
            </a:p>
          </p:txBody>
        </p:sp>
      </p:grp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97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97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9394" name="Group 2"/>
          <p:cNvGrpSpPr>
            <a:grpSpLocks/>
          </p:cNvGrpSpPr>
          <p:nvPr/>
        </p:nvGrpSpPr>
        <p:grpSpPr bwMode="auto">
          <a:xfrm>
            <a:off x="457200" y="457200"/>
            <a:ext cx="7696200" cy="2881313"/>
            <a:chOff x="288" y="288"/>
            <a:chExt cx="4848" cy="1815"/>
          </a:xfrm>
        </p:grpSpPr>
        <p:sp>
          <p:nvSpPr>
            <p:cNvPr id="699395" name="Line 3"/>
            <p:cNvSpPr>
              <a:spLocks noChangeShapeType="1"/>
            </p:cNvSpPr>
            <p:nvPr/>
          </p:nvSpPr>
          <p:spPr bwMode="auto">
            <a:xfrm flipV="1">
              <a:off x="2400" y="576"/>
              <a:ext cx="480" cy="48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9396" name="Oval 4"/>
            <p:cNvSpPr>
              <a:spLocks noChangeArrowheads="1"/>
            </p:cNvSpPr>
            <p:nvPr/>
          </p:nvSpPr>
          <p:spPr bwMode="auto">
            <a:xfrm>
              <a:off x="2832" y="384"/>
              <a:ext cx="240" cy="246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it-IT" sz="2400" b="1" i="1">
                  <a:latin typeface="Times New Roman" charset="0"/>
                  <a:sym typeface="Symbol" charset="0"/>
                </a:rPr>
                <a:t>u</a:t>
              </a:r>
              <a:endParaRPr lang="it-IT" sz="2400" b="1" i="1">
                <a:latin typeface="Times New Roman" charset="0"/>
              </a:endParaRPr>
            </a:p>
          </p:txBody>
        </p:sp>
        <p:sp>
          <p:nvSpPr>
            <p:cNvPr id="699397" name="Text Box 5"/>
            <p:cNvSpPr txBox="1">
              <a:spLocks noChangeArrowheads="1"/>
            </p:cNvSpPr>
            <p:nvPr/>
          </p:nvSpPr>
          <p:spPr bwMode="auto">
            <a:xfrm>
              <a:off x="4656" y="624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>
                  <a:latin typeface="Times New Roman" charset="0"/>
                </a:rPr>
                <a:t>20</a:t>
              </a:r>
              <a:endParaRPr lang="en-GB" sz="2400" b="1">
                <a:latin typeface="Times New Roman" charset="0"/>
              </a:endParaRPr>
            </a:p>
          </p:txBody>
        </p:sp>
        <p:sp>
          <p:nvSpPr>
            <p:cNvPr id="699398" name="Text Box 6"/>
            <p:cNvSpPr txBox="1">
              <a:spLocks noChangeArrowheads="1"/>
            </p:cNvSpPr>
            <p:nvPr/>
          </p:nvSpPr>
          <p:spPr bwMode="auto">
            <a:xfrm>
              <a:off x="3649" y="288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>
                  <a:latin typeface="Times New Roman" charset="0"/>
                </a:rPr>
                <a:t>12</a:t>
              </a:r>
              <a:endParaRPr lang="en-GB" sz="2400" b="1">
                <a:latin typeface="Times New Roman" charset="0"/>
              </a:endParaRPr>
            </a:p>
          </p:txBody>
        </p:sp>
        <p:sp>
          <p:nvSpPr>
            <p:cNvPr id="699399" name="Text Box 7"/>
            <p:cNvSpPr txBox="1">
              <a:spLocks noChangeArrowheads="1"/>
            </p:cNvSpPr>
            <p:nvPr/>
          </p:nvSpPr>
          <p:spPr bwMode="auto">
            <a:xfrm>
              <a:off x="2400" y="576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>
                  <a:latin typeface="Times New Roman" charset="0"/>
                </a:rPr>
                <a:t>16</a:t>
              </a:r>
              <a:endParaRPr lang="en-GB" sz="2400" b="1">
                <a:latin typeface="Times New Roman" charset="0"/>
              </a:endParaRPr>
            </a:p>
          </p:txBody>
        </p:sp>
        <p:sp>
          <p:nvSpPr>
            <p:cNvPr id="699400" name="Oval 8"/>
            <p:cNvSpPr>
              <a:spLocks noChangeArrowheads="1"/>
            </p:cNvSpPr>
            <p:nvPr/>
          </p:nvSpPr>
          <p:spPr bwMode="auto">
            <a:xfrm>
              <a:off x="2208" y="1008"/>
              <a:ext cx="240" cy="24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it-IT" sz="2400" b="1" i="1">
                  <a:latin typeface="Times New Roman" charset="0"/>
                  <a:sym typeface="Symbol" charset="0"/>
                </a:rPr>
                <a:t>s</a:t>
              </a:r>
              <a:endParaRPr lang="it-IT" sz="2400" b="1" i="1">
                <a:latin typeface="Times New Roman" charset="0"/>
              </a:endParaRPr>
            </a:p>
          </p:txBody>
        </p:sp>
        <p:sp>
          <p:nvSpPr>
            <p:cNvPr id="699401" name="Oval 9"/>
            <p:cNvSpPr>
              <a:spLocks noChangeArrowheads="1"/>
            </p:cNvSpPr>
            <p:nvPr/>
          </p:nvSpPr>
          <p:spPr bwMode="auto">
            <a:xfrm>
              <a:off x="4176" y="1728"/>
              <a:ext cx="240" cy="24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it-IT" sz="2400" b="1" i="1">
                  <a:latin typeface="Times New Roman" charset="0"/>
                  <a:sym typeface="Symbol" charset="0"/>
                </a:rPr>
                <a:t>y</a:t>
              </a:r>
              <a:endParaRPr lang="it-IT" sz="2400" b="1" i="1">
                <a:latin typeface="Times New Roman" charset="0"/>
              </a:endParaRPr>
            </a:p>
          </p:txBody>
        </p:sp>
        <p:sp>
          <p:nvSpPr>
            <p:cNvPr id="699402" name="Oval 10"/>
            <p:cNvSpPr>
              <a:spLocks noChangeArrowheads="1"/>
            </p:cNvSpPr>
            <p:nvPr/>
          </p:nvSpPr>
          <p:spPr bwMode="auto">
            <a:xfrm>
              <a:off x="2832" y="1680"/>
              <a:ext cx="240" cy="24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it-IT" sz="2400" b="1" i="1">
                  <a:latin typeface="Times New Roman" charset="0"/>
                  <a:sym typeface="Symbol" charset="0"/>
                </a:rPr>
                <a:t>x</a:t>
              </a:r>
              <a:endParaRPr lang="it-IT" sz="2400" b="1" i="1">
                <a:latin typeface="Times New Roman" charset="0"/>
              </a:endParaRPr>
            </a:p>
          </p:txBody>
        </p:sp>
        <p:sp>
          <p:nvSpPr>
            <p:cNvPr id="699403" name="Oval 11"/>
            <p:cNvSpPr>
              <a:spLocks noChangeArrowheads="1"/>
            </p:cNvSpPr>
            <p:nvPr/>
          </p:nvSpPr>
          <p:spPr bwMode="auto">
            <a:xfrm>
              <a:off x="4176" y="384"/>
              <a:ext cx="240" cy="24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it-IT" sz="2400" b="1" i="1">
                  <a:latin typeface="Times New Roman" charset="0"/>
                  <a:sym typeface="Symbol" charset="0"/>
                </a:rPr>
                <a:t>v</a:t>
              </a:r>
              <a:endParaRPr lang="it-IT" sz="2400" b="1" i="1">
                <a:latin typeface="Times New Roman" charset="0"/>
              </a:endParaRPr>
            </a:p>
          </p:txBody>
        </p:sp>
        <p:sp>
          <p:nvSpPr>
            <p:cNvPr id="699404" name="Line 12"/>
            <p:cNvSpPr>
              <a:spLocks noChangeShapeType="1"/>
            </p:cNvSpPr>
            <p:nvPr/>
          </p:nvSpPr>
          <p:spPr bwMode="auto">
            <a:xfrm>
              <a:off x="2400" y="1248"/>
              <a:ext cx="480" cy="48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9405" name="Line 13"/>
            <p:cNvSpPr>
              <a:spLocks noChangeShapeType="1"/>
            </p:cNvSpPr>
            <p:nvPr/>
          </p:nvSpPr>
          <p:spPr bwMode="auto">
            <a:xfrm flipH="1">
              <a:off x="2928" y="624"/>
              <a:ext cx="0" cy="107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9406" name="Line 14"/>
            <p:cNvSpPr>
              <a:spLocks noChangeShapeType="1"/>
            </p:cNvSpPr>
            <p:nvPr/>
          </p:nvSpPr>
          <p:spPr bwMode="auto">
            <a:xfrm flipV="1">
              <a:off x="4320" y="624"/>
              <a:ext cx="0" cy="110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9407" name="Line 15"/>
            <p:cNvSpPr>
              <a:spLocks noChangeShapeType="1"/>
            </p:cNvSpPr>
            <p:nvPr/>
          </p:nvSpPr>
          <p:spPr bwMode="auto">
            <a:xfrm>
              <a:off x="3072" y="1824"/>
              <a:ext cx="110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9408" name="Line 16"/>
            <p:cNvSpPr>
              <a:spLocks noChangeShapeType="1"/>
            </p:cNvSpPr>
            <p:nvPr/>
          </p:nvSpPr>
          <p:spPr bwMode="auto">
            <a:xfrm flipV="1">
              <a:off x="3072" y="528"/>
              <a:ext cx="110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9409" name="Line 17"/>
            <p:cNvSpPr>
              <a:spLocks noChangeShapeType="1"/>
            </p:cNvSpPr>
            <p:nvPr/>
          </p:nvSpPr>
          <p:spPr bwMode="auto">
            <a:xfrm flipH="1" flipV="1">
              <a:off x="3024" y="624"/>
              <a:ext cx="0" cy="105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9410" name="Text Box 18"/>
            <p:cNvSpPr txBox="1">
              <a:spLocks noChangeArrowheads="1"/>
            </p:cNvSpPr>
            <p:nvPr/>
          </p:nvSpPr>
          <p:spPr bwMode="auto">
            <a:xfrm>
              <a:off x="2448" y="1488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>
                  <a:latin typeface="Times New Roman" charset="0"/>
                </a:rPr>
                <a:t>13</a:t>
              </a:r>
              <a:endParaRPr lang="en-GB" sz="2400" b="1">
                <a:latin typeface="Times New Roman" charset="0"/>
              </a:endParaRPr>
            </a:p>
          </p:txBody>
        </p:sp>
        <p:sp>
          <p:nvSpPr>
            <p:cNvPr id="699411" name="Text Box 19"/>
            <p:cNvSpPr txBox="1">
              <a:spLocks noChangeArrowheads="1"/>
            </p:cNvSpPr>
            <p:nvPr/>
          </p:nvSpPr>
          <p:spPr bwMode="auto">
            <a:xfrm>
              <a:off x="2640" y="1008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>
                  <a:latin typeface="Times New Roman" charset="0"/>
                </a:rPr>
                <a:t>10</a:t>
              </a:r>
              <a:endParaRPr lang="en-GB" sz="2400" b="1">
                <a:latin typeface="Times New Roman" charset="0"/>
              </a:endParaRPr>
            </a:p>
          </p:txBody>
        </p:sp>
        <p:sp>
          <p:nvSpPr>
            <p:cNvPr id="699412" name="Text Box 20"/>
            <p:cNvSpPr txBox="1">
              <a:spLocks noChangeArrowheads="1"/>
            </p:cNvSpPr>
            <p:nvPr/>
          </p:nvSpPr>
          <p:spPr bwMode="auto">
            <a:xfrm>
              <a:off x="4272" y="1008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>
                  <a:latin typeface="Times New Roman" charset="0"/>
                </a:rPr>
                <a:t>7</a:t>
              </a:r>
              <a:endParaRPr lang="en-GB" sz="2400" b="1">
                <a:latin typeface="Times New Roman" charset="0"/>
              </a:endParaRPr>
            </a:p>
          </p:txBody>
        </p:sp>
        <p:sp>
          <p:nvSpPr>
            <p:cNvPr id="699413" name="Text Box 21"/>
            <p:cNvSpPr txBox="1">
              <a:spLocks noChangeArrowheads="1"/>
            </p:cNvSpPr>
            <p:nvPr/>
          </p:nvSpPr>
          <p:spPr bwMode="auto">
            <a:xfrm>
              <a:off x="3024" y="1008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>
                  <a:latin typeface="Times New Roman" charset="0"/>
                </a:rPr>
                <a:t>4</a:t>
              </a:r>
              <a:endParaRPr lang="en-GB" sz="2400" b="1">
                <a:latin typeface="Times New Roman" charset="0"/>
              </a:endParaRPr>
            </a:p>
          </p:txBody>
        </p:sp>
        <p:sp>
          <p:nvSpPr>
            <p:cNvPr id="699414" name="Text Box 22"/>
            <p:cNvSpPr txBox="1">
              <a:spLocks noChangeArrowheads="1"/>
            </p:cNvSpPr>
            <p:nvPr/>
          </p:nvSpPr>
          <p:spPr bwMode="auto">
            <a:xfrm>
              <a:off x="3649" y="1815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>
                  <a:latin typeface="Times New Roman" charset="0"/>
                </a:rPr>
                <a:t>14</a:t>
              </a:r>
              <a:endParaRPr lang="en-GB" sz="2400" b="1">
                <a:latin typeface="Times New Roman" charset="0"/>
              </a:endParaRPr>
            </a:p>
          </p:txBody>
        </p:sp>
        <p:sp>
          <p:nvSpPr>
            <p:cNvPr id="699415" name="Text Box 23"/>
            <p:cNvSpPr txBox="1">
              <a:spLocks noChangeArrowheads="1"/>
            </p:cNvSpPr>
            <p:nvPr/>
          </p:nvSpPr>
          <p:spPr bwMode="auto">
            <a:xfrm>
              <a:off x="3648" y="1056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>
                  <a:latin typeface="Times New Roman" charset="0"/>
                </a:rPr>
                <a:t>9</a:t>
              </a:r>
              <a:endParaRPr lang="en-GB" sz="2400" b="1">
                <a:latin typeface="Times New Roman" charset="0"/>
              </a:endParaRPr>
            </a:p>
          </p:txBody>
        </p:sp>
        <p:sp>
          <p:nvSpPr>
            <p:cNvPr id="699416" name="Line 24"/>
            <p:cNvSpPr>
              <a:spLocks noChangeShapeType="1"/>
            </p:cNvSpPr>
            <p:nvPr/>
          </p:nvSpPr>
          <p:spPr bwMode="auto">
            <a:xfrm flipH="1">
              <a:off x="3072" y="576"/>
              <a:ext cx="1152" cy="115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9417" name="Text Box 25"/>
            <p:cNvSpPr txBox="1">
              <a:spLocks noChangeArrowheads="1"/>
            </p:cNvSpPr>
            <p:nvPr/>
          </p:nvSpPr>
          <p:spPr bwMode="auto">
            <a:xfrm>
              <a:off x="4656" y="1392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>
                  <a:latin typeface="Times New Roman" charset="0"/>
                </a:rPr>
                <a:t>4</a:t>
              </a:r>
              <a:endParaRPr lang="en-GB" sz="2400" b="1">
                <a:latin typeface="Times New Roman" charset="0"/>
              </a:endParaRPr>
            </a:p>
          </p:txBody>
        </p:sp>
        <p:sp>
          <p:nvSpPr>
            <p:cNvPr id="699418" name="Oval 26"/>
            <p:cNvSpPr>
              <a:spLocks noChangeArrowheads="1"/>
            </p:cNvSpPr>
            <p:nvPr/>
          </p:nvSpPr>
          <p:spPr bwMode="auto">
            <a:xfrm>
              <a:off x="4896" y="1056"/>
              <a:ext cx="240" cy="24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it-IT" sz="2400" b="1" i="1">
                  <a:latin typeface="Times New Roman" charset="0"/>
                  <a:sym typeface="Symbol" charset="0"/>
                </a:rPr>
                <a:t>t</a:t>
              </a:r>
              <a:endParaRPr lang="it-IT" sz="2400" b="1" i="1">
                <a:latin typeface="Times New Roman" charset="0"/>
              </a:endParaRPr>
            </a:p>
          </p:txBody>
        </p:sp>
        <p:sp>
          <p:nvSpPr>
            <p:cNvPr id="699419" name="Line 27"/>
            <p:cNvSpPr>
              <a:spLocks noChangeShapeType="1"/>
            </p:cNvSpPr>
            <p:nvPr/>
          </p:nvSpPr>
          <p:spPr bwMode="auto">
            <a:xfrm>
              <a:off x="4416" y="576"/>
              <a:ext cx="528" cy="52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9420" name="Line 28"/>
            <p:cNvSpPr>
              <a:spLocks noChangeShapeType="1"/>
            </p:cNvSpPr>
            <p:nvPr/>
          </p:nvSpPr>
          <p:spPr bwMode="auto">
            <a:xfrm flipV="1">
              <a:off x="4416" y="1248"/>
              <a:ext cx="528" cy="52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9421" name="Text Box 29"/>
            <p:cNvSpPr txBox="1">
              <a:spLocks noChangeArrowheads="1"/>
            </p:cNvSpPr>
            <p:nvPr/>
          </p:nvSpPr>
          <p:spPr bwMode="auto">
            <a:xfrm>
              <a:off x="4464" y="1584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>
                  <a:solidFill>
                    <a:srgbClr val="FF0000"/>
                  </a:solidFill>
                  <a:latin typeface="Times New Roman" charset="0"/>
                </a:rPr>
                <a:t>4</a:t>
              </a:r>
              <a:endParaRPr lang="en-GB" sz="2400" b="1">
                <a:solidFill>
                  <a:srgbClr val="FF0000"/>
                </a:solidFill>
                <a:latin typeface="Times New Roman" charset="0"/>
              </a:endParaRPr>
            </a:p>
          </p:txBody>
        </p:sp>
        <p:sp>
          <p:nvSpPr>
            <p:cNvPr id="699422" name="Text Box 30"/>
            <p:cNvSpPr txBox="1">
              <a:spLocks noChangeArrowheads="1"/>
            </p:cNvSpPr>
            <p:nvPr/>
          </p:nvSpPr>
          <p:spPr bwMode="auto">
            <a:xfrm>
              <a:off x="3216" y="1776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>
                  <a:solidFill>
                    <a:srgbClr val="FF0000"/>
                  </a:solidFill>
                  <a:latin typeface="Times New Roman" charset="0"/>
                </a:rPr>
                <a:t>11</a:t>
              </a:r>
              <a:endParaRPr lang="en-GB" sz="2400" b="1">
                <a:solidFill>
                  <a:srgbClr val="FF0000"/>
                </a:solidFill>
                <a:latin typeface="Times New Roman" charset="0"/>
              </a:endParaRPr>
            </a:p>
          </p:txBody>
        </p:sp>
        <p:sp>
          <p:nvSpPr>
            <p:cNvPr id="699423" name="Text Box 31"/>
            <p:cNvSpPr txBox="1">
              <a:spLocks noChangeArrowheads="1"/>
            </p:cNvSpPr>
            <p:nvPr/>
          </p:nvSpPr>
          <p:spPr bwMode="auto">
            <a:xfrm>
              <a:off x="3216" y="288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>
                  <a:solidFill>
                    <a:srgbClr val="FF0000"/>
                  </a:solidFill>
                  <a:latin typeface="Times New Roman" charset="0"/>
                </a:rPr>
                <a:t>12</a:t>
              </a:r>
              <a:endParaRPr lang="en-GB" sz="2400" b="1">
                <a:solidFill>
                  <a:srgbClr val="FF0000"/>
                </a:solidFill>
                <a:latin typeface="Times New Roman" charset="0"/>
              </a:endParaRPr>
            </a:p>
          </p:txBody>
        </p:sp>
        <p:sp>
          <p:nvSpPr>
            <p:cNvPr id="699424" name="Text Box 32"/>
            <p:cNvSpPr txBox="1">
              <a:spLocks noChangeArrowheads="1"/>
            </p:cNvSpPr>
            <p:nvPr/>
          </p:nvSpPr>
          <p:spPr bwMode="auto">
            <a:xfrm>
              <a:off x="2256" y="720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>
                  <a:solidFill>
                    <a:srgbClr val="FF0000"/>
                  </a:solidFill>
                  <a:latin typeface="Times New Roman" charset="0"/>
                </a:rPr>
                <a:t>11</a:t>
              </a:r>
              <a:endParaRPr lang="en-GB" sz="2400" b="1">
                <a:solidFill>
                  <a:srgbClr val="FF0000"/>
                </a:solidFill>
                <a:latin typeface="Times New Roman" charset="0"/>
              </a:endParaRPr>
            </a:p>
          </p:txBody>
        </p:sp>
        <p:sp>
          <p:nvSpPr>
            <p:cNvPr id="699425" name="Text Box 33"/>
            <p:cNvSpPr txBox="1">
              <a:spLocks noChangeArrowheads="1"/>
            </p:cNvSpPr>
            <p:nvPr/>
          </p:nvSpPr>
          <p:spPr bwMode="auto">
            <a:xfrm>
              <a:off x="288" y="384"/>
              <a:ext cx="1920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hangingPunct="0"/>
              <a:r>
                <a:rPr lang="it-IT">
                  <a:solidFill>
                    <a:srgbClr val="FF0000"/>
                  </a:solidFill>
                  <a:latin typeface="Times New Roman" charset="0"/>
                </a:rPr>
                <a:t>Nuovo flusso</a:t>
              </a:r>
            </a:p>
          </p:txBody>
        </p:sp>
        <p:sp>
          <p:nvSpPr>
            <p:cNvPr id="699426" name="Text Box 34"/>
            <p:cNvSpPr txBox="1">
              <a:spLocks noChangeArrowheads="1"/>
            </p:cNvSpPr>
            <p:nvPr/>
          </p:nvSpPr>
          <p:spPr bwMode="auto">
            <a:xfrm>
              <a:off x="3024" y="1248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>
                  <a:solidFill>
                    <a:srgbClr val="FF0000"/>
                  </a:solidFill>
                  <a:latin typeface="Times New Roman" charset="0"/>
                </a:rPr>
                <a:t>1</a:t>
              </a:r>
              <a:endParaRPr lang="en-GB" sz="2400" b="1">
                <a:solidFill>
                  <a:srgbClr val="FF0000"/>
                </a:solidFill>
                <a:latin typeface="Times New Roman" charset="0"/>
              </a:endParaRPr>
            </a:p>
          </p:txBody>
        </p:sp>
        <p:sp>
          <p:nvSpPr>
            <p:cNvPr id="699427" name="Text Box 35"/>
            <p:cNvSpPr txBox="1">
              <a:spLocks noChangeArrowheads="1"/>
            </p:cNvSpPr>
            <p:nvPr/>
          </p:nvSpPr>
          <p:spPr bwMode="auto">
            <a:xfrm>
              <a:off x="4272" y="1296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>
                  <a:solidFill>
                    <a:srgbClr val="FF0000"/>
                  </a:solidFill>
                  <a:latin typeface="Times New Roman" charset="0"/>
                </a:rPr>
                <a:t>7</a:t>
              </a:r>
              <a:endParaRPr lang="en-GB" sz="2400" b="1">
                <a:solidFill>
                  <a:srgbClr val="FF0000"/>
                </a:solidFill>
                <a:latin typeface="Times New Roman" charset="0"/>
              </a:endParaRPr>
            </a:p>
          </p:txBody>
        </p:sp>
        <p:sp>
          <p:nvSpPr>
            <p:cNvPr id="699428" name="Text Box 36"/>
            <p:cNvSpPr txBox="1">
              <a:spLocks noChangeArrowheads="1"/>
            </p:cNvSpPr>
            <p:nvPr/>
          </p:nvSpPr>
          <p:spPr bwMode="auto">
            <a:xfrm>
              <a:off x="4512" y="480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>
                  <a:solidFill>
                    <a:srgbClr val="FF0000"/>
                  </a:solidFill>
                  <a:latin typeface="Times New Roman" charset="0"/>
                </a:rPr>
                <a:t>19</a:t>
              </a:r>
              <a:endParaRPr lang="en-GB" sz="2400" b="1">
                <a:solidFill>
                  <a:srgbClr val="FF0000"/>
                </a:solidFill>
                <a:latin typeface="Times New Roman" charset="0"/>
              </a:endParaRPr>
            </a:p>
          </p:txBody>
        </p:sp>
        <p:sp>
          <p:nvSpPr>
            <p:cNvPr id="699429" name="Text Box 37"/>
            <p:cNvSpPr txBox="1">
              <a:spLocks noChangeArrowheads="1"/>
            </p:cNvSpPr>
            <p:nvPr/>
          </p:nvSpPr>
          <p:spPr bwMode="auto">
            <a:xfrm>
              <a:off x="2304" y="1344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>
                  <a:solidFill>
                    <a:srgbClr val="FF0000"/>
                  </a:solidFill>
                  <a:latin typeface="Times New Roman" charset="0"/>
                </a:rPr>
                <a:t>12</a:t>
              </a:r>
              <a:endParaRPr lang="en-GB" sz="2400" b="1">
                <a:solidFill>
                  <a:srgbClr val="FF0000"/>
                </a:solidFill>
                <a:latin typeface="Times New Roman" charset="0"/>
              </a:endParaRPr>
            </a:p>
          </p:txBody>
        </p:sp>
      </p:grpSp>
      <p:grpSp>
        <p:nvGrpSpPr>
          <p:cNvPr id="699430" name="Group 38"/>
          <p:cNvGrpSpPr>
            <a:grpSpLocks/>
          </p:cNvGrpSpPr>
          <p:nvPr/>
        </p:nvGrpSpPr>
        <p:grpSpPr bwMode="auto">
          <a:xfrm>
            <a:off x="457200" y="3429000"/>
            <a:ext cx="7696200" cy="2971800"/>
            <a:chOff x="288" y="2160"/>
            <a:chExt cx="4848" cy="1872"/>
          </a:xfrm>
        </p:grpSpPr>
        <p:sp>
          <p:nvSpPr>
            <p:cNvPr id="699431" name="Line 39"/>
            <p:cNvSpPr>
              <a:spLocks noChangeShapeType="1"/>
            </p:cNvSpPr>
            <p:nvPr/>
          </p:nvSpPr>
          <p:spPr bwMode="auto">
            <a:xfrm flipV="1">
              <a:off x="2400" y="2496"/>
              <a:ext cx="432" cy="43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9432" name="Oval 40"/>
            <p:cNvSpPr>
              <a:spLocks noChangeArrowheads="1"/>
            </p:cNvSpPr>
            <p:nvPr/>
          </p:nvSpPr>
          <p:spPr bwMode="auto">
            <a:xfrm>
              <a:off x="2832" y="2304"/>
              <a:ext cx="240" cy="246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it-IT" sz="2400" b="1" i="1">
                  <a:latin typeface="Times New Roman" charset="0"/>
                  <a:sym typeface="Symbol" charset="0"/>
                </a:rPr>
                <a:t>u</a:t>
              </a:r>
              <a:endParaRPr lang="it-IT" sz="2400" b="1" i="1">
                <a:latin typeface="Times New Roman" charset="0"/>
              </a:endParaRPr>
            </a:p>
          </p:txBody>
        </p:sp>
        <p:sp>
          <p:nvSpPr>
            <p:cNvPr id="699433" name="Text Box 41"/>
            <p:cNvSpPr txBox="1">
              <a:spLocks noChangeArrowheads="1"/>
            </p:cNvSpPr>
            <p:nvPr/>
          </p:nvSpPr>
          <p:spPr bwMode="auto">
            <a:xfrm>
              <a:off x="4656" y="2544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>
                  <a:latin typeface="Times New Roman" charset="0"/>
                </a:rPr>
                <a:t>1</a:t>
              </a:r>
              <a:endParaRPr lang="en-GB" sz="2400" b="1">
                <a:latin typeface="Times New Roman" charset="0"/>
              </a:endParaRPr>
            </a:p>
          </p:txBody>
        </p:sp>
        <p:sp>
          <p:nvSpPr>
            <p:cNvPr id="699434" name="Text Box 42"/>
            <p:cNvSpPr txBox="1">
              <a:spLocks noChangeArrowheads="1"/>
            </p:cNvSpPr>
            <p:nvPr/>
          </p:nvSpPr>
          <p:spPr bwMode="auto">
            <a:xfrm>
              <a:off x="2592" y="2688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>
                  <a:latin typeface="Times New Roman" charset="0"/>
                </a:rPr>
                <a:t>11</a:t>
              </a:r>
              <a:endParaRPr lang="en-GB" sz="2400" b="1">
                <a:latin typeface="Times New Roman" charset="0"/>
              </a:endParaRPr>
            </a:p>
          </p:txBody>
        </p:sp>
        <p:sp>
          <p:nvSpPr>
            <p:cNvPr id="699435" name="Oval 43"/>
            <p:cNvSpPr>
              <a:spLocks noChangeArrowheads="1"/>
            </p:cNvSpPr>
            <p:nvPr/>
          </p:nvSpPr>
          <p:spPr bwMode="auto">
            <a:xfrm>
              <a:off x="2208" y="2928"/>
              <a:ext cx="240" cy="24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it-IT" sz="2400" b="1" i="1">
                  <a:latin typeface="Times New Roman" charset="0"/>
                  <a:sym typeface="Symbol" charset="0"/>
                </a:rPr>
                <a:t>s</a:t>
              </a:r>
              <a:endParaRPr lang="it-IT" sz="2400" b="1" i="1">
                <a:latin typeface="Times New Roman" charset="0"/>
              </a:endParaRPr>
            </a:p>
          </p:txBody>
        </p:sp>
        <p:sp>
          <p:nvSpPr>
            <p:cNvPr id="699436" name="Oval 44"/>
            <p:cNvSpPr>
              <a:spLocks noChangeArrowheads="1"/>
            </p:cNvSpPr>
            <p:nvPr/>
          </p:nvSpPr>
          <p:spPr bwMode="auto">
            <a:xfrm>
              <a:off x="4176" y="3648"/>
              <a:ext cx="240" cy="24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it-IT" sz="2400" b="1" i="1">
                  <a:latin typeface="Times New Roman" charset="0"/>
                  <a:sym typeface="Symbol" charset="0"/>
                </a:rPr>
                <a:t>y</a:t>
              </a:r>
              <a:endParaRPr lang="it-IT" sz="2400" b="1" i="1">
                <a:latin typeface="Times New Roman" charset="0"/>
              </a:endParaRPr>
            </a:p>
          </p:txBody>
        </p:sp>
        <p:sp>
          <p:nvSpPr>
            <p:cNvPr id="699437" name="Oval 45"/>
            <p:cNvSpPr>
              <a:spLocks noChangeArrowheads="1"/>
            </p:cNvSpPr>
            <p:nvPr/>
          </p:nvSpPr>
          <p:spPr bwMode="auto">
            <a:xfrm>
              <a:off x="2832" y="3600"/>
              <a:ext cx="240" cy="24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it-IT" sz="2400" b="1" i="1">
                  <a:latin typeface="Times New Roman" charset="0"/>
                  <a:sym typeface="Symbol" charset="0"/>
                </a:rPr>
                <a:t>x</a:t>
              </a:r>
              <a:endParaRPr lang="it-IT" sz="2400" b="1" i="1">
                <a:latin typeface="Times New Roman" charset="0"/>
              </a:endParaRPr>
            </a:p>
          </p:txBody>
        </p:sp>
        <p:sp>
          <p:nvSpPr>
            <p:cNvPr id="699438" name="Oval 46"/>
            <p:cNvSpPr>
              <a:spLocks noChangeArrowheads="1"/>
            </p:cNvSpPr>
            <p:nvPr/>
          </p:nvSpPr>
          <p:spPr bwMode="auto">
            <a:xfrm>
              <a:off x="4176" y="2304"/>
              <a:ext cx="240" cy="24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it-IT" sz="2400" b="1" i="1">
                  <a:latin typeface="Times New Roman" charset="0"/>
                  <a:sym typeface="Symbol" charset="0"/>
                </a:rPr>
                <a:t>v</a:t>
              </a:r>
              <a:endParaRPr lang="it-IT" sz="2400" b="1" i="1">
                <a:latin typeface="Times New Roman" charset="0"/>
              </a:endParaRPr>
            </a:p>
          </p:txBody>
        </p:sp>
        <p:sp>
          <p:nvSpPr>
            <p:cNvPr id="699439" name="Line 47"/>
            <p:cNvSpPr>
              <a:spLocks noChangeShapeType="1"/>
            </p:cNvSpPr>
            <p:nvPr/>
          </p:nvSpPr>
          <p:spPr bwMode="auto">
            <a:xfrm>
              <a:off x="2400" y="3120"/>
              <a:ext cx="480" cy="48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9440" name="Line 48"/>
            <p:cNvSpPr>
              <a:spLocks noChangeShapeType="1"/>
            </p:cNvSpPr>
            <p:nvPr/>
          </p:nvSpPr>
          <p:spPr bwMode="auto">
            <a:xfrm flipH="1">
              <a:off x="2928" y="2544"/>
              <a:ext cx="0" cy="107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9441" name="Line 49"/>
            <p:cNvSpPr>
              <a:spLocks noChangeShapeType="1"/>
            </p:cNvSpPr>
            <p:nvPr/>
          </p:nvSpPr>
          <p:spPr bwMode="auto">
            <a:xfrm flipV="1">
              <a:off x="4320" y="2544"/>
              <a:ext cx="0" cy="110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9442" name="Line 50"/>
            <p:cNvSpPr>
              <a:spLocks noChangeShapeType="1"/>
            </p:cNvSpPr>
            <p:nvPr/>
          </p:nvSpPr>
          <p:spPr bwMode="auto">
            <a:xfrm>
              <a:off x="3072" y="3792"/>
              <a:ext cx="110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9443" name="Line 51"/>
            <p:cNvSpPr>
              <a:spLocks noChangeShapeType="1"/>
            </p:cNvSpPr>
            <p:nvPr/>
          </p:nvSpPr>
          <p:spPr bwMode="auto">
            <a:xfrm flipH="1" flipV="1">
              <a:off x="3024" y="2544"/>
              <a:ext cx="0" cy="105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9444" name="Text Box 52"/>
            <p:cNvSpPr txBox="1">
              <a:spLocks noChangeArrowheads="1"/>
            </p:cNvSpPr>
            <p:nvPr/>
          </p:nvSpPr>
          <p:spPr bwMode="auto">
            <a:xfrm>
              <a:off x="2400" y="3360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>
                  <a:latin typeface="Times New Roman" charset="0"/>
                </a:rPr>
                <a:t>1</a:t>
              </a:r>
              <a:endParaRPr lang="en-GB" sz="2400" b="1">
                <a:latin typeface="Times New Roman" charset="0"/>
              </a:endParaRPr>
            </a:p>
          </p:txBody>
        </p:sp>
        <p:sp>
          <p:nvSpPr>
            <p:cNvPr id="699445" name="Text Box 53"/>
            <p:cNvSpPr txBox="1">
              <a:spLocks noChangeArrowheads="1"/>
            </p:cNvSpPr>
            <p:nvPr/>
          </p:nvSpPr>
          <p:spPr bwMode="auto">
            <a:xfrm>
              <a:off x="3024" y="2928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>
                  <a:latin typeface="Times New Roman" charset="0"/>
                </a:rPr>
                <a:t>3</a:t>
              </a:r>
              <a:endParaRPr lang="en-GB" sz="2400" b="1">
                <a:latin typeface="Times New Roman" charset="0"/>
              </a:endParaRPr>
            </a:p>
          </p:txBody>
        </p:sp>
        <p:sp>
          <p:nvSpPr>
            <p:cNvPr id="699446" name="Text Box 54"/>
            <p:cNvSpPr txBox="1">
              <a:spLocks noChangeArrowheads="1"/>
            </p:cNvSpPr>
            <p:nvPr/>
          </p:nvSpPr>
          <p:spPr bwMode="auto">
            <a:xfrm>
              <a:off x="4272" y="3024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>
                  <a:latin typeface="Times New Roman" charset="0"/>
                </a:rPr>
                <a:t>7</a:t>
              </a:r>
              <a:endParaRPr lang="en-GB" sz="2400" b="1">
                <a:latin typeface="Times New Roman" charset="0"/>
              </a:endParaRPr>
            </a:p>
          </p:txBody>
        </p:sp>
        <p:sp>
          <p:nvSpPr>
            <p:cNvPr id="699447" name="Text Box 55"/>
            <p:cNvSpPr txBox="1">
              <a:spLocks noChangeArrowheads="1"/>
            </p:cNvSpPr>
            <p:nvPr/>
          </p:nvSpPr>
          <p:spPr bwMode="auto">
            <a:xfrm>
              <a:off x="2688" y="2928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>
                  <a:latin typeface="Times New Roman" charset="0"/>
                </a:rPr>
                <a:t>11</a:t>
              </a:r>
              <a:endParaRPr lang="en-GB" sz="2400" b="1">
                <a:latin typeface="Times New Roman" charset="0"/>
              </a:endParaRPr>
            </a:p>
          </p:txBody>
        </p:sp>
        <p:sp>
          <p:nvSpPr>
            <p:cNvPr id="699448" name="Text Box 56"/>
            <p:cNvSpPr txBox="1">
              <a:spLocks noChangeArrowheads="1"/>
            </p:cNvSpPr>
            <p:nvPr/>
          </p:nvSpPr>
          <p:spPr bwMode="auto">
            <a:xfrm>
              <a:off x="3648" y="3744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>
                  <a:latin typeface="Times New Roman" charset="0"/>
                </a:rPr>
                <a:t>3</a:t>
              </a:r>
              <a:endParaRPr lang="en-GB" sz="2400" b="1">
                <a:latin typeface="Times New Roman" charset="0"/>
              </a:endParaRPr>
            </a:p>
          </p:txBody>
        </p:sp>
        <p:sp>
          <p:nvSpPr>
            <p:cNvPr id="699449" name="Text Box 57"/>
            <p:cNvSpPr txBox="1">
              <a:spLocks noChangeArrowheads="1"/>
            </p:cNvSpPr>
            <p:nvPr/>
          </p:nvSpPr>
          <p:spPr bwMode="auto">
            <a:xfrm>
              <a:off x="3648" y="2976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>
                  <a:latin typeface="Times New Roman" charset="0"/>
                </a:rPr>
                <a:t>9</a:t>
              </a:r>
              <a:endParaRPr lang="en-GB" sz="2400" b="1">
                <a:latin typeface="Times New Roman" charset="0"/>
              </a:endParaRPr>
            </a:p>
          </p:txBody>
        </p:sp>
        <p:sp>
          <p:nvSpPr>
            <p:cNvPr id="699450" name="Text Box 58"/>
            <p:cNvSpPr txBox="1">
              <a:spLocks noChangeArrowheads="1"/>
            </p:cNvSpPr>
            <p:nvPr/>
          </p:nvSpPr>
          <p:spPr bwMode="auto">
            <a:xfrm>
              <a:off x="4560" y="3168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>
                  <a:latin typeface="Times New Roman" charset="0"/>
                </a:rPr>
                <a:t>4</a:t>
              </a:r>
              <a:endParaRPr lang="en-GB" sz="2400" b="1">
                <a:latin typeface="Times New Roman" charset="0"/>
              </a:endParaRPr>
            </a:p>
          </p:txBody>
        </p:sp>
        <p:sp>
          <p:nvSpPr>
            <p:cNvPr id="699451" name="Oval 59"/>
            <p:cNvSpPr>
              <a:spLocks noChangeArrowheads="1"/>
            </p:cNvSpPr>
            <p:nvPr/>
          </p:nvSpPr>
          <p:spPr bwMode="auto">
            <a:xfrm>
              <a:off x="4896" y="2976"/>
              <a:ext cx="240" cy="24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it-IT" sz="2400" b="1" i="1">
                  <a:latin typeface="Times New Roman" charset="0"/>
                  <a:sym typeface="Symbol" charset="0"/>
                </a:rPr>
                <a:t>t</a:t>
              </a:r>
              <a:endParaRPr lang="it-IT" sz="2400" b="1" i="1">
                <a:latin typeface="Times New Roman" charset="0"/>
              </a:endParaRPr>
            </a:p>
          </p:txBody>
        </p:sp>
        <p:sp>
          <p:nvSpPr>
            <p:cNvPr id="699452" name="Line 60"/>
            <p:cNvSpPr>
              <a:spLocks noChangeShapeType="1"/>
            </p:cNvSpPr>
            <p:nvPr/>
          </p:nvSpPr>
          <p:spPr bwMode="auto">
            <a:xfrm>
              <a:off x="4368" y="2544"/>
              <a:ext cx="528" cy="52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9453" name="Line 61"/>
            <p:cNvSpPr>
              <a:spLocks noChangeShapeType="1"/>
            </p:cNvSpPr>
            <p:nvPr/>
          </p:nvSpPr>
          <p:spPr bwMode="auto">
            <a:xfrm flipV="1">
              <a:off x="4416" y="3168"/>
              <a:ext cx="528" cy="52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9454" name="Text Box 62"/>
            <p:cNvSpPr txBox="1">
              <a:spLocks noChangeArrowheads="1"/>
            </p:cNvSpPr>
            <p:nvPr/>
          </p:nvSpPr>
          <p:spPr bwMode="auto">
            <a:xfrm>
              <a:off x="288" y="2256"/>
              <a:ext cx="1440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hangingPunct="0"/>
              <a:r>
                <a:rPr lang="it-IT">
                  <a:latin typeface="Times New Roman" charset="0"/>
                </a:rPr>
                <a:t>Rete residua</a:t>
              </a:r>
            </a:p>
          </p:txBody>
        </p:sp>
        <p:sp>
          <p:nvSpPr>
            <p:cNvPr id="699455" name="Line 63"/>
            <p:cNvSpPr>
              <a:spLocks noChangeShapeType="1"/>
            </p:cNvSpPr>
            <p:nvPr/>
          </p:nvSpPr>
          <p:spPr bwMode="auto">
            <a:xfrm flipV="1">
              <a:off x="2448" y="2544"/>
              <a:ext cx="432" cy="43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9456" name="Text Box 64"/>
            <p:cNvSpPr txBox="1">
              <a:spLocks noChangeArrowheads="1"/>
            </p:cNvSpPr>
            <p:nvPr/>
          </p:nvSpPr>
          <p:spPr bwMode="auto">
            <a:xfrm>
              <a:off x="2448" y="2496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>
                  <a:latin typeface="Times New Roman" charset="0"/>
                </a:rPr>
                <a:t>5</a:t>
              </a:r>
              <a:endParaRPr lang="en-GB" sz="2400" b="1">
                <a:latin typeface="Times New Roman" charset="0"/>
              </a:endParaRPr>
            </a:p>
          </p:txBody>
        </p:sp>
        <p:sp>
          <p:nvSpPr>
            <p:cNvPr id="699457" name="Line 65"/>
            <p:cNvSpPr>
              <a:spLocks noChangeShapeType="1"/>
            </p:cNvSpPr>
            <p:nvPr/>
          </p:nvSpPr>
          <p:spPr bwMode="auto">
            <a:xfrm flipV="1">
              <a:off x="3072" y="2400"/>
              <a:ext cx="110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9458" name="Text Box 66"/>
            <p:cNvSpPr txBox="1">
              <a:spLocks noChangeArrowheads="1"/>
            </p:cNvSpPr>
            <p:nvPr/>
          </p:nvSpPr>
          <p:spPr bwMode="auto">
            <a:xfrm>
              <a:off x="3504" y="2160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>
                  <a:latin typeface="Times New Roman" charset="0"/>
                </a:rPr>
                <a:t>12</a:t>
              </a:r>
              <a:endParaRPr lang="en-GB" sz="2400" b="1">
                <a:latin typeface="Times New Roman" charset="0"/>
              </a:endParaRPr>
            </a:p>
          </p:txBody>
        </p:sp>
        <p:sp>
          <p:nvSpPr>
            <p:cNvPr id="699459" name="Line 67"/>
            <p:cNvSpPr>
              <a:spLocks noChangeShapeType="1"/>
            </p:cNvSpPr>
            <p:nvPr/>
          </p:nvSpPr>
          <p:spPr bwMode="auto">
            <a:xfrm flipH="1">
              <a:off x="3072" y="2496"/>
              <a:ext cx="1152" cy="115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9460" name="Line 68"/>
            <p:cNvSpPr>
              <a:spLocks noChangeShapeType="1"/>
            </p:cNvSpPr>
            <p:nvPr/>
          </p:nvSpPr>
          <p:spPr bwMode="auto">
            <a:xfrm>
              <a:off x="3072" y="3696"/>
              <a:ext cx="110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9461" name="Text Box 69"/>
            <p:cNvSpPr txBox="1">
              <a:spLocks noChangeArrowheads="1"/>
            </p:cNvSpPr>
            <p:nvPr/>
          </p:nvSpPr>
          <p:spPr bwMode="auto">
            <a:xfrm>
              <a:off x="3696" y="3456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>
                  <a:latin typeface="Times New Roman" charset="0"/>
                </a:rPr>
                <a:t>11</a:t>
              </a:r>
              <a:endParaRPr lang="en-GB" sz="2400" b="1">
                <a:latin typeface="Times New Roman" charset="0"/>
              </a:endParaRPr>
            </a:p>
          </p:txBody>
        </p:sp>
        <p:sp>
          <p:nvSpPr>
            <p:cNvPr id="699462" name="Line 70"/>
            <p:cNvSpPr>
              <a:spLocks noChangeShapeType="1"/>
            </p:cNvSpPr>
            <p:nvPr/>
          </p:nvSpPr>
          <p:spPr bwMode="auto">
            <a:xfrm>
              <a:off x="4416" y="2496"/>
              <a:ext cx="528" cy="52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9463" name="Text Box 71"/>
            <p:cNvSpPr txBox="1">
              <a:spLocks noChangeArrowheads="1"/>
            </p:cNvSpPr>
            <p:nvPr/>
          </p:nvSpPr>
          <p:spPr bwMode="auto">
            <a:xfrm>
              <a:off x="4416" y="2784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>
                  <a:latin typeface="Times New Roman" charset="0"/>
                </a:rPr>
                <a:t>19</a:t>
              </a:r>
              <a:endParaRPr lang="en-GB" sz="2400" b="1">
                <a:latin typeface="Times New Roman" charset="0"/>
              </a:endParaRPr>
            </a:p>
          </p:txBody>
        </p:sp>
        <p:sp>
          <p:nvSpPr>
            <p:cNvPr id="699464" name="Line 72"/>
            <p:cNvSpPr>
              <a:spLocks noChangeShapeType="1"/>
            </p:cNvSpPr>
            <p:nvPr/>
          </p:nvSpPr>
          <p:spPr bwMode="auto">
            <a:xfrm>
              <a:off x="2352" y="3168"/>
              <a:ext cx="480" cy="48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9465" name="Text Box 73"/>
            <p:cNvSpPr txBox="1">
              <a:spLocks noChangeArrowheads="1"/>
            </p:cNvSpPr>
            <p:nvPr/>
          </p:nvSpPr>
          <p:spPr bwMode="auto">
            <a:xfrm>
              <a:off x="2592" y="3168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>
                  <a:latin typeface="Times New Roman" charset="0"/>
                </a:rPr>
                <a:t>12</a:t>
              </a:r>
              <a:endParaRPr lang="en-GB" sz="2400" b="1">
                <a:latin typeface="Times New Roman" charset="0"/>
              </a:endParaRPr>
            </a:p>
          </p:txBody>
        </p:sp>
      </p:grp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442" name="Text Box 2"/>
          <p:cNvSpPr txBox="1">
            <a:spLocks noChangeArrowheads="1"/>
          </p:cNvSpPr>
          <p:nvPr/>
        </p:nvSpPr>
        <p:spPr bwMode="auto">
          <a:xfrm>
            <a:off x="400869" y="1124645"/>
            <a:ext cx="8229600" cy="1163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20000"/>
              </a:spcBef>
            </a:pPr>
            <a:r>
              <a:rPr lang="it-IT" i="1" u="sng" dirty="0">
                <a:latin typeface="Times New Roman" charset="0"/>
              </a:rPr>
              <a:t>Complessità di Ford-</a:t>
            </a:r>
            <a:r>
              <a:rPr lang="it-IT" i="1" u="sng" dirty="0" err="1">
                <a:latin typeface="Times New Roman" charset="0"/>
              </a:rPr>
              <a:t>Fulkerson</a:t>
            </a:r>
            <a:r>
              <a:rPr lang="it-IT" dirty="0">
                <a:latin typeface="Times New Roman" charset="0"/>
              </a:rPr>
              <a:t>.</a:t>
            </a:r>
          </a:p>
          <a:p>
            <a:pPr eaLnBrk="0" hangingPunct="0">
              <a:spcBef>
                <a:spcPct val="20000"/>
              </a:spcBef>
            </a:pPr>
            <a:r>
              <a:rPr lang="it-IT" dirty="0">
                <a:latin typeface="Times New Roman" charset="0"/>
              </a:rPr>
              <a:t>Il </a:t>
            </a:r>
            <a:r>
              <a:rPr lang="it-IT" b="1" dirty="0">
                <a:latin typeface="Times New Roman" charset="0"/>
                <a:sym typeface="Symbol" charset="0"/>
              </a:rPr>
              <a:t>for </a:t>
            </a:r>
            <a:r>
              <a:rPr lang="it-IT" dirty="0">
                <a:latin typeface="Times New Roman" charset="0"/>
              </a:rPr>
              <a:t>di inizializzazione:</a:t>
            </a:r>
          </a:p>
        </p:txBody>
      </p:sp>
      <p:sp>
        <p:nvSpPr>
          <p:cNvPr id="701443" name="Text Box 3"/>
          <p:cNvSpPr txBox="1">
            <a:spLocks noChangeArrowheads="1"/>
          </p:cNvSpPr>
          <p:nvPr/>
        </p:nvSpPr>
        <p:spPr bwMode="auto">
          <a:xfrm>
            <a:off x="532632" y="2564507"/>
            <a:ext cx="8077200" cy="971550"/>
          </a:xfrm>
          <a:prstGeom prst="rect">
            <a:avLst/>
          </a:prstGeom>
          <a:solidFill>
            <a:srgbClr val="FFFF99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it-IT" sz="2800" b="1">
                <a:latin typeface="Times New Roman" charset="0"/>
                <a:sym typeface="Symbol" charset="0"/>
              </a:rPr>
              <a:t>    for “ogni </a:t>
            </a:r>
            <a:r>
              <a:rPr lang="it-IT" sz="2800" b="1" i="1">
                <a:latin typeface="Times New Roman" charset="0"/>
                <a:sym typeface="Symbol" charset="0"/>
              </a:rPr>
              <a:t>uv</a:t>
            </a:r>
            <a:r>
              <a:rPr lang="it-IT" sz="2800" b="1">
                <a:latin typeface="Times New Roman" charset="0"/>
                <a:sym typeface="Symbol" charset="0"/>
              </a:rPr>
              <a:t>  </a:t>
            </a:r>
            <a:r>
              <a:rPr lang="it-IT" sz="2800" b="1" i="1">
                <a:latin typeface="Times New Roman" charset="0"/>
                <a:sym typeface="Symbol" charset="0"/>
              </a:rPr>
              <a:t>E</a:t>
            </a:r>
            <a:r>
              <a:rPr lang="it-IT" sz="2800" b="1">
                <a:latin typeface="Times New Roman" charset="0"/>
                <a:sym typeface="Symbol" charset="0"/>
              </a:rPr>
              <a:t>[</a:t>
            </a:r>
            <a:r>
              <a:rPr lang="it-IT" sz="2800" b="1" i="1">
                <a:latin typeface="Times New Roman" charset="0"/>
                <a:sym typeface="Symbol" charset="0"/>
              </a:rPr>
              <a:t>G</a:t>
            </a:r>
            <a:r>
              <a:rPr lang="it-IT" sz="2800" b="1">
                <a:latin typeface="Times New Roman" charset="0"/>
                <a:sym typeface="Symbol" charset="0"/>
              </a:rPr>
              <a:t>]” do</a:t>
            </a:r>
          </a:p>
          <a:p>
            <a:pPr eaLnBrk="0" hangingPunct="0"/>
            <a:r>
              <a:rPr lang="it-IT" sz="2800" b="1">
                <a:latin typeface="Times New Roman" charset="0"/>
                <a:sym typeface="Symbol" charset="0"/>
              </a:rPr>
              <a:t>         </a:t>
            </a:r>
            <a:r>
              <a:rPr lang="it-IT" sz="2800" b="1" i="1">
                <a:latin typeface="Times New Roman" charset="0"/>
                <a:sym typeface="Symbol" charset="0"/>
              </a:rPr>
              <a:t>f</a:t>
            </a:r>
            <a:r>
              <a:rPr lang="it-IT" sz="2800" b="1">
                <a:latin typeface="Times New Roman" charset="0"/>
                <a:sym typeface="Symbol" charset="0"/>
              </a:rPr>
              <a:t>(</a:t>
            </a:r>
            <a:r>
              <a:rPr lang="it-IT" sz="2800" b="1" i="1">
                <a:latin typeface="Times New Roman" charset="0"/>
                <a:sym typeface="Symbol" charset="0"/>
              </a:rPr>
              <a:t>u</a:t>
            </a:r>
            <a:r>
              <a:rPr lang="it-IT" sz="2800" b="1">
                <a:latin typeface="Times New Roman" charset="0"/>
                <a:sym typeface="Symbol" charset="0"/>
              </a:rPr>
              <a:t>,</a:t>
            </a:r>
            <a:r>
              <a:rPr lang="it-IT" sz="2800" b="1" i="1">
                <a:latin typeface="Times New Roman" charset="0"/>
                <a:sym typeface="Symbol" charset="0"/>
              </a:rPr>
              <a:t>v</a:t>
            </a:r>
            <a:r>
              <a:rPr lang="it-IT" sz="2800" b="1">
                <a:latin typeface="Times New Roman" charset="0"/>
                <a:sym typeface="Symbol" charset="0"/>
              </a:rPr>
              <a:t>)  </a:t>
            </a:r>
            <a:r>
              <a:rPr lang="it-IT" sz="2800" b="1" i="1">
                <a:latin typeface="Times New Roman" charset="0"/>
                <a:sym typeface="Symbol" charset="0"/>
              </a:rPr>
              <a:t>f</a:t>
            </a:r>
            <a:r>
              <a:rPr lang="it-IT" sz="2800" b="1">
                <a:latin typeface="Times New Roman" charset="0"/>
                <a:sym typeface="Symbol" charset="0"/>
              </a:rPr>
              <a:t>(</a:t>
            </a:r>
            <a:r>
              <a:rPr lang="it-IT" sz="2800" b="1" i="1">
                <a:latin typeface="Times New Roman" charset="0"/>
                <a:sym typeface="Symbol" charset="0"/>
              </a:rPr>
              <a:t>v</a:t>
            </a:r>
            <a:r>
              <a:rPr lang="it-IT" sz="2800" b="1">
                <a:latin typeface="Times New Roman" charset="0"/>
                <a:sym typeface="Symbol" charset="0"/>
              </a:rPr>
              <a:t>,</a:t>
            </a:r>
            <a:r>
              <a:rPr lang="it-IT" sz="2800" b="1" i="1">
                <a:latin typeface="Times New Roman" charset="0"/>
                <a:sym typeface="Symbol" charset="0"/>
              </a:rPr>
              <a:t>u</a:t>
            </a:r>
            <a:r>
              <a:rPr lang="it-IT" sz="2800" b="1">
                <a:latin typeface="Times New Roman" charset="0"/>
                <a:sym typeface="Symbol" charset="0"/>
              </a:rPr>
              <a:t>)  0</a:t>
            </a:r>
          </a:p>
        </p:txBody>
      </p:sp>
      <p:sp>
        <p:nvSpPr>
          <p:cNvPr id="701444" name="Text Box 4"/>
          <p:cNvSpPr txBox="1">
            <a:spLocks noChangeArrowheads="1"/>
          </p:cNvSpPr>
          <p:nvPr/>
        </p:nvSpPr>
        <p:spPr bwMode="auto">
          <a:xfrm>
            <a:off x="467544" y="3717032"/>
            <a:ext cx="8229600" cy="2138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20000"/>
              </a:spcBef>
            </a:pPr>
            <a:r>
              <a:rPr lang="it-IT">
                <a:latin typeface="Times New Roman" charset="0"/>
              </a:rPr>
              <a:t>richiede tempo </a:t>
            </a:r>
            <a:r>
              <a:rPr lang="it-IT" b="1" i="1">
                <a:latin typeface="Times New Roman" charset="0"/>
              </a:rPr>
              <a:t>O</a:t>
            </a:r>
            <a:r>
              <a:rPr lang="it-IT" b="1">
                <a:latin typeface="Times New Roman" charset="0"/>
              </a:rPr>
              <a:t>(|</a:t>
            </a:r>
            <a:r>
              <a:rPr lang="it-IT" b="1" i="1">
                <a:latin typeface="Times New Roman" charset="0"/>
              </a:rPr>
              <a:t>E</a:t>
            </a:r>
            <a:r>
              <a:rPr lang="it-IT" b="1">
                <a:latin typeface="Times New Roman" charset="0"/>
              </a:rPr>
              <a:t>|)</a:t>
            </a:r>
            <a:r>
              <a:rPr lang="it-IT">
                <a:latin typeface="Times New Roman" charset="0"/>
              </a:rPr>
              <a:t>. </a:t>
            </a:r>
          </a:p>
          <a:p>
            <a:pPr eaLnBrk="0" hangingPunct="0">
              <a:spcBef>
                <a:spcPct val="20000"/>
              </a:spcBef>
            </a:pPr>
            <a:r>
              <a:rPr lang="it-IT">
                <a:latin typeface="Times New Roman" charset="0"/>
              </a:rPr>
              <a:t>Il test del ciclo while richiede il calcolo della rete residua (tempo </a:t>
            </a:r>
            <a:r>
              <a:rPr lang="it-IT" b="1" i="1">
                <a:latin typeface="Times New Roman" charset="0"/>
              </a:rPr>
              <a:t>O</a:t>
            </a:r>
            <a:r>
              <a:rPr lang="it-IT" b="1">
                <a:latin typeface="Times New Roman" charset="0"/>
              </a:rPr>
              <a:t>(|</a:t>
            </a:r>
            <a:r>
              <a:rPr lang="it-IT" b="1" i="1">
                <a:latin typeface="Times New Roman" charset="0"/>
              </a:rPr>
              <a:t>E</a:t>
            </a:r>
            <a:r>
              <a:rPr lang="it-IT" b="1">
                <a:latin typeface="Times New Roman" charset="0"/>
              </a:rPr>
              <a:t>|)</a:t>
            </a:r>
            <a:r>
              <a:rPr lang="it-IT">
                <a:latin typeface="Times New Roman" charset="0"/>
              </a:rPr>
              <a:t>) e la ricerca di un cammino aumentante (tempo </a:t>
            </a:r>
            <a:r>
              <a:rPr lang="it-IT" b="1" i="1">
                <a:latin typeface="Times New Roman" charset="0"/>
              </a:rPr>
              <a:t>O</a:t>
            </a:r>
            <a:r>
              <a:rPr lang="it-IT" b="1">
                <a:latin typeface="Times New Roman" charset="0"/>
              </a:rPr>
              <a:t>(|V|+|</a:t>
            </a:r>
            <a:r>
              <a:rPr lang="it-IT" b="1" i="1">
                <a:latin typeface="Times New Roman" charset="0"/>
              </a:rPr>
              <a:t>E</a:t>
            </a:r>
            <a:r>
              <a:rPr lang="it-IT" b="1">
                <a:latin typeface="Times New Roman" charset="0"/>
              </a:rPr>
              <a:t>|)</a:t>
            </a:r>
            <a:r>
              <a:rPr lang="it-IT">
                <a:latin typeface="Times New Roman" charset="0"/>
              </a:rPr>
              <a:t>). 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490" name="Text Box 2"/>
          <p:cNvSpPr txBox="1">
            <a:spLocks noChangeArrowheads="1"/>
          </p:cNvSpPr>
          <p:nvPr/>
        </p:nvSpPr>
        <p:spPr bwMode="auto">
          <a:xfrm>
            <a:off x="650875" y="981075"/>
            <a:ext cx="8077200" cy="1825625"/>
          </a:xfrm>
          <a:prstGeom prst="rect">
            <a:avLst/>
          </a:prstGeom>
          <a:solidFill>
            <a:srgbClr val="FFFF99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it-IT" sz="2800" b="1">
                <a:latin typeface="Times New Roman" charset="0"/>
                <a:sym typeface="Symbol" charset="0"/>
              </a:rPr>
              <a:t>    “calcola </a:t>
            </a:r>
            <a:r>
              <a:rPr lang="it-IT" sz="2800" b="1" i="1">
                <a:latin typeface="Times New Roman" charset="0"/>
                <a:sym typeface="Symbol" charset="0"/>
              </a:rPr>
              <a:t>c</a:t>
            </a:r>
            <a:r>
              <a:rPr lang="it-IT" sz="2800" b="1" i="1" baseline="-25000">
                <a:latin typeface="Times New Roman" charset="0"/>
                <a:sym typeface="Symbol" charset="0"/>
              </a:rPr>
              <a:t>f</a:t>
            </a:r>
            <a:r>
              <a:rPr lang="it-IT" sz="2800" b="1">
                <a:latin typeface="Times New Roman" charset="0"/>
                <a:sym typeface="Symbol" charset="0"/>
              </a:rPr>
              <a:t>(</a:t>
            </a:r>
            <a:r>
              <a:rPr lang="it-IT" sz="2800" b="1" i="1">
                <a:latin typeface="Times New Roman" charset="0"/>
                <a:sym typeface="Symbol" charset="0"/>
              </a:rPr>
              <a:t>P</a:t>
            </a:r>
            <a:r>
              <a:rPr lang="it-IT" sz="2800" b="1">
                <a:latin typeface="Times New Roman" charset="0"/>
                <a:sym typeface="Symbol" charset="0"/>
              </a:rPr>
              <a:t>) = min{</a:t>
            </a:r>
            <a:r>
              <a:rPr lang="it-IT" sz="2800" b="1" i="1">
                <a:latin typeface="Times New Roman" charset="0"/>
                <a:sym typeface="Symbol" charset="0"/>
              </a:rPr>
              <a:t>c</a:t>
            </a:r>
            <a:r>
              <a:rPr lang="it-IT" sz="2800" b="1" i="1" baseline="-25000">
                <a:latin typeface="Times New Roman" charset="0"/>
                <a:sym typeface="Symbol" charset="0"/>
              </a:rPr>
              <a:t>f</a:t>
            </a:r>
            <a:r>
              <a:rPr lang="it-IT" sz="2800" b="1">
                <a:latin typeface="Times New Roman" charset="0"/>
                <a:sym typeface="Symbol" charset="0"/>
              </a:rPr>
              <a:t>(</a:t>
            </a:r>
            <a:r>
              <a:rPr lang="it-IT" sz="2800" b="1" i="1">
                <a:latin typeface="Times New Roman" charset="0"/>
                <a:sym typeface="Symbol" charset="0"/>
              </a:rPr>
              <a:t>u</a:t>
            </a:r>
            <a:r>
              <a:rPr lang="it-IT" sz="2800" b="1">
                <a:latin typeface="Times New Roman" charset="0"/>
                <a:sym typeface="Symbol" charset="0"/>
              </a:rPr>
              <a:t>,</a:t>
            </a:r>
            <a:r>
              <a:rPr lang="it-IT" sz="2800" b="1" i="1">
                <a:latin typeface="Times New Roman" charset="0"/>
                <a:sym typeface="Symbol" charset="0"/>
              </a:rPr>
              <a:t>v</a:t>
            </a:r>
            <a:r>
              <a:rPr lang="it-IT" sz="2800" b="1">
                <a:latin typeface="Times New Roman" charset="0"/>
                <a:sym typeface="Symbol" charset="0"/>
              </a:rPr>
              <a:t>) : </a:t>
            </a:r>
            <a:r>
              <a:rPr lang="it-IT" sz="2800" b="1" i="1">
                <a:latin typeface="Times New Roman" charset="0"/>
                <a:sym typeface="Symbol" charset="0"/>
              </a:rPr>
              <a:t>uv</a:t>
            </a:r>
            <a:r>
              <a:rPr lang="it-IT" sz="2800" b="1">
                <a:latin typeface="Times New Roman" charset="0"/>
                <a:sym typeface="Symbol" charset="0"/>
              </a:rPr>
              <a:t> arco di </a:t>
            </a:r>
            <a:r>
              <a:rPr lang="it-IT" sz="2800" b="1" i="1">
                <a:latin typeface="Times New Roman" charset="0"/>
                <a:sym typeface="Symbol" charset="0"/>
              </a:rPr>
              <a:t>P</a:t>
            </a:r>
            <a:r>
              <a:rPr lang="it-IT" sz="2800" b="1">
                <a:latin typeface="Times New Roman" charset="0"/>
                <a:sym typeface="Symbol" charset="0"/>
              </a:rPr>
              <a:t>}”</a:t>
            </a:r>
          </a:p>
          <a:p>
            <a:pPr eaLnBrk="0" hangingPunct="0"/>
            <a:r>
              <a:rPr lang="it-IT" sz="2800" b="1">
                <a:latin typeface="Times New Roman" charset="0"/>
                <a:sym typeface="Symbol" charset="0"/>
              </a:rPr>
              <a:t>        for “ogni arco </a:t>
            </a:r>
            <a:r>
              <a:rPr lang="it-IT" sz="2800" b="1" i="1">
                <a:latin typeface="Times New Roman" charset="0"/>
                <a:sym typeface="Symbol" charset="0"/>
              </a:rPr>
              <a:t>uv</a:t>
            </a:r>
            <a:r>
              <a:rPr lang="it-IT" sz="2800" b="1">
                <a:latin typeface="Times New Roman" charset="0"/>
                <a:sym typeface="Symbol" charset="0"/>
              </a:rPr>
              <a:t> di </a:t>
            </a:r>
            <a:r>
              <a:rPr lang="it-IT" sz="2800" b="1" i="1">
                <a:latin typeface="Times New Roman" charset="0"/>
                <a:sym typeface="Symbol" charset="0"/>
              </a:rPr>
              <a:t>P</a:t>
            </a:r>
            <a:r>
              <a:rPr lang="it-IT" sz="2800" b="1">
                <a:latin typeface="Times New Roman" charset="0"/>
                <a:sym typeface="Symbol" charset="0"/>
              </a:rPr>
              <a:t>” do</a:t>
            </a:r>
          </a:p>
          <a:p>
            <a:pPr eaLnBrk="0" hangingPunct="0"/>
            <a:r>
              <a:rPr lang="it-IT" sz="2800" b="1">
                <a:latin typeface="Times New Roman" charset="0"/>
                <a:sym typeface="Symbol" charset="0"/>
              </a:rPr>
              <a:t>            </a:t>
            </a:r>
            <a:r>
              <a:rPr lang="it-IT" sz="2800" b="1" i="1">
                <a:latin typeface="Times New Roman" charset="0"/>
                <a:sym typeface="Symbol" charset="0"/>
              </a:rPr>
              <a:t>f</a:t>
            </a:r>
            <a:r>
              <a:rPr lang="it-IT" sz="2800" b="1">
                <a:latin typeface="Times New Roman" charset="0"/>
                <a:sym typeface="Symbol" charset="0"/>
              </a:rPr>
              <a:t>(</a:t>
            </a:r>
            <a:r>
              <a:rPr lang="it-IT" sz="2800" b="1" i="1">
                <a:latin typeface="Times New Roman" charset="0"/>
                <a:sym typeface="Symbol" charset="0"/>
              </a:rPr>
              <a:t>u</a:t>
            </a:r>
            <a:r>
              <a:rPr lang="it-IT" sz="2800" b="1">
                <a:latin typeface="Times New Roman" charset="0"/>
                <a:sym typeface="Symbol" charset="0"/>
              </a:rPr>
              <a:t>,</a:t>
            </a:r>
            <a:r>
              <a:rPr lang="it-IT" sz="2800" b="1" i="1">
                <a:latin typeface="Times New Roman" charset="0"/>
                <a:sym typeface="Symbol" charset="0"/>
              </a:rPr>
              <a:t>v</a:t>
            </a:r>
            <a:r>
              <a:rPr lang="it-IT" sz="2800" b="1">
                <a:latin typeface="Times New Roman" charset="0"/>
                <a:sym typeface="Symbol" charset="0"/>
              </a:rPr>
              <a:t>)  </a:t>
            </a:r>
            <a:r>
              <a:rPr lang="it-IT" sz="2800" b="1" i="1">
                <a:latin typeface="Times New Roman" charset="0"/>
                <a:sym typeface="Symbol" charset="0"/>
              </a:rPr>
              <a:t>f</a:t>
            </a:r>
            <a:r>
              <a:rPr lang="it-IT" sz="2800" b="1">
                <a:latin typeface="Times New Roman" charset="0"/>
                <a:sym typeface="Symbol" charset="0"/>
              </a:rPr>
              <a:t>(</a:t>
            </a:r>
            <a:r>
              <a:rPr lang="it-IT" sz="2800" b="1" i="1">
                <a:latin typeface="Times New Roman" charset="0"/>
                <a:sym typeface="Symbol" charset="0"/>
              </a:rPr>
              <a:t>u</a:t>
            </a:r>
            <a:r>
              <a:rPr lang="it-IT" sz="2800" b="1">
                <a:latin typeface="Times New Roman" charset="0"/>
                <a:sym typeface="Symbol" charset="0"/>
              </a:rPr>
              <a:t>,</a:t>
            </a:r>
            <a:r>
              <a:rPr lang="it-IT" sz="2800" b="1" i="1">
                <a:latin typeface="Times New Roman" charset="0"/>
                <a:sym typeface="Symbol" charset="0"/>
              </a:rPr>
              <a:t>v</a:t>
            </a:r>
            <a:r>
              <a:rPr lang="it-IT" sz="2800" b="1">
                <a:latin typeface="Times New Roman" charset="0"/>
                <a:sym typeface="Symbol" charset="0"/>
              </a:rPr>
              <a:t>) + </a:t>
            </a:r>
            <a:r>
              <a:rPr lang="it-IT" sz="2800" b="1" i="1">
                <a:latin typeface="Times New Roman" charset="0"/>
                <a:sym typeface="Symbol" charset="0"/>
              </a:rPr>
              <a:t>c</a:t>
            </a:r>
            <a:r>
              <a:rPr lang="it-IT" sz="2800" b="1" i="1" baseline="-25000">
                <a:latin typeface="Times New Roman" charset="0"/>
                <a:sym typeface="Symbol" charset="0"/>
              </a:rPr>
              <a:t>f</a:t>
            </a:r>
            <a:r>
              <a:rPr lang="it-IT" sz="2800" b="1">
                <a:latin typeface="Times New Roman" charset="0"/>
                <a:sym typeface="Symbol" charset="0"/>
              </a:rPr>
              <a:t>(</a:t>
            </a:r>
            <a:r>
              <a:rPr lang="it-IT" sz="2800" b="1" i="1">
                <a:latin typeface="Times New Roman" charset="0"/>
                <a:sym typeface="Symbol" charset="0"/>
              </a:rPr>
              <a:t>P</a:t>
            </a:r>
            <a:r>
              <a:rPr lang="it-IT" sz="2800" b="1">
                <a:latin typeface="Times New Roman" charset="0"/>
                <a:sym typeface="Symbol" charset="0"/>
              </a:rPr>
              <a:t>) </a:t>
            </a:r>
          </a:p>
          <a:p>
            <a:pPr eaLnBrk="0" hangingPunct="0"/>
            <a:r>
              <a:rPr lang="it-IT" sz="2800" b="1">
                <a:latin typeface="Times New Roman" charset="0"/>
                <a:sym typeface="Symbol" charset="0"/>
              </a:rPr>
              <a:t>            </a:t>
            </a:r>
            <a:r>
              <a:rPr lang="it-IT" sz="2800" b="1" i="1">
                <a:latin typeface="Times New Roman" charset="0"/>
                <a:sym typeface="Symbol" charset="0"/>
              </a:rPr>
              <a:t>f</a:t>
            </a:r>
            <a:r>
              <a:rPr lang="it-IT" sz="2800" b="1">
                <a:latin typeface="Times New Roman" charset="0"/>
                <a:sym typeface="Symbol" charset="0"/>
              </a:rPr>
              <a:t>(</a:t>
            </a:r>
            <a:r>
              <a:rPr lang="it-IT" sz="2800" b="1" i="1">
                <a:latin typeface="Times New Roman" charset="0"/>
                <a:sym typeface="Symbol" charset="0"/>
              </a:rPr>
              <a:t>v</a:t>
            </a:r>
            <a:r>
              <a:rPr lang="it-IT" sz="2800" b="1">
                <a:latin typeface="Times New Roman" charset="0"/>
                <a:sym typeface="Symbol" charset="0"/>
              </a:rPr>
              <a:t>,</a:t>
            </a:r>
            <a:r>
              <a:rPr lang="it-IT" sz="2800" b="1" i="1">
                <a:latin typeface="Times New Roman" charset="0"/>
                <a:sym typeface="Symbol" charset="0"/>
              </a:rPr>
              <a:t>u</a:t>
            </a:r>
            <a:r>
              <a:rPr lang="it-IT" sz="2800" b="1">
                <a:latin typeface="Times New Roman" charset="0"/>
                <a:sym typeface="Symbol" charset="0"/>
              </a:rPr>
              <a:t>)  - </a:t>
            </a:r>
            <a:r>
              <a:rPr lang="it-IT" sz="2800" b="1" i="1">
                <a:latin typeface="Times New Roman" charset="0"/>
                <a:sym typeface="Symbol" charset="0"/>
              </a:rPr>
              <a:t>f</a:t>
            </a:r>
            <a:r>
              <a:rPr lang="it-IT" sz="2800" b="1">
                <a:latin typeface="Times New Roman" charset="0"/>
                <a:sym typeface="Symbol" charset="0"/>
              </a:rPr>
              <a:t>(</a:t>
            </a:r>
            <a:r>
              <a:rPr lang="it-IT" sz="2800" b="1" i="1">
                <a:latin typeface="Times New Roman" charset="0"/>
                <a:sym typeface="Symbol" charset="0"/>
              </a:rPr>
              <a:t>u</a:t>
            </a:r>
            <a:r>
              <a:rPr lang="it-IT" sz="2800" b="1">
                <a:latin typeface="Times New Roman" charset="0"/>
                <a:sym typeface="Symbol" charset="0"/>
              </a:rPr>
              <a:t>,</a:t>
            </a:r>
            <a:r>
              <a:rPr lang="it-IT" sz="2800" b="1" i="1">
                <a:latin typeface="Times New Roman" charset="0"/>
                <a:sym typeface="Symbol" charset="0"/>
              </a:rPr>
              <a:t>v</a:t>
            </a:r>
            <a:r>
              <a:rPr lang="it-IT" sz="2800" b="1">
                <a:latin typeface="Times New Roman" charset="0"/>
                <a:sym typeface="Symbol" charset="0"/>
              </a:rPr>
              <a:t>)</a:t>
            </a:r>
          </a:p>
        </p:txBody>
      </p:sp>
      <p:sp>
        <p:nvSpPr>
          <p:cNvPr id="703491" name="Text Box 3"/>
          <p:cNvSpPr txBox="1">
            <a:spLocks noChangeArrowheads="1"/>
          </p:cNvSpPr>
          <p:nvPr/>
        </p:nvSpPr>
        <p:spPr bwMode="auto">
          <a:xfrm>
            <a:off x="650875" y="4797425"/>
            <a:ext cx="8175625" cy="1554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20000"/>
              </a:spcBef>
            </a:pPr>
            <a:r>
              <a:rPr lang="it-IT">
                <a:latin typeface="Times New Roman" charset="0"/>
              </a:rPr>
              <a:t>Siccome queste istruzioni vengono eseguite per ogni cammino aumentante la complessità è </a:t>
            </a:r>
            <a:r>
              <a:rPr lang="it-IT" b="1" i="1">
                <a:latin typeface="Times New Roman" charset="0"/>
              </a:rPr>
              <a:t>O</a:t>
            </a:r>
            <a:r>
              <a:rPr lang="it-IT" b="1">
                <a:latin typeface="Times New Roman" charset="0"/>
              </a:rPr>
              <a:t>(|</a:t>
            </a:r>
            <a:r>
              <a:rPr lang="it-IT" b="1" i="1">
                <a:latin typeface="Times New Roman" charset="0"/>
              </a:rPr>
              <a:t>E</a:t>
            </a:r>
            <a:r>
              <a:rPr lang="it-IT" b="1">
                <a:latin typeface="Times New Roman" charset="0"/>
              </a:rPr>
              <a:t>| </a:t>
            </a:r>
            <a:r>
              <a:rPr lang="it-IT" b="1" i="1">
                <a:latin typeface="Times New Roman" charset="0"/>
              </a:rPr>
              <a:t>k</a:t>
            </a:r>
            <a:r>
              <a:rPr lang="it-IT" b="1">
                <a:latin typeface="Times New Roman" charset="0"/>
              </a:rPr>
              <a:t>)</a:t>
            </a:r>
            <a:r>
              <a:rPr lang="it-IT">
                <a:latin typeface="Times New Roman" charset="0"/>
              </a:rPr>
              <a:t> con </a:t>
            </a:r>
            <a:r>
              <a:rPr lang="it-IT" b="1" i="1">
                <a:latin typeface="Times New Roman" charset="0"/>
              </a:rPr>
              <a:t>k</a:t>
            </a:r>
            <a:r>
              <a:rPr lang="it-IT">
                <a:latin typeface="Times New Roman" charset="0"/>
              </a:rPr>
              <a:t> numero di cammini aumentanti.</a:t>
            </a:r>
          </a:p>
        </p:txBody>
      </p:sp>
      <p:sp>
        <p:nvSpPr>
          <p:cNvPr id="703492" name="Text Box 4"/>
          <p:cNvSpPr txBox="1">
            <a:spLocks noChangeArrowheads="1"/>
          </p:cNvSpPr>
          <p:nvPr/>
        </p:nvSpPr>
        <p:spPr bwMode="auto">
          <a:xfrm>
            <a:off x="582613" y="333375"/>
            <a:ext cx="82296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20000"/>
              </a:spcBef>
            </a:pPr>
            <a:r>
              <a:rPr lang="it-IT">
                <a:latin typeface="Times New Roman" charset="0"/>
              </a:rPr>
              <a:t>Le istruzioni interne al ciclo while</a:t>
            </a:r>
          </a:p>
        </p:txBody>
      </p:sp>
      <p:sp>
        <p:nvSpPr>
          <p:cNvPr id="703493" name="Text Box 5"/>
          <p:cNvSpPr txBox="1">
            <a:spLocks noChangeArrowheads="1"/>
          </p:cNvSpPr>
          <p:nvPr/>
        </p:nvSpPr>
        <p:spPr bwMode="auto">
          <a:xfrm>
            <a:off x="582613" y="2852738"/>
            <a:ext cx="8229600" cy="165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20000"/>
              </a:spcBef>
            </a:pPr>
            <a:r>
              <a:rPr lang="it-IT">
                <a:latin typeface="Times New Roman" charset="0"/>
              </a:rPr>
              <a:t>richiedono pure tempo </a:t>
            </a:r>
            <a:r>
              <a:rPr lang="it-IT" b="1" i="1">
                <a:latin typeface="Times New Roman" charset="0"/>
              </a:rPr>
              <a:t>O</a:t>
            </a:r>
            <a:r>
              <a:rPr lang="it-IT" b="1">
                <a:latin typeface="Times New Roman" charset="0"/>
              </a:rPr>
              <a:t>(|</a:t>
            </a:r>
            <a:r>
              <a:rPr lang="it-IT" b="1" i="1">
                <a:latin typeface="Times New Roman" charset="0"/>
              </a:rPr>
              <a:t>E</a:t>
            </a:r>
            <a:r>
              <a:rPr lang="it-IT" b="1">
                <a:latin typeface="Times New Roman" charset="0"/>
              </a:rPr>
              <a:t>|)</a:t>
            </a:r>
            <a:r>
              <a:rPr lang="it-IT">
                <a:latin typeface="Times New Roman" charset="0"/>
              </a:rPr>
              <a:t>.</a:t>
            </a:r>
          </a:p>
          <a:p>
            <a:pPr eaLnBrk="0" hangingPunct="0">
              <a:spcBef>
                <a:spcPct val="20000"/>
              </a:spcBef>
            </a:pPr>
            <a:r>
              <a:rPr lang="it-IT">
                <a:latin typeface="Times New Roman" charset="0"/>
              </a:rPr>
              <a:t>In totale ogni iterazione del ciclo while richiede tempo </a:t>
            </a:r>
            <a:r>
              <a:rPr lang="it-IT" b="1" i="1">
                <a:latin typeface="Times New Roman" charset="0"/>
              </a:rPr>
              <a:t>O</a:t>
            </a:r>
            <a:r>
              <a:rPr lang="it-IT" b="1">
                <a:latin typeface="Times New Roman" charset="0"/>
              </a:rPr>
              <a:t>(|</a:t>
            </a:r>
            <a:r>
              <a:rPr lang="it-IT" b="1" i="1">
                <a:latin typeface="Times New Roman" charset="0"/>
              </a:rPr>
              <a:t>E</a:t>
            </a:r>
            <a:r>
              <a:rPr lang="it-IT" b="1">
                <a:latin typeface="Times New Roman" charset="0"/>
              </a:rPr>
              <a:t>|)</a:t>
            </a:r>
            <a:r>
              <a:rPr lang="it-IT">
                <a:latin typeface="Times New Roman" charset="0"/>
              </a:rPr>
              <a:t> (per le ipotesi fatte </a:t>
            </a:r>
            <a:r>
              <a:rPr lang="it-IT" b="1">
                <a:latin typeface="Times New Roman" charset="0"/>
              </a:rPr>
              <a:t>|</a:t>
            </a:r>
            <a:r>
              <a:rPr lang="it-IT" b="1" i="1">
                <a:latin typeface="Times New Roman" charset="0"/>
              </a:rPr>
              <a:t>V</a:t>
            </a:r>
            <a:r>
              <a:rPr lang="it-IT" b="1">
                <a:latin typeface="Times New Roman" charset="0"/>
              </a:rPr>
              <a:t>| =</a:t>
            </a:r>
            <a:r>
              <a:rPr lang="it-IT">
                <a:latin typeface="Times New Roman" charset="0"/>
              </a:rPr>
              <a:t> </a:t>
            </a:r>
            <a:r>
              <a:rPr lang="it-IT" b="1" i="1">
                <a:latin typeface="Times New Roman" charset="0"/>
              </a:rPr>
              <a:t>O</a:t>
            </a:r>
            <a:r>
              <a:rPr lang="it-IT" b="1">
                <a:latin typeface="Times New Roman" charset="0"/>
              </a:rPr>
              <a:t>(|</a:t>
            </a:r>
            <a:r>
              <a:rPr lang="it-IT" b="1" i="1">
                <a:latin typeface="Times New Roman" charset="0"/>
              </a:rPr>
              <a:t>E</a:t>
            </a:r>
            <a:r>
              <a:rPr lang="it-IT" b="1">
                <a:latin typeface="Times New Roman" charset="0"/>
              </a:rPr>
              <a:t>|)</a:t>
            </a:r>
            <a:r>
              <a:rPr lang="it-IT">
                <a:latin typeface="Times New Roman" charset="0"/>
              </a:rPr>
              <a:t>). 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538" name="Text Box 2"/>
          <p:cNvSpPr txBox="1">
            <a:spLocks noChangeArrowheads="1"/>
          </p:cNvSpPr>
          <p:nvPr/>
        </p:nvSpPr>
        <p:spPr bwMode="auto">
          <a:xfrm>
            <a:off x="457200" y="838200"/>
            <a:ext cx="8229600" cy="2528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20000"/>
              </a:spcBef>
            </a:pPr>
            <a:r>
              <a:rPr lang="it-IT">
                <a:latin typeface="Times New Roman" charset="0"/>
              </a:rPr>
              <a:t>La complessità dipende dal modo in cui vengono trovati i cammini aumentanti. Se vengono scelti male la complessità può essere anche molto elevata e in qualche caso l’algoritmo può anche non terminare.</a:t>
            </a:r>
          </a:p>
        </p:txBody>
      </p:sp>
      <p:sp>
        <p:nvSpPr>
          <p:cNvPr id="705539" name="Text Box 3"/>
          <p:cNvSpPr txBox="1">
            <a:spLocks noChangeArrowheads="1"/>
          </p:cNvSpPr>
          <p:nvPr/>
        </p:nvSpPr>
        <p:spPr bwMode="auto">
          <a:xfrm>
            <a:off x="492125" y="3733800"/>
            <a:ext cx="8229600" cy="2041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20000"/>
              </a:spcBef>
            </a:pPr>
            <a:r>
              <a:rPr lang="it-IT">
                <a:latin typeface="Times New Roman" charset="0"/>
              </a:rPr>
              <a:t>Se le capacità sono intere allora il flusso aumenta ad ogni passo di almeno una unità e quindi la complessità è </a:t>
            </a:r>
            <a:r>
              <a:rPr lang="it-IT" b="1" i="1">
                <a:latin typeface="Times New Roman" charset="0"/>
              </a:rPr>
              <a:t>O</a:t>
            </a:r>
            <a:r>
              <a:rPr lang="it-IT" b="1">
                <a:latin typeface="Times New Roman" charset="0"/>
              </a:rPr>
              <a:t>(|</a:t>
            </a:r>
            <a:r>
              <a:rPr lang="it-IT" b="1" i="1">
                <a:latin typeface="Times New Roman" charset="0"/>
              </a:rPr>
              <a:t>E</a:t>
            </a:r>
            <a:r>
              <a:rPr lang="it-IT" b="1">
                <a:latin typeface="Times New Roman" charset="0"/>
              </a:rPr>
              <a:t>| | </a:t>
            </a:r>
            <a:r>
              <a:rPr lang="it-IT" b="1" i="1">
                <a:latin typeface="Times New Roman" charset="0"/>
              </a:rPr>
              <a:t>f |</a:t>
            </a:r>
            <a:r>
              <a:rPr lang="it-IT" b="1">
                <a:latin typeface="Times New Roman" charset="0"/>
              </a:rPr>
              <a:t>)</a:t>
            </a:r>
            <a:r>
              <a:rPr lang="it-IT">
                <a:latin typeface="Times New Roman" charset="0"/>
              </a:rPr>
              <a:t> come mostra il seguente esempio: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7586" name="Group 2"/>
          <p:cNvGrpSpPr>
            <a:grpSpLocks/>
          </p:cNvGrpSpPr>
          <p:nvPr/>
        </p:nvGrpSpPr>
        <p:grpSpPr bwMode="auto">
          <a:xfrm>
            <a:off x="2288704" y="1641376"/>
            <a:ext cx="3810000" cy="1752600"/>
            <a:chOff x="1680" y="1680"/>
            <a:chExt cx="2400" cy="1104"/>
          </a:xfrm>
        </p:grpSpPr>
        <p:sp>
          <p:nvSpPr>
            <p:cNvPr id="707587" name="Line 3"/>
            <p:cNvSpPr>
              <a:spLocks noChangeShapeType="1"/>
            </p:cNvSpPr>
            <p:nvPr/>
          </p:nvSpPr>
          <p:spPr bwMode="auto">
            <a:xfrm>
              <a:off x="1680" y="2256"/>
              <a:ext cx="1056" cy="528"/>
            </a:xfrm>
            <a:prstGeom prst="line">
              <a:avLst/>
            </a:prstGeom>
            <a:noFill/>
            <a:ln w="101600">
              <a:solidFill>
                <a:srgbClr val="00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7588" name="Line 4"/>
            <p:cNvSpPr>
              <a:spLocks noChangeShapeType="1"/>
            </p:cNvSpPr>
            <p:nvPr/>
          </p:nvSpPr>
          <p:spPr bwMode="auto">
            <a:xfrm flipV="1">
              <a:off x="2880" y="1776"/>
              <a:ext cx="0" cy="912"/>
            </a:xfrm>
            <a:prstGeom prst="line">
              <a:avLst/>
            </a:prstGeom>
            <a:noFill/>
            <a:ln w="101600">
              <a:solidFill>
                <a:srgbClr val="00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7589" name="Line 5"/>
            <p:cNvSpPr>
              <a:spLocks noChangeShapeType="1"/>
            </p:cNvSpPr>
            <p:nvPr/>
          </p:nvSpPr>
          <p:spPr bwMode="auto">
            <a:xfrm>
              <a:off x="2976" y="1680"/>
              <a:ext cx="1104" cy="528"/>
            </a:xfrm>
            <a:prstGeom prst="line">
              <a:avLst/>
            </a:prstGeom>
            <a:noFill/>
            <a:ln w="101600">
              <a:solidFill>
                <a:srgbClr val="00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07590" name="Group 6"/>
          <p:cNvGrpSpPr>
            <a:grpSpLocks/>
          </p:cNvGrpSpPr>
          <p:nvPr/>
        </p:nvGrpSpPr>
        <p:grpSpPr bwMode="auto">
          <a:xfrm>
            <a:off x="1907704" y="1412776"/>
            <a:ext cx="4572000" cy="2209800"/>
            <a:chOff x="1152" y="1680"/>
            <a:chExt cx="2880" cy="1392"/>
          </a:xfrm>
        </p:grpSpPr>
        <p:sp>
          <p:nvSpPr>
            <p:cNvPr id="707591" name="Line 7"/>
            <p:cNvSpPr>
              <a:spLocks noChangeShapeType="1"/>
            </p:cNvSpPr>
            <p:nvPr/>
          </p:nvSpPr>
          <p:spPr bwMode="auto">
            <a:xfrm flipV="1">
              <a:off x="1392" y="1824"/>
              <a:ext cx="1056" cy="43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07592" name="Oval 8"/>
            <p:cNvSpPr>
              <a:spLocks noChangeArrowheads="1"/>
            </p:cNvSpPr>
            <p:nvPr/>
          </p:nvSpPr>
          <p:spPr bwMode="auto">
            <a:xfrm>
              <a:off x="2448" y="1680"/>
              <a:ext cx="240" cy="246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it-IT" sz="2400" b="1" i="1">
                  <a:latin typeface="Times New Roman" charset="0"/>
                  <a:sym typeface="Symbol" charset="0"/>
                </a:rPr>
                <a:t>u</a:t>
              </a:r>
              <a:endParaRPr lang="it-IT" sz="2400" b="1" i="1">
                <a:latin typeface="Times New Roman" charset="0"/>
              </a:endParaRPr>
            </a:p>
          </p:txBody>
        </p:sp>
        <p:sp>
          <p:nvSpPr>
            <p:cNvPr id="707593" name="Oval 9"/>
            <p:cNvSpPr>
              <a:spLocks noChangeArrowheads="1"/>
            </p:cNvSpPr>
            <p:nvPr/>
          </p:nvSpPr>
          <p:spPr bwMode="auto">
            <a:xfrm>
              <a:off x="1152" y="2208"/>
              <a:ext cx="240" cy="24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it-IT" sz="2400" b="1" i="1">
                  <a:latin typeface="Times New Roman" charset="0"/>
                  <a:sym typeface="Symbol" charset="0"/>
                </a:rPr>
                <a:t>s</a:t>
              </a:r>
              <a:endParaRPr lang="it-IT" sz="2400" b="1" i="1">
                <a:latin typeface="Times New Roman" charset="0"/>
              </a:endParaRPr>
            </a:p>
          </p:txBody>
        </p:sp>
        <p:sp>
          <p:nvSpPr>
            <p:cNvPr id="707594" name="Oval 10"/>
            <p:cNvSpPr>
              <a:spLocks noChangeArrowheads="1"/>
            </p:cNvSpPr>
            <p:nvPr/>
          </p:nvSpPr>
          <p:spPr bwMode="auto">
            <a:xfrm>
              <a:off x="2448" y="2832"/>
              <a:ext cx="240" cy="24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it-IT" sz="2400" b="1" i="1">
                  <a:latin typeface="Times New Roman" charset="0"/>
                  <a:sym typeface="Symbol" charset="0"/>
                </a:rPr>
                <a:t>v</a:t>
              </a:r>
              <a:endParaRPr lang="it-IT" sz="2400" b="1" i="1">
                <a:latin typeface="Times New Roman" charset="0"/>
              </a:endParaRPr>
            </a:p>
          </p:txBody>
        </p:sp>
        <p:sp>
          <p:nvSpPr>
            <p:cNvPr id="707595" name="Text Box 11"/>
            <p:cNvSpPr txBox="1">
              <a:spLocks noChangeArrowheads="1"/>
            </p:cNvSpPr>
            <p:nvPr/>
          </p:nvSpPr>
          <p:spPr bwMode="auto">
            <a:xfrm>
              <a:off x="2544" y="2256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>
                  <a:latin typeface="Times New Roman" charset="0"/>
                </a:rPr>
                <a:t>1</a:t>
              </a:r>
              <a:endParaRPr lang="en-GB" sz="2400" b="1">
                <a:latin typeface="Times New Roman" charset="0"/>
              </a:endParaRPr>
            </a:p>
          </p:txBody>
        </p:sp>
        <p:sp>
          <p:nvSpPr>
            <p:cNvPr id="707596" name="Oval 12"/>
            <p:cNvSpPr>
              <a:spLocks noChangeArrowheads="1"/>
            </p:cNvSpPr>
            <p:nvPr/>
          </p:nvSpPr>
          <p:spPr bwMode="auto">
            <a:xfrm>
              <a:off x="3792" y="2304"/>
              <a:ext cx="240" cy="24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it-IT" sz="2400" b="1" i="1">
                  <a:latin typeface="Times New Roman" charset="0"/>
                  <a:sym typeface="Symbol" charset="0"/>
                </a:rPr>
                <a:t>t</a:t>
              </a:r>
              <a:endParaRPr lang="it-IT" sz="2400" b="1" i="1">
                <a:latin typeface="Times New Roman" charset="0"/>
              </a:endParaRPr>
            </a:p>
          </p:txBody>
        </p:sp>
        <p:sp>
          <p:nvSpPr>
            <p:cNvPr id="707597" name="Line 13"/>
            <p:cNvSpPr>
              <a:spLocks noChangeShapeType="1"/>
            </p:cNvSpPr>
            <p:nvPr/>
          </p:nvSpPr>
          <p:spPr bwMode="auto">
            <a:xfrm flipV="1">
              <a:off x="2592" y="1920"/>
              <a:ext cx="0" cy="91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07598" name="Line 14"/>
            <p:cNvSpPr>
              <a:spLocks noChangeShapeType="1"/>
            </p:cNvSpPr>
            <p:nvPr/>
          </p:nvSpPr>
          <p:spPr bwMode="auto">
            <a:xfrm>
              <a:off x="1392" y="2400"/>
              <a:ext cx="1056" cy="52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07599" name="Line 15"/>
            <p:cNvSpPr>
              <a:spLocks noChangeShapeType="1"/>
            </p:cNvSpPr>
            <p:nvPr/>
          </p:nvSpPr>
          <p:spPr bwMode="auto">
            <a:xfrm flipV="1">
              <a:off x="2688" y="2496"/>
              <a:ext cx="1104" cy="43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07600" name="Line 16"/>
            <p:cNvSpPr>
              <a:spLocks noChangeShapeType="1"/>
            </p:cNvSpPr>
            <p:nvPr/>
          </p:nvSpPr>
          <p:spPr bwMode="auto">
            <a:xfrm>
              <a:off x="2688" y="1824"/>
              <a:ext cx="1104" cy="52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07601" name="Text Box 17"/>
            <p:cNvSpPr txBox="1">
              <a:spLocks noChangeArrowheads="1"/>
            </p:cNvSpPr>
            <p:nvPr/>
          </p:nvSpPr>
          <p:spPr bwMode="auto">
            <a:xfrm>
              <a:off x="1392" y="2688"/>
              <a:ext cx="7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>
                  <a:latin typeface="Times New Roman" charset="0"/>
                </a:rPr>
                <a:t>1000000</a:t>
              </a:r>
              <a:endParaRPr lang="en-GB" sz="2400" b="1">
                <a:latin typeface="Times New Roman" charset="0"/>
              </a:endParaRPr>
            </a:p>
          </p:txBody>
        </p:sp>
        <p:sp>
          <p:nvSpPr>
            <p:cNvPr id="707602" name="Text Box 18"/>
            <p:cNvSpPr txBox="1">
              <a:spLocks noChangeArrowheads="1"/>
            </p:cNvSpPr>
            <p:nvPr/>
          </p:nvSpPr>
          <p:spPr bwMode="auto">
            <a:xfrm>
              <a:off x="1392" y="1728"/>
              <a:ext cx="7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>
                  <a:latin typeface="Times New Roman" charset="0"/>
                </a:rPr>
                <a:t>1000000</a:t>
              </a:r>
              <a:endParaRPr lang="en-GB" sz="2400" b="1">
                <a:latin typeface="Times New Roman" charset="0"/>
              </a:endParaRPr>
            </a:p>
          </p:txBody>
        </p:sp>
        <p:sp>
          <p:nvSpPr>
            <p:cNvPr id="707603" name="Text Box 19"/>
            <p:cNvSpPr txBox="1">
              <a:spLocks noChangeArrowheads="1"/>
            </p:cNvSpPr>
            <p:nvPr/>
          </p:nvSpPr>
          <p:spPr bwMode="auto">
            <a:xfrm>
              <a:off x="2928" y="2736"/>
              <a:ext cx="7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>
                  <a:latin typeface="Times New Roman" charset="0"/>
                </a:rPr>
                <a:t>1000000</a:t>
              </a:r>
              <a:endParaRPr lang="en-GB" sz="2400" b="1">
                <a:latin typeface="Times New Roman" charset="0"/>
              </a:endParaRPr>
            </a:p>
          </p:txBody>
        </p:sp>
        <p:sp>
          <p:nvSpPr>
            <p:cNvPr id="707604" name="Text Box 20"/>
            <p:cNvSpPr txBox="1">
              <a:spLocks noChangeArrowheads="1"/>
            </p:cNvSpPr>
            <p:nvPr/>
          </p:nvSpPr>
          <p:spPr bwMode="auto">
            <a:xfrm>
              <a:off x="2928" y="1728"/>
              <a:ext cx="7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400" b="1">
                  <a:latin typeface="Times New Roman" charset="0"/>
                </a:rPr>
                <a:t>1000000</a:t>
              </a:r>
              <a:endParaRPr lang="en-GB" sz="2400" b="1">
                <a:latin typeface="Times New Roman" charset="0"/>
              </a:endParaRPr>
            </a:p>
          </p:txBody>
        </p:sp>
      </p:grpSp>
      <p:sp>
        <p:nvSpPr>
          <p:cNvPr id="707605" name="Text Box 21"/>
          <p:cNvSpPr txBox="1">
            <a:spLocks noChangeArrowheads="1"/>
          </p:cNvSpPr>
          <p:nvPr/>
        </p:nvSpPr>
        <p:spPr bwMode="auto">
          <a:xfrm>
            <a:off x="533400" y="3733800"/>
            <a:ext cx="8229600" cy="2041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20000"/>
              </a:spcBef>
            </a:pPr>
            <a:r>
              <a:rPr lang="it-IT">
                <a:latin typeface="Times New Roman" charset="0"/>
              </a:rPr>
              <a:t>Se le capacità sono razionali il flusso aumenta ad ogni passo di almeno </a:t>
            </a:r>
            <a:r>
              <a:rPr lang="it-IT" b="1">
                <a:latin typeface="Times New Roman" charset="0"/>
              </a:rPr>
              <a:t>1/</a:t>
            </a:r>
            <a:r>
              <a:rPr lang="it-IT" b="1" i="1">
                <a:latin typeface="Times New Roman" charset="0"/>
              </a:rPr>
              <a:t>m</a:t>
            </a:r>
            <a:r>
              <a:rPr lang="it-IT">
                <a:latin typeface="Times New Roman" charset="0"/>
              </a:rPr>
              <a:t> con </a:t>
            </a:r>
            <a:r>
              <a:rPr lang="it-IT" b="1" i="1">
                <a:latin typeface="Times New Roman" charset="0"/>
              </a:rPr>
              <a:t>m</a:t>
            </a:r>
            <a:r>
              <a:rPr lang="it-IT">
                <a:latin typeface="Times New Roman" charset="0"/>
              </a:rPr>
              <a:t> minimo comune multiplo dei denominatori. In questo caso la complessità è </a:t>
            </a:r>
            <a:r>
              <a:rPr lang="it-IT" b="1" i="1">
                <a:latin typeface="Times New Roman" charset="0"/>
              </a:rPr>
              <a:t>O</a:t>
            </a:r>
            <a:r>
              <a:rPr lang="it-IT" b="1">
                <a:latin typeface="Times New Roman" charset="0"/>
              </a:rPr>
              <a:t>(|</a:t>
            </a:r>
            <a:r>
              <a:rPr lang="it-IT" b="1" i="1">
                <a:latin typeface="Times New Roman" charset="0"/>
              </a:rPr>
              <a:t>E</a:t>
            </a:r>
            <a:r>
              <a:rPr lang="it-IT" b="1">
                <a:latin typeface="Times New Roman" charset="0"/>
              </a:rPr>
              <a:t>| | </a:t>
            </a:r>
            <a:r>
              <a:rPr lang="it-IT" b="1" i="1">
                <a:latin typeface="Times New Roman" charset="0"/>
              </a:rPr>
              <a:t>f | m</a:t>
            </a:r>
            <a:r>
              <a:rPr lang="it-IT" b="1">
                <a:latin typeface="Times New Roman" charset="0"/>
              </a:rPr>
              <a:t>)</a:t>
            </a:r>
            <a:r>
              <a:rPr lang="it-IT">
                <a:latin typeface="Times New Roman" charset="0"/>
              </a:rPr>
              <a:t>.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634" name="Text Box 2"/>
          <p:cNvSpPr txBox="1">
            <a:spLocks noChangeArrowheads="1"/>
          </p:cNvSpPr>
          <p:nvPr/>
        </p:nvSpPr>
        <p:spPr bwMode="auto">
          <a:xfrm>
            <a:off x="457200" y="1219200"/>
            <a:ext cx="8229600" cy="4184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20000"/>
              </a:spcBef>
            </a:pPr>
            <a:r>
              <a:rPr lang="it-IT">
                <a:latin typeface="Times New Roman" charset="0"/>
              </a:rPr>
              <a:t>La situazione peggiore si ha quando le capacità sono numeri reali. </a:t>
            </a:r>
          </a:p>
          <a:p>
            <a:pPr eaLnBrk="0" hangingPunct="0">
              <a:spcBef>
                <a:spcPct val="20000"/>
              </a:spcBef>
            </a:pPr>
            <a:r>
              <a:rPr lang="it-IT">
                <a:latin typeface="Times New Roman" charset="0"/>
              </a:rPr>
              <a:t>In questo caso l’algoritmo può anche non terminare: il flusso aumenta di una quantità sempre minore ad ogni passo senza raggiungere mai il massimo (e a volte senza neppure convergere al massimo). </a:t>
            </a:r>
          </a:p>
          <a:p>
            <a:pPr eaLnBrk="0" hangingPunct="0">
              <a:spcBef>
                <a:spcPct val="20000"/>
              </a:spcBef>
            </a:pPr>
            <a:r>
              <a:rPr lang="it-IT">
                <a:latin typeface="Times New Roman" charset="0"/>
              </a:rPr>
              <a:t>Vediamo un esempio: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682" name="Text Box 2"/>
          <p:cNvSpPr txBox="1">
            <a:spLocks noChangeArrowheads="1"/>
          </p:cNvSpPr>
          <p:nvPr/>
        </p:nvSpPr>
        <p:spPr bwMode="auto">
          <a:xfrm>
            <a:off x="384175" y="2924175"/>
            <a:ext cx="8537575" cy="3348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20000"/>
              </a:spcBef>
            </a:pPr>
            <a:r>
              <a:rPr lang="it-IT" dirty="0">
                <a:latin typeface="Times New Roman" charset="0"/>
              </a:rPr>
              <a:t>dove                    è il rapporto aureo che sappiamo soddisfa l’equazione               . Il flusso massimo è 20.</a:t>
            </a:r>
          </a:p>
          <a:p>
            <a:pPr eaLnBrk="0" hangingPunct="0">
              <a:spcBef>
                <a:spcPct val="20000"/>
              </a:spcBef>
            </a:pPr>
            <a:r>
              <a:rPr lang="it-IT" sz="2800" dirty="0">
                <a:latin typeface="Times New Roman" charset="0"/>
              </a:rPr>
              <a:t>La somma delle capacità nelle due direzioni è sempre 10. Per semplificare la figura possiamo omettere la capacità quando tra due vertici vi è un unico arco e indicare la capacità di uno solo degli archi quando ce ne sono due.</a:t>
            </a:r>
          </a:p>
        </p:txBody>
      </p:sp>
      <p:graphicFrame>
        <p:nvGraphicFramePr>
          <p:cNvPr id="71168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75263528"/>
              </p:ext>
            </p:extLst>
          </p:nvPr>
        </p:nvGraphicFramePr>
        <p:xfrm>
          <a:off x="1403648" y="2852936"/>
          <a:ext cx="1855788" cy="830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991" name="Equation" r:id="rId4" imgW="927100" imgH="317500" progId="Equation.3">
                  <p:embed/>
                </p:oleObj>
              </mc:Choice>
              <mc:Fallback>
                <p:oleObj name="Equation" r:id="rId4" imgW="927100" imgH="317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3648" y="2852936"/>
                        <a:ext cx="1855788" cy="830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168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45727385"/>
              </p:ext>
            </p:extLst>
          </p:nvPr>
        </p:nvGraphicFramePr>
        <p:xfrm>
          <a:off x="4067944" y="3501008"/>
          <a:ext cx="1219200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992" name="Equation" r:id="rId6" imgW="609600" imgH="203200" progId="Equation.3">
                  <p:embed/>
                </p:oleObj>
              </mc:Choice>
              <mc:Fallback>
                <p:oleObj name="Equation" r:id="rId6" imgW="609600" imgH="203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67944" y="3501008"/>
                        <a:ext cx="1219200" cy="531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1685" name="Line 5"/>
          <p:cNvSpPr>
            <a:spLocks noChangeShapeType="1"/>
          </p:cNvSpPr>
          <p:nvPr/>
        </p:nvSpPr>
        <p:spPr bwMode="auto">
          <a:xfrm>
            <a:off x="6477000" y="609600"/>
            <a:ext cx="762000" cy="762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11686" name="Line 6"/>
          <p:cNvSpPr>
            <a:spLocks noChangeShapeType="1"/>
          </p:cNvSpPr>
          <p:nvPr/>
        </p:nvSpPr>
        <p:spPr bwMode="auto">
          <a:xfrm flipV="1">
            <a:off x="4724400" y="838200"/>
            <a:ext cx="0" cy="1600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11687" name="Line 7"/>
          <p:cNvSpPr>
            <a:spLocks noChangeShapeType="1"/>
          </p:cNvSpPr>
          <p:nvPr/>
        </p:nvSpPr>
        <p:spPr bwMode="auto">
          <a:xfrm flipH="1">
            <a:off x="6477000" y="1676400"/>
            <a:ext cx="762000" cy="762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11688" name="Line 8"/>
          <p:cNvSpPr>
            <a:spLocks noChangeShapeType="1"/>
          </p:cNvSpPr>
          <p:nvPr/>
        </p:nvSpPr>
        <p:spPr bwMode="auto">
          <a:xfrm flipH="1" flipV="1">
            <a:off x="4648200" y="609600"/>
            <a:ext cx="1676400" cy="1676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11689" name="Line 9"/>
          <p:cNvSpPr>
            <a:spLocks noChangeShapeType="1"/>
          </p:cNvSpPr>
          <p:nvPr/>
        </p:nvSpPr>
        <p:spPr bwMode="auto">
          <a:xfrm flipH="1">
            <a:off x="4648200" y="762000"/>
            <a:ext cx="1676400" cy="1676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11690" name="Line 10"/>
          <p:cNvSpPr>
            <a:spLocks noChangeShapeType="1"/>
          </p:cNvSpPr>
          <p:nvPr/>
        </p:nvSpPr>
        <p:spPr bwMode="auto">
          <a:xfrm flipH="1" flipV="1">
            <a:off x="4648200" y="2438400"/>
            <a:ext cx="16002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11691" name="Line 11"/>
          <p:cNvSpPr>
            <a:spLocks noChangeShapeType="1"/>
          </p:cNvSpPr>
          <p:nvPr/>
        </p:nvSpPr>
        <p:spPr bwMode="auto">
          <a:xfrm flipH="1" flipV="1">
            <a:off x="4648200" y="609600"/>
            <a:ext cx="16002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11692" name="Line 12"/>
          <p:cNvSpPr>
            <a:spLocks noChangeShapeType="1"/>
          </p:cNvSpPr>
          <p:nvPr/>
        </p:nvSpPr>
        <p:spPr bwMode="auto">
          <a:xfrm flipV="1">
            <a:off x="2895600" y="838200"/>
            <a:ext cx="0" cy="1600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11693" name="Line 13"/>
          <p:cNvSpPr>
            <a:spLocks noChangeShapeType="1"/>
          </p:cNvSpPr>
          <p:nvPr/>
        </p:nvSpPr>
        <p:spPr bwMode="auto">
          <a:xfrm flipH="1" flipV="1">
            <a:off x="2819400" y="609600"/>
            <a:ext cx="1676400" cy="1676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11694" name="Line 14"/>
          <p:cNvSpPr>
            <a:spLocks noChangeShapeType="1"/>
          </p:cNvSpPr>
          <p:nvPr/>
        </p:nvSpPr>
        <p:spPr bwMode="auto">
          <a:xfrm flipH="1">
            <a:off x="2819400" y="762000"/>
            <a:ext cx="1676400" cy="1676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11695" name="Line 15"/>
          <p:cNvSpPr>
            <a:spLocks noChangeShapeType="1"/>
          </p:cNvSpPr>
          <p:nvPr/>
        </p:nvSpPr>
        <p:spPr bwMode="auto">
          <a:xfrm flipH="1" flipV="1">
            <a:off x="2819400" y="609600"/>
            <a:ext cx="16002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11696" name="Line 16"/>
          <p:cNvSpPr>
            <a:spLocks noChangeShapeType="1"/>
          </p:cNvSpPr>
          <p:nvPr/>
        </p:nvSpPr>
        <p:spPr bwMode="auto">
          <a:xfrm flipH="1" flipV="1">
            <a:off x="2819400" y="2438400"/>
            <a:ext cx="16002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11697" name="Line 17"/>
          <p:cNvSpPr>
            <a:spLocks noChangeShapeType="1"/>
          </p:cNvSpPr>
          <p:nvPr/>
        </p:nvSpPr>
        <p:spPr bwMode="auto">
          <a:xfrm flipH="1">
            <a:off x="1905000" y="762000"/>
            <a:ext cx="762000" cy="762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11698" name="Line 18"/>
          <p:cNvSpPr>
            <a:spLocks noChangeShapeType="1"/>
          </p:cNvSpPr>
          <p:nvPr/>
        </p:nvSpPr>
        <p:spPr bwMode="auto">
          <a:xfrm>
            <a:off x="1905000" y="1524000"/>
            <a:ext cx="762000" cy="762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11699" name="Text Box 19"/>
          <p:cNvSpPr txBox="1">
            <a:spLocks noChangeArrowheads="1"/>
          </p:cNvSpPr>
          <p:nvPr/>
        </p:nvSpPr>
        <p:spPr bwMode="auto">
          <a:xfrm>
            <a:off x="2895600" y="1295400"/>
            <a:ext cx="3048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it-IT" sz="2000" b="1">
                <a:latin typeface="Times New Roman" charset="0"/>
                <a:sym typeface="Symbol" charset="0"/>
              </a:rPr>
              <a:t>1</a:t>
            </a:r>
            <a:endParaRPr lang="en-GB" sz="2000" b="1">
              <a:latin typeface="Times New Roman" charset="0"/>
              <a:sym typeface="Symbol" charset="0"/>
            </a:endParaRPr>
          </a:p>
        </p:txBody>
      </p:sp>
      <p:sp>
        <p:nvSpPr>
          <p:cNvPr id="711700" name="Line 20"/>
          <p:cNvSpPr>
            <a:spLocks noChangeShapeType="1"/>
          </p:cNvSpPr>
          <p:nvPr/>
        </p:nvSpPr>
        <p:spPr bwMode="auto">
          <a:xfrm flipV="1">
            <a:off x="2743200" y="609600"/>
            <a:ext cx="0" cy="1600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11701" name="Line 21"/>
          <p:cNvSpPr>
            <a:spLocks noChangeShapeType="1"/>
          </p:cNvSpPr>
          <p:nvPr/>
        </p:nvSpPr>
        <p:spPr bwMode="auto">
          <a:xfrm flipV="1">
            <a:off x="4572000" y="609600"/>
            <a:ext cx="0" cy="1600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11702" name="Line 22"/>
          <p:cNvSpPr>
            <a:spLocks noChangeShapeType="1"/>
          </p:cNvSpPr>
          <p:nvPr/>
        </p:nvSpPr>
        <p:spPr bwMode="auto">
          <a:xfrm flipV="1">
            <a:off x="6400800" y="609600"/>
            <a:ext cx="0" cy="1600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11703" name="Text Box 23"/>
          <p:cNvSpPr txBox="1">
            <a:spLocks noChangeArrowheads="1"/>
          </p:cNvSpPr>
          <p:nvPr/>
        </p:nvSpPr>
        <p:spPr bwMode="auto">
          <a:xfrm>
            <a:off x="4724400" y="1295400"/>
            <a:ext cx="3365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it-IT" sz="2000" b="1">
                <a:latin typeface="Times New Roman" charset="0"/>
                <a:sym typeface="Symbol" charset="0"/>
              </a:rPr>
              <a:t></a:t>
            </a:r>
            <a:endParaRPr lang="en-GB" sz="2000" b="1">
              <a:latin typeface="Times New Roman" charset="0"/>
              <a:sym typeface="Symbol" charset="0"/>
            </a:endParaRPr>
          </a:p>
        </p:txBody>
      </p:sp>
      <p:sp>
        <p:nvSpPr>
          <p:cNvPr id="711704" name="Oval 24"/>
          <p:cNvSpPr>
            <a:spLocks noChangeArrowheads="1"/>
          </p:cNvSpPr>
          <p:nvPr/>
        </p:nvSpPr>
        <p:spPr bwMode="auto">
          <a:xfrm>
            <a:off x="2590800" y="381000"/>
            <a:ext cx="4572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it-IT" sz="2400" b="1" i="1">
                <a:latin typeface="Times New Roman" charset="0"/>
                <a:sym typeface="Symbol" charset="0"/>
              </a:rPr>
              <a:t>u</a:t>
            </a:r>
            <a:endParaRPr lang="it-IT" sz="2400" b="1" i="1">
              <a:latin typeface="Times New Roman" charset="0"/>
            </a:endParaRPr>
          </a:p>
        </p:txBody>
      </p:sp>
      <p:sp>
        <p:nvSpPr>
          <p:cNvPr id="711705" name="Oval 25"/>
          <p:cNvSpPr>
            <a:spLocks noChangeArrowheads="1"/>
          </p:cNvSpPr>
          <p:nvPr/>
        </p:nvSpPr>
        <p:spPr bwMode="auto">
          <a:xfrm>
            <a:off x="1676400" y="1295400"/>
            <a:ext cx="4572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it-IT" sz="2400" b="1" i="1">
                <a:latin typeface="Times New Roman" charset="0"/>
                <a:sym typeface="Symbol" charset="0"/>
              </a:rPr>
              <a:t>s</a:t>
            </a:r>
            <a:endParaRPr lang="it-IT" sz="2400" b="1" i="1">
              <a:latin typeface="Times New Roman" charset="0"/>
            </a:endParaRPr>
          </a:p>
        </p:txBody>
      </p:sp>
      <p:sp>
        <p:nvSpPr>
          <p:cNvPr id="711706" name="Oval 26"/>
          <p:cNvSpPr>
            <a:spLocks noChangeArrowheads="1"/>
          </p:cNvSpPr>
          <p:nvPr/>
        </p:nvSpPr>
        <p:spPr bwMode="auto">
          <a:xfrm>
            <a:off x="2590800" y="2209800"/>
            <a:ext cx="4572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it-IT" sz="2400" b="1" i="1">
                <a:latin typeface="Times New Roman" charset="0"/>
                <a:sym typeface="Symbol" charset="0"/>
              </a:rPr>
              <a:t>v</a:t>
            </a:r>
            <a:endParaRPr lang="it-IT" sz="2400" b="1" i="1">
              <a:latin typeface="Times New Roman" charset="0"/>
            </a:endParaRPr>
          </a:p>
        </p:txBody>
      </p:sp>
      <p:sp>
        <p:nvSpPr>
          <p:cNvPr id="711707" name="Oval 27"/>
          <p:cNvSpPr>
            <a:spLocks noChangeArrowheads="1"/>
          </p:cNvSpPr>
          <p:nvPr/>
        </p:nvSpPr>
        <p:spPr bwMode="auto">
          <a:xfrm>
            <a:off x="7162800" y="1295400"/>
            <a:ext cx="4572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it-IT" sz="2400" b="1" i="1">
                <a:latin typeface="Times New Roman" charset="0"/>
                <a:sym typeface="Symbol" charset="0"/>
              </a:rPr>
              <a:t>t</a:t>
            </a:r>
            <a:endParaRPr lang="it-IT" sz="2400" b="1" i="1">
              <a:latin typeface="Times New Roman" charset="0"/>
            </a:endParaRPr>
          </a:p>
        </p:txBody>
      </p:sp>
      <p:sp>
        <p:nvSpPr>
          <p:cNvPr id="711708" name="Oval 28"/>
          <p:cNvSpPr>
            <a:spLocks noChangeArrowheads="1"/>
          </p:cNvSpPr>
          <p:nvPr/>
        </p:nvSpPr>
        <p:spPr bwMode="auto">
          <a:xfrm>
            <a:off x="4419600" y="381000"/>
            <a:ext cx="4572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it-IT" sz="2400" b="1" i="1">
                <a:latin typeface="Times New Roman" charset="0"/>
                <a:sym typeface="Symbol" charset="0"/>
              </a:rPr>
              <a:t>x</a:t>
            </a:r>
            <a:endParaRPr lang="it-IT" sz="2400" b="1" i="1">
              <a:latin typeface="Times New Roman" charset="0"/>
            </a:endParaRPr>
          </a:p>
        </p:txBody>
      </p:sp>
      <p:sp>
        <p:nvSpPr>
          <p:cNvPr id="711709" name="Oval 29"/>
          <p:cNvSpPr>
            <a:spLocks noChangeArrowheads="1"/>
          </p:cNvSpPr>
          <p:nvPr/>
        </p:nvSpPr>
        <p:spPr bwMode="auto">
          <a:xfrm>
            <a:off x="4419600" y="2209800"/>
            <a:ext cx="4572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it-IT" sz="2400" b="1" i="1">
                <a:latin typeface="Times New Roman" charset="0"/>
                <a:sym typeface="Symbol" charset="0"/>
              </a:rPr>
              <a:t>y</a:t>
            </a:r>
            <a:endParaRPr lang="it-IT" sz="2400" b="1" i="1">
              <a:latin typeface="Times New Roman" charset="0"/>
            </a:endParaRPr>
          </a:p>
        </p:txBody>
      </p:sp>
      <p:sp>
        <p:nvSpPr>
          <p:cNvPr id="711710" name="Oval 30"/>
          <p:cNvSpPr>
            <a:spLocks noChangeArrowheads="1"/>
          </p:cNvSpPr>
          <p:nvPr/>
        </p:nvSpPr>
        <p:spPr bwMode="auto">
          <a:xfrm>
            <a:off x="6248400" y="381000"/>
            <a:ext cx="4572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it-IT" sz="2400" b="1" i="1">
                <a:latin typeface="Times New Roman" charset="0"/>
                <a:sym typeface="Symbol" charset="0"/>
              </a:rPr>
              <a:t>z</a:t>
            </a:r>
            <a:endParaRPr lang="it-IT" sz="2400" b="1" i="1">
              <a:latin typeface="Times New Roman" charset="0"/>
            </a:endParaRPr>
          </a:p>
        </p:txBody>
      </p:sp>
      <p:sp>
        <p:nvSpPr>
          <p:cNvPr id="711711" name="Oval 31"/>
          <p:cNvSpPr>
            <a:spLocks noChangeArrowheads="1"/>
          </p:cNvSpPr>
          <p:nvPr/>
        </p:nvSpPr>
        <p:spPr bwMode="auto">
          <a:xfrm>
            <a:off x="6248400" y="2209800"/>
            <a:ext cx="4572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it-IT" sz="2400" b="1" i="1">
                <a:latin typeface="Times New Roman" charset="0"/>
                <a:sym typeface="Symbol" charset="0"/>
              </a:rPr>
              <a:t>w</a:t>
            </a:r>
            <a:endParaRPr lang="it-IT" sz="2400" b="1" i="1">
              <a:latin typeface="Times New Roman" charset="0"/>
            </a:endParaRPr>
          </a:p>
        </p:txBody>
      </p:sp>
      <p:sp>
        <p:nvSpPr>
          <p:cNvPr id="711712" name="Text Box 32"/>
          <p:cNvSpPr txBox="1">
            <a:spLocks noChangeArrowheads="1"/>
          </p:cNvSpPr>
          <p:nvPr/>
        </p:nvSpPr>
        <p:spPr bwMode="auto">
          <a:xfrm>
            <a:off x="3276600" y="1828800"/>
            <a:ext cx="4572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it-IT" sz="2000" b="1">
                <a:latin typeface="Times New Roman" charset="0"/>
                <a:sym typeface="Symbol" charset="0"/>
              </a:rPr>
              <a:t>10</a:t>
            </a:r>
            <a:endParaRPr lang="en-GB" sz="2000" b="1">
              <a:latin typeface="Times New Roman" charset="0"/>
              <a:sym typeface="Symbol" charset="0"/>
            </a:endParaRPr>
          </a:p>
        </p:txBody>
      </p:sp>
      <p:sp>
        <p:nvSpPr>
          <p:cNvPr id="711713" name="Text Box 33"/>
          <p:cNvSpPr txBox="1">
            <a:spLocks noChangeArrowheads="1"/>
          </p:cNvSpPr>
          <p:nvPr/>
        </p:nvSpPr>
        <p:spPr bwMode="auto">
          <a:xfrm>
            <a:off x="3276600" y="838200"/>
            <a:ext cx="4572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it-IT" sz="2000" b="1">
                <a:latin typeface="Times New Roman" charset="0"/>
                <a:sym typeface="Symbol" charset="0"/>
              </a:rPr>
              <a:t>10</a:t>
            </a:r>
            <a:endParaRPr lang="en-GB" sz="2000" b="1">
              <a:latin typeface="Times New Roman" charset="0"/>
              <a:sym typeface="Symbol" charset="0"/>
            </a:endParaRPr>
          </a:p>
        </p:txBody>
      </p:sp>
      <p:sp>
        <p:nvSpPr>
          <p:cNvPr id="711714" name="Text Box 34"/>
          <p:cNvSpPr txBox="1">
            <a:spLocks noChangeArrowheads="1"/>
          </p:cNvSpPr>
          <p:nvPr/>
        </p:nvSpPr>
        <p:spPr bwMode="auto">
          <a:xfrm>
            <a:off x="6019800" y="1371600"/>
            <a:ext cx="4572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it-IT" sz="2000" b="1">
                <a:latin typeface="Times New Roman" charset="0"/>
                <a:sym typeface="Symbol" charset="0"/>
              </a:rPr>
              <a:t>10</a:t>
            </a:r>
            <a:endParaRPr lang="en-GB" sz="2000" b="1">
              <a:latin typeface="Times New Roman" charset="0"/>
              <a:sym typeface="Symbol" charset="0"/>
            </a:endParaRPr>
          </a:p>
        </p:txBody>
      </p:sp>
      <p:sp>
        <p:nvSpPr>
          <p:cNvPr id="711715" name="Text Box 35"/>
          <p:cNvSpPr txBox="1">
            <a:spLocks noChangeArrowheads="1"/>
          </p:cNvSpPr>
          <p:nvPr/>
        </p:nvSpPr>
        <p:spPr bwMode="auto">
          <a:xfrm>
            <a:off x="3962400" y="1295400"/>
            <a:ext cx="6858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it-IT" sz="2000" b="1">
                <a:latin typeface="Times New Roman" charset="0"/>
                <a:sym typeface="Symbol" charset="0"/>
              </a:rPr>
              <a:t>10-</a:t>
            </a:r>
            <a:endParaRPr lang="en-GB" sz="2000" b="1">
              <a:latin typeface="Times New Roman" charset="0"/>
              <a:sym typeface="Symbol" charset="0"/>
            </a:endParaRPr>
          </a:p>
        </p:txBody>
      </p:sp>
      <p:sp>
        <p:nvSpPr>
          <p:cNvPr id="711716" name="Text Box 36"/>
          <p:cNvSpPr txBox="1">
            <a:spLocks noChangeArrowheads="1"/>
          </p:cNvSpPr>
          <p:nvPr/>
        </p:nvSpPr>
        <p:spPr bwMode="auto">
          <a:xfrm>
            <a:off x="2438400" y="1295400"/>
            <a:ext cx="3048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it-IT" sz="2000" b="1">
                <a:latin typeface="Times New Roman" charset="0"/>
                <a:sym typeface="Symbol" charset="0"/>
              </a:rPr>
              <a:t>9</a:t>
            </a:r>
            <a:endParaRPr lang="en-GB" sz="2000" b="1">
              <a:latin typeface="Times New Roman" charset="0"/>
              <a:sym typeface="Symbol" charset="0"/>
            </a:endParaRPr>
          </a:p>
        </p:txBody>
      </p:sp>
      <p:sp>
        <p:nvSpPr>
          <p:cNvPr id="711717" name="Text Box 37"/>
          <p:cNvSpPr txBox="1">
            <a:spLocks noChangeArrowheads="1"/>
          </p:cNvSpPr>
          <p:nvPr/>
        </p:nvSpPr>
        <p:spPr bwMode="auto">
          <a:xfrm>
            <a:off x="5334000" y="228600"/>
            <a:ext cx="4572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it-IT" sz="2000" b="1">
                <a:latin typeface="Times New Roman" charset="0"/>
                <a:sym typeface="Symbol" charset="0"/>
              </a:rPr>
              <a:t>10</a:t>
            </a:r>
            <a:endParaRPr lang="en-GB" sz="2000" b="1">
              <a:latin typeface="Times New Roman" charset="0"/>
              <a:sym typeface="Symbol" charset="0"/>
            </a:endParaRPr>
          </a:p>
        </p:txBody>
      </p:sp>
      <p:sp>
        <p:nvSpPr>
          <p:cNvPr id="711718" name="Text Box 38"/>
          <p:cNvSpPr txBox="1">
            <a:spLocks noChangeArrowheads="1"/>
          </p:cNvSpPr>
          <p:nvPr/>
        </p:nvSpPr>
        <p:spPr bwMode="auto">
          <a:xfrm>
            <a:off x="3429000" y="228600"/>
            <a:ext cx="4572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it-IT" sz="2000" b="1">
                <a:latin typeface="Times New Roman" charset="0"/>
                <a:sym typeface="Symbol" charset="0"/>
              </a:rPr>
              <a:t>10</a:t>
            </a:r>
            <a:endParaRPr lang="en-GB" sz="2000" b="1">
              <a:latin typeface="Times New Roman" charset="0"/>
              <a:sym typeface="Symbol" charset="0"/>
            </a:endParaRPr>
          </a:p>
        </p:txBody>
      </p:sp>
      <p:sp>
        <p:nvSpPr>
          <p:cNvPr id="711719" name="Text Box 39"/>
          <p:cNvSpPr txBox="1">
            <a:spLocks noChangeArrowheads="1"/>
          </p:cNvSpPr>
          <p:nvPr/>
        </p:nvSpPr>
        <p:spPr bwMode="auto">
          <a:xfrm>
            <a:off x="1981200" y="762000"/>
            <a:ext cx="4572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it-IT" sz="2000" b="1">
                <a:latin typeface="Times New Roman" charset="0"/>
                <a:sym typeface="Symbol" charset="0"/>
              </a:rPr>
              <a:t>10</a:t>
            </a:r>
            <a:endParaRPr lang="en-GB" sz="2000" b="1">
              <a:latin typeface="Times New Roman" charset="0"/>
              <a:sym typeface="Symbol" charset="0"/>
            </a:endParaRPr>
          </a:p>
        </p:txBody>
      </p:sp>
      <p:sp>
        <p:nvSpPr>
          <p:cNvPr id="711720" name="Text Box 40"/>
          <p:cNvSpPr txBox="1">
            <a:spLocks noChangeArrowheads="1"/>
          </p:cNvSpPr>
          <p:nvPr/>
        </p:nvSpPr>
        <p:spPr bwMode="auto">
          <a:xfrm>
            <a:off x="1905000" y="1828800"/>
            <a:ext cx="4572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it-IT" sz="2000" b="1">
                <a:latin typeface="Times New Roman" charset="0"/>
                <a:sym typeface="Symbol" charset="0"/>
              </a:rPr>
              <a:t>10</a:t>
            </a:r>
            <a:endParaRPr lang="en-GB" sz="2000" b="1">
              <a:latin typeface="Times New Roman" charset="0"/>
              <a:sym typeface="Symbol" charset="0"/>
            </a:endParaRPr>
          </a:p>
        </p:txBody>
      </p:sp>
      <p:sp>
        <p:nvSpPr>
          <p:cNvPr id="711721" name="Text Box 41"/>
          <p:cNvSpPr txBox="1">
            <a:spLocks noChangeArrowheads="1"/>
          </p:cNvSpPr>
          <p:nvPr/>
        </p:nvSpPr>
        <p:spPr bwMode="auto">
          <a:xfrm>
            <a:off x="3505200" y="2362200"/>
            <a:ext cx="4572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it-IT" sz="2000" b="1">
                <a:latin typeface="Times New Roman" charset="0"/>
                <a:sym typeface="Symbol" charset="0"/>
              </a:rPr>
              <a:t>10</a:t>
            </a:r>
            <a:endParaRPr lang="en-GB" sz="2000" b="1">
              <a:latin typeface="Times New Roman" charset="0"/>
              <a:sym typeface="Symbol" charset="0"/>
            </a:endParaRPr>
          </a:p>
        </p:txBody>
      </p:sp>
      <p:sp>
        <p:nvSpPr>
          <p:cNvPr id="711722" name="Text Box 42"/>
          <p:cNvSpPr txBox="1">
            <a:spLocks noChangeArrowheads="1"/>
          </p:cNvSpPr>
          <p:nvPr/>
        </p:nvSpPr>
        <p:spPr bwMode="auto">
          <a:xfrm>
            <a:off x="5334000" y="2362200"/>
            <a:ext cx="4572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it-IT" sz="2000" b="1">
                <a:latin typeface="Times New Roman" charset="0"/>
                <a:sym typeface="Symbol" charset="0"/>
              </a:rPr>
              <a:t>10</a:t>
            </a:r>
            <a:endParaRPr lang="en-GB" sz="2000" b="1">
              <a:latin typeface="Times New Roman" charset="0"/>
              <a:sym typeface="Symbol" charset="0"/>
            </a:endParaRPr>
          </a:p>
        </p:txBody>
      </p:sp>
      <p:sp>
        <p:nvSpPr>
          <p:cNvPr id="711723" name="Text Box 43"/>
          <p:cNvSpPr txBox="1">
            <a:spLocks noChangeArrowheads="1"/>
          </p:cNvSpPr>
          <p:nvPr/>
        </p:nvSpPr>
        <p:spPr bwMode="auto">
          <a:xfrm>
            <a:off x="6781800" y="1905000"/>
            <a:ext cx="4572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it-IT" sz="2000" b="1">
                <a:latin typeface="Times New Roman" charset="0"/>
                <a:sym typeface="Symbol" charset="0"/>
              </a:rPr>
              <a:t>10</a:t>
            </a:r>
            <a:endParaRPr lang="en-GB" sz="2000" b="1">
              <a:latin typeface="Times New Roman" charset="0"/>
              <a:sym typeface="Symbol" charset="0"/>
            </a:endParaRPr>
          </a:p>
        </p:txBody>
      </p:sp>
      <p:sp>
        <p:nvSpPr>
          <p:cNvPr id="711724" name="Text Box 44"/>
          <p:cNvSpPr txBox="1">
            <a:spLocks noChangeArrowheads="1"/>
          </p:cNvSpPr>
          <p:nvPr/>
        </p:nvSpPr>
        <p:spPr bwMode="auto">
          <a:xfrm>
            <a:off x="6781800" y="685800"/>
            <a:ext cx="4572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it-IT" sz="2000" b="1">
                <a:latin typeface="Times New Roman" charset="0"/>
                <a:sym typeface="Symbol" charset="0"/>
              </a:rPr>
              <a:t>10</a:t>
            </a:r>
            <a:endParaRPr lang="en-GB" sz="2000" b="1">
              <a:latin typeface="Times New Roman" charset="0"/>
              <a:sym typeface="Symbol" charset="0"/>
            </a:endParaRPr>
          </a:p>
        </p:txBody>
      </p:sp>
      <p:sp>
        <p:nvSpPr>
          <p:cNvPr id="711725" name="Text Box 45"/>
          <p:cNvSpPr txBox="1">
            <a:spLocks noChangeArrowheads="1"/>
          </p:cNvSpPr>
          <p:nvPr/>
        </p:nvSpPr>
        <p:spPr bwMode="auto">
          <a:xfrm>
            <a:off x="5105400" y="1828800"/>
            <a:ext cx="4572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it-IT" sz="2000" b="1">
                <a:latin typeface="Times New Roman" charset="0"/>
                <a:sym typeface="Symbol" charset="0"/>
              </a:rPr>
              <a:t>10</a:t>
            </a:r>
            <a:endParaRPr lang="en-GB" sz="2000" b="1">
              <a:latin typeface="Times New Roman" charset="0"/>
              <a:sym typeface="Symbol" charset="0"/>
            </a:endParaRPr>
          </a:p>
        </p:txBody>
      </p:sp>
      <p:sp>
        <p:nvSpPr>
          <p:cNvPr id="711726" name="Text Box 46"/>
          <p:cNvSpPr txBox="1">
            <a:spLocks noChangeArrowheads="1"/>
          </p:cNvSpPr>
          <p:nvPr/>
        </p:nvSpPr>
        <p:spPr bwMode="auto">
          <a:xfrm>
            <a:off x="5105400" y="838200"/>
            <a:ext cx="4572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it-IT" sz="2000" b="1">
                <a:latin typeface="Times New Roman" charset="0"/>
                <a:sym typeface="Symbol" charset="0"/>
              </a:rPr>
              <a:t>10</a:t>
            </a:r>
            <a:endParaRPr lang="en-GB" sz="2000" b="1">
              <a:latin typeface="Times New Roman" charset="0"/>
              <a:sym typeface="Symbol" charset="0"/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3730" name="Group 2"/>
          <p:cNvGrpSpPr>
            <a:grpSpLocks/>
          </p:cNvGrpSpPr>
          <p:nvPr/>
        </p:nvGrpSpPr>
        <p:grpSpPr bwMode="auto">
          <a:xfrm>
            <a:off x="1905000" y="762000"/>
            <a:ext cx="5334000" cy="1828800"/>
            <a:chOff x="1200" y="384"/>
            <a:chExt cx="3360" cy="1152"/>
          </a:xfrm>
        </p:grpSpPr>
        <p:sp>
          <p:nvSpPr>
            <p:cNvPr id="713731" name="Line 3"/>
            <p:cNvSpPr>
              <a:spLocks noChangeShapeType="1"/>
            </p:cNvSpPr>
            <p:nvPr/>
          </p:nvSpPr>
          <p:spPr bwMode="auto">
            <a:xfrm>
              <a:off x="4032" y="384"/>
              <a:ext cx="0" cy="1008"/>
            </a:xfrm>
            <a:prstGeom prst="line">
              <a:avLst/>
            </a:prstGeom>
            <a:noFill/>
            <a:ln w="101600">
              <a:solidFill>
                <a:srgbClr val="00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13732" name="Line 4"/>
            <p:cNvSpPr>
              <a:spLocks noChangeShapeType="1"/>
            </p:cNvSpPr>
            <p:nvPr/>
          </p:nvSpPr>
          <p:spPr bwMode="auto">
            <a:xfrm flipV="1">
              <a:off x="4080" y="1056"/>
              <a:ext cx="480" cy="480"/>
            </a:xfrm>
            <a:prstGeom prst="line">
              <a:avLst/>
            </a:prstGeom>
            <a:noFill/>
            <a:ln w="101600">
              <a:solidFill>
                <a:srgbClr val="00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13733" name="Line 5"/>
            <p:cNvSpPr>
              <a:spLocks noChangeShapeType="1"/>
            </p:cNvSpPr>
            <p:nvPr/>
          </p:nvSpPr>
          <p:spPr bwMode="auto">
            <a:xfrm>
              <a:off x="2928" y="384"/>
              <a:ext cx="1008" cy="0"/>
            </a:xfrm>
            <a:prstGeom prst="line">
              <a:avLst/>
            </a:prstGeom>
            <a:noFill/>
            <a:ln w="101600">
              <a:solidFill>
                <a:srgbClr val="00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13734" name="Line 6"/>
            <p:cNvSpPr>
              <a:spLocks noChangeShapeType="1"/>
            </p:cNvSpPr>
            <p:nvPr/>
          </p:nvSpPr>
          <p:spPr bwMode="auto">
            <a:xfrm flipV="1">
              <a:off x="2976" y="528"/>
              <a:ext cx="0" cy="1008"/>
            </a:xfrm>
            <a:prstGeom prst="line">
              <a:avLst/>
            </a:prstGeom>
            <a:noFill/>
            <a:ln w="101600">
              <a:solidFill>
                <a:srgbClr val="00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13735" name="Line 7"/>
            <p:cNvSpPr>
              <a:spLocks noChangeShapeType="1"/>
            </p:cNvSpPr>
            <p:nvPr/>
          </p:nvSpPr>
          <p:spPr bwMode="auto">
            <a:xfrm>
              <a:off x="1776" y="384"/>
              <a:ext cx="1056" cy="1056"/>
            </a:xfrm>
            <a:prstGeom prst="line">
              <a:avLst/>
            </a:prstGeom>
            <a:noFill/>
            <a:ln w="101600">
              <a:solidFill>
                <a:srgbClr val="00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13736" name="Line 8"/>
            <p:cNvSpPr>
              <a:spLocks noChangeShapeType="1"/>
            </p:cNvSpPr>
            <p:nvPr/>
          </p:nvSpPr>
          <p:spPr bwMode="auto">
            <a:xfrm flipV="1">
              <a:off x="1824" y="480"/>
              <a:ext cx="0" cy="1056"/>
            </a:xfrm>
            <a:prstGeom prst="line">
              <a:avLst/>
            </a:prstGeom>
            <a:noFill/>
            <a:ln w="101600">
              <a:solidFill>
                <a:srgbClr val="00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13737" name="Line 9"/>
            <p:cNvSpPr>
              <a:spLocks noChangeShapeType="1"/>
            </p:cNvSpPr>
            <p:nvPr/>
          </p:nvSpPr>
          <p:spPr bwMode="auto">
            <a:xfrm>
              <a:off x="1200" y="960"/>
              <a:ext cx="480" cy="480"/>
            </a:xfrm>
            <a:prstGeom prst="line">
              <a:avLst/>
            </a:prstGeom>
            <a:noFill/>
            <a:ln w="101600">
              <a:solidFill>
                <a:srgbClr val="00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13738" name="Group 10"/>
          <p:cNvGrpSpPr>
            <a:grpSpLocks/>
          </p:cNvGrpSpPr>
          <p:nvPr/>
        </p:nvGrpSpPr>
        <p:grpSpPr bwMode="auto">
          <a:xfrm>
            <a:off x="1676400" y="533400"/>
            <a:ext cx="5943600" cy="2286000"/>
            <a:chOff x="1056" y="336"/>
            <a:chExt cx="3744" cy="1440"/>
          </a:xfrm>
        </p:grpSpPr>
        <p:sp>
          <p:nvSpPr>
            <p:cNvPr id="713739" name="Line 11"/>
            <p:cNvSpPr>
              <a:spLocks noChangeShapeType="1"/>
            </p:cNvSpPr>
            <p:nvPr/>
          </p:nvSpPr>
          <p:spPr bwMode="auto">
            <a:xfrm>
              <a:off x="4080" y="480"/>
              <a:ext cx="480" cy="48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3740" name="Line 12"/>
            <p:cNvSpPr>
              <a:spLocks noChangeShapeType="1"/>
            </p:cNvSpPr>
            <p:nvPr/>
          </p:nvSpPr>
          <p:spPr bwMode="auto">
            <a:xfrm flipV="1">
              <a:off x="2976" y="624"/>
              <a:ext cx="0" cy="100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3741" name="Line 13"/>
            <p:cNvSpPr>
              <a:spLocks noChangeShapeType="1"/>
            </p:cNvSpPr>
            <p:nvPr/>
          </p:nvSpPr>
          <p:spPr bwMode="auto">
            <a:xfrm flipH="1">
              <a:off x="4080" y="1152"/>
              <a:ext cx="480" cy="48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3742" name="Line 14"/>
            <p:cNvSpPr>
              <a:spLocks noChangeShapeType="1"/>
            </p:cNvSpPr>
            <p:nvPr/>
          </p:nvSpPr>
          <p:spPr bwMode="auto">
            <a:xfrm flipH="1" flipV="1">
              <a:off x="2928" y="480"/>
              <a:ext cx="1056" cy="105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3743" name="Line 15"/>
            <p:cNvSpPr>
              <a:spLocks noChangeShapeType="1"/>
            </p:cNvSpPr>
            <p:nvPr/>
          </p:nvSpPr>
          <p:spPr bwMode="auto">
            <a:xfrm flipH="1">
              <a:off x="2928" y="576"/>
              <a:ext cx="1056" cy="105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3744" name="Line 16"/>
            <p:cNvSpPr>
              <a:spLocks noChangeShapeType="1"/>
            </p:cNvSpPr>
            <p:nvPr/>
          </p:nvSpPr>
          <p:spPr bwMode="auto">
            <a:xfrm flipH="1" flipV="1">
              <a:off x="2928" y="1632"/>
              <a:ext cx="100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3745" name="Line 17"/>
            <p:cNvSpPr>
              <a:spLocks noChangeShapeType="1"/>
            </p:cNvSpPr>
            <p:nvPr/>
          </p:nvSpPr>
          <p:spPr bwMode="auto">
            <a:xfrm flipH="1" flipV="1">
              <a:off x="2928" y="480"/>
              <a:ext cx="100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3746" name="Line 18"/>
            <p:cNvSpPr>
              <a:spLocks noChangeShapeType="1"/>
            </p:cNvSpPr>
            <p:nvPr/>
          </p:nvSpPr>
          <p:spPr bwMode="auto">
            <a:xfrm flipV="1">
              <a:off x="1824" y="624"/>
              <a:ext cx="0" cy="100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3747" name="Line 19"/>
            <p:cNvSpPr>
              <a:spLocks noChangeShapeType="1"/>
            </p:cNvSpPr>
            <p:nvPr/>
          </p:nvSpPr>
          <p:spPr bwMode="auto">
            <a:xfrm flipH="1" flipV="1">
              <a:off x="1776" y="480"/>
              <a:ext cx="1056" cy="105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3748" name="Line 20"/>
            <p:cNvSpPr>
              <a:spLocks noChangeShapeType="1"/>
            </p:cNvSpPr>
            <p:nvPr/>
          </p:nvSpPr>
          <p:spPr bwMode="auto">
            <a:xfrm flipH="1">
              <a:off x="1776" y="576"/>
              <a:ext cx="1056" cy="105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3749" name="Line 21"/>
            <p:cNvSpPr>
              <a:spLocks noChangeShapeType="1"/>
            </p:cNvSpPr>
            <p:nvPr/>
          </p:nvSpPr>
          <p:spPr bwMode="auto">
            <a:xfrm flipH="1" flipV="1">
              <a:off x="1776" y="480"/>
              <a:ext cx="100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3750" name="Line 22"/>
            <p:cNvSpPr>
              <a:spLocks noChangeShapeType="1"/>
            </p:cNvSpPr>
            <p:nvPr/>
          </p:nvSpPr>
          <p:spPr bwMode="auto">
            <a:xfrm flipH="1" flipV="1">
              <a:off x="1776" y="1632"/>
              <a:ext cx="100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3751" name="Line 23"/>
            <p:cNvSpPr>
              <a:spLocks noChangeShapeType="1"/>
            </p:cNvSpPr>
            <p:nvPr/>
          </p:nvSpPr>
          <p:spPr bwMode="auto">
            <a:xfrm flipH="1">
              <a:off x="1200" y="576"/>
              <a:ext cx="480" cy="48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3752" name="Line 24"/>
            <p:cNvSpPr>
              <a:spLocks noChangeShapeType="1"/>
            </p:cNvSpPr>
            <p:nvPr/>
          </p:nvSpPr>
          <p:spPr bwMode="auto">
            <a:xfrm>
              <a:off x="1200" y="1056"/>
              <a:ext cx="480" cy="48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3753" name="Text Box 25"/>
            <p:cNvSpPr txBox="1">
              <a:spLocks noChangeArrowheads="1"/>
            </p:cNvSpPr>
            <p:nvPr/>
          </p:nvSpPr>
          <p:spPr bwMode="auto">
            <a:xfrm>
              <a:off x="1824" y="912"/>
              <a:ext cx="19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hangingPunct="0"/>
              <a:r>
                <a:rPr lang="it-IT" sz="2000" b="1">
                  <a:latin typeface="Times New Roman" charset="0"/>
                  <a:sym typeface="Symbol" charset="0"/>
                </a:rPr>
                <a:t>1</a:t>
              </a:r>
              <a:endParaRPr lang="en-GB" sz="2000" b="1">
                <a:latin typeface="Times New Roman" charset="0"/>
                <a:sym typeface="Symbol" charset="0"/>
              </a:endParaRPr>
            </a:p>
          </p:txBody>
        </p:sp>
        <p:sp>
          <p:nvSpPr>
            <p:cNvPr id="713754" name="Line 26"/>
            <p:cNvSpPr>
              <a:spLocks noChangeShapeType="1"/>
            </p:cNvSpPr>
            <p:nvPr/>
          </p:nvSpPr>
          <p:spPr bwMode="auto">
            <a:xfrm flipV="1">
              <a:off x="1728" y="480"/>
              <a:ext cx="0" cy="100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3755" name="Line 27"/>
            <p:cNvSpPr>
              <a:spLocks noChangeShapeType="1"/>
            </p:cNvSpPr>
            <p:nvPr/>
          </p:nvSpPr>
          <p:spPr bwMode="auto">
            <a:xfrm flipV="1">
              <a:off x="2880" y="480"/>
              <a:ext cx="0" cy="100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3756" name="Line 28"/>
            <p:cNvSpPr>
              <a:spLocks noChangeShapeType="1"/>
            </p:cNvSpPr>
            <p:nvPr/>
          </p:nvSpPr>
          <p:spPr bwMode="auto">
            <a:xfrm flipV="1">
              <a:off x="4032" y="480"/>
              <a:ext cx="0" cy="100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3757" name="Text Box 29"/>
            <p:cNvSpPr txBox="1">
              <a:spLocks noChangeArrowheads="1"/>
            </p:cNvSpPr>
            <p:nvPr/>
          </p:nvSpPr>
          <p:spPr bwMode="auto">
            <a:xfrm>
              <a:off x="2976" y="912"/>
              <a:ext cx="21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000" b="1">
                  <a:latin typeface="Times New Roman" charset="0"/>
                  <a:sym typeface="Symbol" charset="0"/>
                </a:rPr>
                <a:t></a:t>
              </a:r>
              <a:endParaRPr lang="en-GB" sz="2000" b="1">
                <a:latin typeface="Times New Roman" charset="0"/>
                <a:sym typeface="Symbol" charset="0"/>
              </a:endParaRPr>
            </a:p>
          </p:txBody>
        </p:sp>
        <p:sp>
          <p:nvSpPr>
            <p:cNvPr id="713758" name="Oval 30"/>
            <p:cNvSpPr>
              <a:spLocks noChangeArrowheads="1"/>
            </p:cNvSpPr>
            <p:nvPr/>
          </p:nvSpPr>
          <p:spPr bwMode="auto">
            <a:xfrm>
              <a:off x="1632" y="336"/>
              <a:ext cx="288" cy="288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it-IT" sz="2400" b="1" i="1">
                  <a:latin typeface="Times New Roman" charset="0"/>
                  <a:sym typeface="Symbol" charset="0"/>
                </a:rPr>
                <a:t>u</a:t>
              </a:r>
              <a:endParaRPr lang="it-IT" sz="2400" b="1" i="1">
                <a:latin typeface="Times New Roman" charset="0"/>
              </a:endParaRPr>
            </a:p>
          </p:txBody>
        </p:sp>
        <p:sp>
          <p:nvSpPr>
            <p:cNvPr id="713759" name="Oval 31"/>
            <p:cNvSpPr>
              <a:spLocks noChangeArrowheads="1"/>
            </p:cNvSpPr>
            <p:nvPr/>
          </p:nvSpPr>
          <p:spPr bwMode="auto">
            <a:xfrm>
              <a:off x="1056" y="912"/>
              <a:ext cx="288" cy="288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it-IT" sz="2400" b="1" i="1">
                  <a:latin typeface="Times New Roman" charset="0"/>
                  <a:sym typeface="Symbol" charset="0"/>
                </a:rPr>
                <a:t>s</a:t>
              </a:r>
              <a:endParaRPr lang="it-IT" sz="2400" b="1" i="1">
                <a:latin typeface="Times New Roman" charset="0"/>
              </a:endParaRPr>
            </a:p>
          </p:txBody>
        </p:sp>
        <p:sp>
          <p:nvSpPr>
            <p:cNvPr id="713760" name="Oval 32"/>
            <p:cNvSpPr>
              <a:spLocks noChangeArrowheads="1"/>
            </p:cNvSpPr>
            <p:nvPr/>
          </p:nvSpPr>
          <p:spPr bwMode="auto">
            <a:xfrm>
              <a:off x="1632" y="1488"/>
              <a:ext cx="288" cy="288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it-IT" sz="2400" b="1" i="1">
                  <a:latin typeface="Times New Roman" charset="0"/>
                  <a:sym typeface="Symbol" charset="0"/>
                </a:rPr>
                <a:t>v</a:t>
              </a:r>
              <a:endParaRPr lang="it-IT" sz="2400" b="1" i="1">
                <a:latin typeface="Times New Roman" charset="0"/>
              </a:endParaRPr>
            </a:p>
          </p:txBody>
        </p:sp>
        <p:sp>
          <p:nvSpPr>
            <p:cNvPr id="713761" name="Oval 33"/>
            <p:cNvSpPr>
              <a:spLocks noChangeArrowheads="1"/>
            </p:cNvSpPr>
            <p:nvPr/>
          </p:nvSpPr>
          <p:spPr bwMode="auto">
            <a:xfrm>
              <a:off x="4512" y="912"/>
              <a:ext cx="288" cy="288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it-IT" sz="2400" b="1" i="1">
                  <a:latin typeface="Times New Roman" charset="0"/>
                  <a:sym typeface="Symbol" charset="0"/>
                </a:rPr>
                <a:t>t</a:t>
              </a:r>
              <a:endParaRPr lang="it-IT" sz="2400" b="1" i="1">
                <a:latin typeface="Times New Roman" charset="0"/>
              </a:endParaRPr>
            </a:p>
          </p:txBody>
        </p:sp>
        <p:sp>
          <p:nvSpPr>
            <p:cNvPr id="713762" name="Oval 34"/>
            <p:cNvSpPr>
              <a:spLocks noChangeArrowheads="1"/>
            </p:cNvSpPr>
            <p:nvPr/>
          </p:nvSpPr>
          <p:spPr bwMode="auto">
            <a:xfrm>
              <a:off x="2784" y="336"/>
              <a:ext cx="288" cy="288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it-IT" sz="2400" b="1" i="1">
                  <a:latin typeface="Times New Roman" charset="0"/>
                  <a:sym typeface="Symbol" charset="0"/>
                </a:rPr>
                <a:t>x</a:t>
              </a:r>
              <a:endParaRPr lang="it-IT" sz="2400" b="1" i="1">
                <a:latin typeface="Times New Roman" charset="0"/>
              </a:endParaRPr>
            </a:p>
          </p:txBody>
        </p:sp>
        <p:sp>
          <p:nvSpPr>
            <p:cNvPr id="713763" name="Oval 35"/>
            <p:cNvSpPr>
              <a:spLocks noChangeArrowheads="1"/>
            </p:cNvSpPr>
            <p:nvPr/>
          </p:nvSpPr>
          <p:spPr bwMode="auto">
            <a:xfrm>
              <a:off x="2784" y="1488"/>
              <a:ext cx="288" cy="288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it-IT" sz="2400" b="1" i="1">
                  <a:latin typeface="Times New Roman" charset="0"/>
                  <a:sym typeface="Symbol" charset="0"/>
                </a:rPr>
                <a:t>y</a:t>
              </a:r>
              <a:endParaRPr lang="it-IT" sz="2400" b="1" i="1">
                <a:latin typeface="Times New Roman" charset="0"/>
              </a:endParaRPr>
            </a:p>
          </p:txBody>
        </p:sp>
        <p:sp>
          <p:nvSpPr>
            <p:cNvPr id="713764" name="Oval 36"/>
            <p:cNvSpPr>
              <a:spLocks noChangeArrowheads="1"/>
            </p:cNvSpPr>
            <p:nvPr/>
          </p:nvSpPr>
          <p:spPr bwMode="auto">
            <a:xfrm>
              <a:off x="3936" y="336"/>
              <a:ext cx="288" cy="288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it-IT" sz="2400" b="1" i="1">
                  <a:latin typeface="Times New Roman" charset="0"/>
                  <a:sym typeface="Symbol" charset="0"/>
                </a:rPr>
                <a:t>z</a:t>
              </a:r>
              <a:endParaRPr lang="it-IT" sz="2400" b="1" i="1">
                <a:latin typeface="Times New Roman" charset="0"/>
              </a:endParaRPr>
            </a:p>
          </p:txBody>
        </p:sp>
        <p:sp>
          <p:nvSpPr>
            <p:cNvPr id="713765" name="Oval 37"/>
            <p:cNvSpPr>
              <a:spLocks noChangeArrowheads="1"/>
            </p:cNvSpPr>
            <p:nvPr/>
          </p:nvSpPr>
          <p:spPr bwMode="auto">
            <a:xfrm>
              <a:off x="3936" y="1488"/>
              <a:ext cx="288" cy="288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it-IT" sz="2400" b="1" i="1">
                  <a:latin typeface="Times New Roman" charset="0"/>
                  <a:sym typeface="Symbol" charset="0"/>
                </a:rPr>
                <a:t>w</a:t>
              </a:r>
              <a:endParaRPr lang="it-IT" sz="2400" b="1" i="1">
                <a:latin typeface="Times New Roman" charset="0"/>
              </a:endParaRPr>
            </a:p>
          </p:txBody>
        </p:sp>
      </p:grpSp>
      <p:grpSp>
        <p:nvGrpSpPr>
          <p:cNvPr id="713766" name="Group 38"/>
          <p:cNvGrpSpPr>
            <a:grpSpLocks/>
          </p:cNvGrpSpPr>
          <p:nvPr/>
        </p:nvGrpSpPr>
        <p:grpSpPr bwMode="auto">
          <a:xfrm>
            <a:off x="1676400" y="3276600"/>
            <a:ext cx="5943600" cy="2514600"/>
            <a:chOff x="1056" y="2064"/>
            <a:chExt cx="3744" cy="1584"/>
          </a:xfrm>
        </p:grpSpPr>
        <p:sp>
          <p:nvSpPr>
            <p:cNvPr id="713767" name="Line 39"/>
            <p:cNvSpPr>
              <a:spLocks noChangeShapeType="1"/>
            </p:cNvSpPr>
            <p:nvPr/>
          </p:nvSpPr>
          <p:spPr bwMode="auto">
            <a:xfrm flipV="1">
              <a:off x="4128" y="2496"/>
              <a:ext cx="0" cy="100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3768" name="Line 40"/>
            <p:cNvSpPr>
              <a:spLocks noChangeShapeType="1"/>
            </p:cNvSpPr>
            <p:nvPr/>
          </p:nvSpPr>
          <p:spPr bwMode="auto">
            <a:xfrm flipH="1" flipV="1">
              <a:off x="3072" y="2304"/>
              <a:ext cx="100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3769" name="Line 41"/>
            <p:cNvSpPr>
              <a:spLocks noChangeShapeType="1"/>
            </p:cNvSpPr>
            <p:nvPr/>
          </p:nvSpPr>
          <p:spPr bwMode="auto">
            <a:xfrm flipH="1" flipV="1">
              <a:off x="1872" y="2496"/>
              <a:ext cx="1008" cy="100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3770" name="Line 42"/>
            <p:cNvSpPr>
              <a:spLocks noChangeShapeType="1"/>
            </p:cNvSpPr>
            <p:nvPr/>
          </p:nvSpPr>
          <p:spPr bwMode="auto">
            <a:xfrm>
              <a:off x="1296" y="3072"/>
              <a:ext cx="432" cy="43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3771" name="Line 43"/>
            <p:cNvSpPr>
              <a:spLocks noChangeShapeType="1"/>
            </p:cNvSpPr>
            <p:nvPr/>
          </p:nvSpPr>
          <p:spPr bwMode="auto">
            <a:xfrm>
              <a:off x="4080" y="2352"/>
              <a:ext cx="480" cy="48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3772" name="Line 44"/>
            <p:cNvSpPr>
              <a:spLocks noChangeShapeType="1"/>
            </p:cNvSpPr>
            <p:nvPr/>
          </p:nvSpPr>
          <p:spPr bwMode="auto">
            <a:xfrm flipV="1">
              <a:off x="2976" y="2496"/>
              <a:ext cx="0" cy="100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3773" name="Line 45"/>
            <p:cNvSpPr>
              <a:spLocks noChangeShapeType="1"/>
            </p:cNvSpPr>
            <p:nvPr/>
          </p:nvSpPr>
          <p:spPr bwMode="auto">
            <a:xfrm flipH="1">
              <a:off x="4080" y="3024"/>
              <a:ext cx="432" cy="43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3774" name="Line 46"/>
            <p:cNvSpPr>
              <a:spLocks noChangeShapeType="1"/>
            </p:cNvSpPr>
            <p:nvPr/>
          </p:nvSpPr>
          <p:spPr bwMode="auto">
            <a:xfrm flipH="1" flipV="1">
              <a:off x="2928" y="2352"/>
              <a:ext cx="1056" cy="105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3775" name="Line 47"/>
            <p:cNvSpPr>
              <a:spLocks noChangeShapeType="1"/>
            </p:cNvSpPr>
            <p:nvPr/>
          </p:nvSpPr>
          <p:spPr bwMode="auto">
            <a:xfrm flipH="1">
              <a:off x="2928" y="2448"/>
              <a:ext cx="1056" cy="105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3776" name="Line 48"/>
            <p:cNvSpPr>
              <a:spLocks noChangeShapeType="1"/>
            </p:cNvSpPr>
            <p:nvPr/>
          </p:nvSpPr>
          <p:spPr bwMode="auto">
            <a:xfrm flipH="1" flipV="1">
              <a:off x="2928" y="3504"/>
              <a:ext cx="100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3777" name="Line 49"/>
            <p:cNvSpPr>
              <a:spLocks noChangeShapeType="1"/>
            </p:cNvSpPr>
            <p:nvPr/>
          </p:nvSpPr>
          <p:spPr bwMode="auto">
            <a:xfrm flipH="1" flipV="1">
              <a:off x="2928" y="2400"/>
              <a:ext cx="100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3778" name="Line 50"/>
            <p:cNvSpPr>
              <a:spLocks noChangeShapeType="1"/>
            </p:cNvSpPr>
            <p:nvPr/>
          </p:nvSpPr>
          <p:spPr bwMode="auto">
            <a:xfrm flipH="1" flipV="1">
              <a:off x="1824" y="2352"/>
              <a:ext cx="1008" cy="100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3779" name="Line 51"/>
            <p:cNvSpPr>
              <a:spLocks noChangeShapeType="1"/>
            </p:cNvSpPr>
            <p:nvPr/>
          </p:nvSpPr>
          <p:spPr bwMode="auto">
            <a:xfrm flipH="1">
              <a:off x="1776" y="2448"/>
              <a:ext cx="1056" cy="105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3780" name="Line 52"/>
            <p:cNvSpPr>
              <a:spLocks noChangeShapeType="1"/>
            </p:cNvSpPr>
            <p:nvPr/>
          </p:nvSpPr>
          <p:spPr bwMode="auto">
            <a:xfrm flipH="1" flipV="1">
              <a:off x="1776" y="2352"/>
              <a:ext cx="100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3781" name="Line 53"/>
            <p:cNvSpPr>
              <a:spLocks noChangeShapeType="1"/>
            </p:cNvSpPr>
            <p:nvPr/>
          </p:nvSpPr>
          <p:spPr bwMode="auto">
            <a:xfrm flipH="1" flipV="1">
              <a:off x="1776" y="3504"/>
              <a:ext cx="100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3782" name="Line 54"/>
            <p:cNvSpPr>
              <a:spLocks noChangeShapeType="1"/>
            </p:cNvSpPr>
            <p:nvPr/>
          </p:nvSpPr>
          <p:spPr bwMode="auto">
            <a:xfrm flipH="1">
              <a:off x="1200" y="2448"/>
              <a:ext cx="480" cy="48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3783" name="Line 55"/>
            <p:cNvSpPr>
              <a:spLocks noChangeShapeType="1"/>
            </p:cNvSpPr>
            <p:nvPr/>
          </p:nvSpPr>
          <p:spPr bwMode="auto">
            <a:xfrm>
              <a:off x="1248" y="2928"/>
              <a:ext cx="432" cy="43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3784" name="Text Box 56"/>
            <p:cNvSpPr txBox="1">
              <a:spLocks noChangeArrowheads="1"/>
            </p:cNvSpPr>
            <p:nvPr/>
          </p:nvSpPr>
          <p:spPr bwMode="auto">
            <a:xfrm>
              <a:off x="2352" y="3120"/>
              <a:ext cx="19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hangingPunct="0"/>
              <a:r>
                <a:rPr lang="it-IT" sz="2000" b="1">
                  <a:latin typeface="Times New Roman" charset="0"/>
                  <a:sym typeface="Symbol" charset="0"/>
                </a:rPr>
                <a:t>1</a:t>
              </a:r>
              <a:endParaRPr lang="en-GB" sz="2000" b="1">
                <a:latin typeface="Times New Roman" charset="0"/>
                <a:sym typeface="Symbol" charset="0"/>
              </a:endParaRPr>
            </a:p>
          </p:txBody>
        </p:sp>
        <p:sp>
          <p:nvSpPr>
            <p:cNvPr id="713785" name="Line 57"/>
            <p:cNvSpPr>
              <a:spLocks noChangeShapeType="1"/>
            </p:cNvSpPr>
            <p:nvPr/>
          </p:nvSpPr>
          <p:spPr bwMode="auto">
            <a:xfrm flipV="1">
              <a:off x="1728" y="2352"/>
              <a:ext cx="0" cy="100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3786" name="Line 58"/>
            <p:cNvSpPr>
              <a:spLocks noChangeShapeType="1"/>
            </p:cNvSpPr>
            <p:nvPr/>
          </p:nvSpPr>
          <p:spPr bwMode="auto">
            <a:xfrm flipV="1">
              <a:off x="2880" y="2352"/>
              <a:ext cx="0" cy="100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3787" name="Line 59"/>
            <p:cNvSpPr>
              <a:spLocks noChangeShapeType="1"/>
            </p:cNvSpPr>
            <p:nvPr/>
          </p:nvSpPr>
          <p:spPr bwMode="auto">
            <a:xfrm flipV="1">
              <a:off x="4032" y="2352"/>
              <a:ext cx="0" cy="100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3788" name="Text Box 60"/>
            <p:cNvSpPr txBox="1">
              <a:spLocks noChangeArrowheads="1"/>
            </p:cNvSpPr>
            <p:nvPr/>
          </p:nvSpPr>
          <p:spPr bwMode="auto">
            <a:xfrm>
              <a:off x="2976" y="2784"/>
              <a:ext cx="337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000" b="1">
                  <a:latin typeface="Times New Roman" charset="0"/>
                  <a:sym typeface="Symbol" charset="0"/>
                </a:rPr>
                <a:t>1/</a:t>
              </a:r>
              <a:endParaRPr lang="en-GB" sz="2000" b="1">
                <a:latin typeface="Times New Roman" charset="0"/>
                <a:sym typeface="Symbol" charset="0"/>
              </a:endParaRPr>
            </a:p>
          </p:txBody>
        </p:sp>
        <p:sp>
          <p:nvSpPr>
            <p:cNvPr id="713789" name="Text Box 61"/>
            <p:cNvSpPr txBox="1">
              <a:spLocks noChangeArrowheads="1"/>
            </p:cNvSpPr>
            <p:nvPr/>
          </p:nvSpPr>
          <p:spPr bwMode="auto">
            <a:xfrm>
              <a:off x="1344" y="3216"/>
              <a:ext cx="19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hangingPunct="0"/>
              <a:r>
                <a:rPr lang="it-IT" sz="2000" b="1">
                  <a:latin typeface="Times New Roman" charset="0"/>
                  <a:sym typeface="Symbol" charset="0"/>
                </a:rPr>
                <a:t>1</a:t>
              </a:r>
              <a:endParaRPr lang="en-GB" sz="2000" b="1">
                <a:latin typeface="Times New Roman" charset="0"/>
                <a:sym typeface="Symbol" charset="0"/>
              </a:endParaRPr>
            </a:p>
          </p:txBody>
        </p:sp>
        <p:sp>
          <p:nvSpPr>
            <p:cNvPr id="713790" name="Text Box 62"/>
            <p:cNvSpPr txBox="1">
              <a:spLocks noChangeArrowheads="1"/>
            </p:cNvSpPr>
            <p:nvPr/>
          </p:nvSpPr>
          <p:spPr bwMode="auto">
            <a:xfrm>
              <a:off x="3456" y="2064"/>
              <a:ext cx="19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hangingPunct="0"/>
              <a:r>
                <a:rPr lang="it-IT" sz="2000" b="1">
                  <a:latin typeface="Times New Roman" charset="0"/>
                  <a:sym typeface="Symbol" charset="0"/>
                </a:rPr>
                <a:t>1</a:t>
              </a:r>
              <a:endParaRPr lang="en-GB" sz="2000" b="1">
                <a:latin typeface="Times New Roman" charset="0"/>
                <a:sym typeface="Symbol" charset="0"/>
              </a:endParaRPr>
            </a:p>
          </p:txBody>
        </p:sp>
        <p:sp>
          <p:nvSpPr>
            <p:cNvPr id="713791" name="Line 63"/>
            <p:cNvSpPr>
              <a:spLocks noChangeShapeType="1"/>
            </p:cNvSpPr>
            <p:nvPr/>
          </p:nvSpPr>
          <p:spPr bwMode="auto">
            <a:xfrm flipH="1">
              <a:off x="4224" y="2976"/>
              <a:ext cx="432" cy="43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3792" name="Text Box 64"/>
            <p:cNvSpPr txBox="1">
              <a:spLocks noChangeArrowheads="1"/>
            </p:cNvSpPr>
            <p:nvPr/>
          </p:nvSpPr>
          <p:spPr bwMode="auto">
            <a:xfrm>
              <a:off x="4416" y="3120"/>
              <a:ext cx="19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hangingPunct="0"/>
              <a:r>
                <a:rPr lang="it-IT" sz="2000" b="1">
                  <a:latin typeface="Times New Roman" charset="0"/>
                  <a:sym typeface="Symbol" charset="0"/>
                </a:rPr>
                <a:t>1</a:t>
              </a:r>
              <a:endParaRPr lang="en-GB" sz="2000" b="1">
                <a:latin typeface="Times New Roman" charset="0"/>
                <a:sym typeface="Symbol" charset="0"/>
              </a:endParaRPr>
            </a:p>
          </p:txBody>
        </p:sp>
        <p:sp>
          <p:nvSpPr>
            <p:cNvPr id="713793" name="Text Box 65"/>
            <p:cNvSpPr txBox="1">
              <a:spLocks noChangeArrowheads="1"/>
            </p:cNvSpPr>
            <p:nvPr/>
          </p:nvSpPr>
          <p:spPr bwMode="auto">
            <a:xfrm>
              <a:off x="4080" y="2784"/>
              <a:ext cx="19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hangingPunct="0"/>
              <a:r>
                <a:rPr lang="it-IT" sz="2000" b="1">
                  <a:latin typeface="Times New Roman" charset="0"/>
                  <a:sym typeface="Symbol" charset="0"/>
                </a:rPr>
                <a:t>1</a:t>
              </a:r>
              <a:endParaRPr lang="en-GB" sz="2000" b="1">
                <a:latin typeface="Times New Roman" charset="0"/>
                <a:sym typeface="Symbol" charset="0"/>
              </a:endParaRPr>
            </a:p>
          </p:txBody>
        </p:sp>
        <p:grpSp>
          <p:nvGrpSpPr>
            <p:cNvPr id="713794" name="Group 66"/>
            <p:cNvGrpSpPr>
              <a:grpSpLocks/>
            </p:cNvGrpSpPr>
            <p:nvPr/>
          </p:nvGrpSpPr>
          <p:grpSpPr bwMode="auto">
            <a:xfrm>
              <a:off x="1056" y="2208"/>
              <a:ext cx="3744" cy="1440"/>
              <a:chOff x="1056" y="2208"/>
              <a:chExt cx="3744" cy="1440"/>
            </a:xfrm>
          </p:grpSpPr>
          <p:sp>
            <p:nvSpPr>
              <p:cNvPr id="713795" name="Oval 67"/>
              <p:cNvSpPr>
                <a:spLocks noChangeArrowheads="1"/>
              </p:cNvSpPr>
              <p:nvPr/>
            </p:nvSpPr>
            <p:spPr bwMode="auto">
              <a:xfrm>
                <a:off x="1632" y="2208"/>
                <a:ext cx="288" cy="288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0" hangingPunct="0"/>
                <a:r>
                  <a:rPr lang="it-IT" sz="2400" b="1" i="1">
                    <a:latin typeface="Times New Roman" charset="0"/>
                    <a:sym typeface="Symbol" charset="0"/>
                  </a:rPr>
                  <a:t>u</a:t>
                </a:r>
                <a:endParaRPr lang="it-IT" sz="2400" b="1" i="1">
                  <a:latin typeface="Times New Roman" charset="0"/>
                </a:endParaRPr>
              </a:p>
            </p:txBody>
          </p:sp>
          <p:sp>
            <p:nvSpPr>
              <p:cNvPr id="713796" name="Oval 68"/>
              <p:cNvSpPr>
                <a:spLocks noChangeArrowheads="1"/>
              </p:cNvSpPr>
              <p:nvPr/>
            </p:nvSpPr>
            <p:spPr bwMode="auto">
              <a:xfrm>
                <a:off x="1056" y="2784"/>
                <a:ext cx="288" cy="288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0" hangingPunct="0"/>
                <a:r>
                  <a:rPr lang="it-IT" sz="2400" b="1" i="1">
                    <a:latin typeface="Times New Roman" charset="0"/>
                    <a:sym typeface="Symbol" charset="0"/>
                  </a:rPr>
                  <a:t>s</a:t>
                </a:r>
                <a:endParaRPr lang="it-IT" sz="2400" b="1" i="1">
                  <a:latin typeface="Times New Roman" charset="0"/>
                </a:endParaRPr>
              </a:p>
            </p:txBody>
          </p:sp>
          <p:sp>
            <p:nvSpPr>
              <p:cNvPr id="713797" name="Oval 69"/>
              <p:cNvSpPr>
                <a:spLocks noChangeArrowheads="1"/>
              </p:cNvSpPr>
              <p:nvPr/>
            </p:nvSpPr>
            <p:spPr bwMode="auto">
              <a:xfrm>
                <a:off x="1632" y="3360"/>
                <a:ext cx="288" cy="288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0" hangingPunct="0"/>
                <a:r>
                  <a:rPr lang="it-IT" sz="2400" b="1" i="1">
                    <a:latin typeface="Times New Roman" charset="0"/>
                    <a:sym typeface="Symbol" charset="0"/>
                  </a:rPr>
                  <a:t>v</a:t>
                </a:r>
                <a:endParaRPr lang="it-IT" sz="2400" b="1" i="1">
                  <a:latin typeface="Times New Roman" charset="0"/>
                </a:endParaRPr>
              </a:p>
            </p:txBody>
          </p:sp>
          <p:sp>
            <p:nvSpPr>
              <p:cNvPr id="713798" name="Oval 70"/>
              <p:cNvSpPr>
                <a:spLocks noChangeArrowheads="1"/>
              </p:cNvSpPr>
              <p:nvPr/>
            </p:nvSpPr>
            <p:spPr bwMode="auto">
              <a:xfrm>
                <a:off x="4512" y="2784"/>
                <a:ext cx="288" cy="288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0" hangingPunct="0"/>
                <a:r>
                  <a:rPr lang="it-IT" sz="2400" b="1" i="1">
                    <a:latin typeface="Times New Roman" charset="0"/>
                    <a:sym typeface="Symbol" charset="0"/>
                  </a:rPr>
                  <a:t>t</a:t>
                </a:r>
                <a:endParaRPr lang="it-IT" sz="2400" b="1" i="1">
                  <a:latin typeface="Times New Roman" charset="0"/>
                </a:endParaRPr>
              </a:p>
            </p:txBody>
          </p:sp>
          <p:sp>
            <p:nvSpPr>
              <p:cNvPr id="713799" name="Oval 71"/>
              <p:cNvSpPr>
                <a:spLocks noChangeArrowheads="1"/>
              </p:cNvSpPr>
              <p:nvPr/>
            </p:nvSpPr>
            <p:spPr bwMode="auto">
              <a:xfrm>
                <a:off x="2784" y="2208"/>
                <a:ext cx="288" cy="288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0" hangingPunct="0"/>
                <a:r>
                  <a:rPr lang="it-IT" sz="2400" b="1" i="1">
                    <a:latin typeface="Times New Roman" charset="0"/>
                    <a:sym typeface="Symbol" charset="0"/>
                  </a:rPr>
                  <a:t>x</a:t>
                </a:r>
                <a:endParaRPr lang="it-IT" sz="2400" b="1" i="1">
                  <a:latin typeface="Times New Roman" charset="0"/>
                </a:endParaRPr>
              </a:p>
            </p:txBody>
          </p:sp>
          <p:sp>
            <p:nvSpPr>
              <p:cNvPr id="713800" name="Oval 72"/>
              <p:cNvSpPr>
                <a:spLocks noChangeArrowheads="1"/>
              </p:cNvSpPr>
              <p:nvPr/>
            </p:nvSpPr>
            <p:spPr bwMode="auto">
              <a:xfrm>
                <a:off x="2784" y="3360"/>
                <a:ext cx="288" cy="288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0" hangingPunct="0"/>
                <a:r>
                  <a:rPr lang="it-IT" sz="2400" b="1" i="1">
                    <a:latin typeface="Times New Roman" charset="0"/>
                    <a:sym typeface="Symbol" charset="0"/>
                  </a:rPr>
                  <a:t>y</a:t>
                </a:r>
                <a:endParaRPr lang="it-IT" sz="2400" b="1" i="1">
                  <a:latin typeface="Times New Roman" charset="0"/>
                </a:endParaRPr>
              </a:p>
            </p:txBody>
          </p:sp>
          <p:sp>
            <p:nvSpPr>
              <p:cNvPr id="713801" name="Oval 73"/>
              <p:cNvSpPr>
                <a:spLocks noChangeArrowheads="1"/>
              </p:cNvSpPr>
              <p:nvPr/>
            </p:nvSpPr>
            <p:spPr bwMode="auto">
              <a:xfrm>
                <a:off x="3936" y="2208"/>
                <a:ext cx="288" cy="288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0" hangingPunct="0"/>
                <a:r>
                  <a:rPr lang="it-IT" sz="2400" b="1" i="1">
                    <a:latin typeface="Times New Roman" charset="0"/>
                    <a:sym typeface="Symbol" charset="0"/>
                  </a:rPr>
                  <a:t>z</a:t>
                </a:r>
                <a:endParaRPr lang="it-IT" sz="2400" b="1" i="1">
                  <a:latin typeface="Times New Roman" charset="0"/>
                </a:endParaRPr>
              </a:p>
            </p:txBody>
          </p:sp>
          <p:sp>
            <p:nvSpPr>
              <p:cNvPr id="713802" name="Oval 74"/>
              <p:cNvSpPr>
                <a:spLocks noChangeArrowheads="1"/>
              </p:cNvSpPr>
              <p:nvPr/>
            </p:nvSpPr>
            <p:spPr bwMode="auto">
              <a:xfrm>
                <a:off x="3936" y="3360"/>
                <a:ext cx="288" cy="288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0" hangingPunct="0"/>
                <a:r>
                  <a:rPr lang="it-IT" sz="2400" b="1" i="1">
                    <a:latin typeface="Times New Roman" charset="0"/>
                    <a:sym typeface="Symbol" charset="0"/>
                  </a:rPr>
                  <a:t>w</a:t>
                </a:r>
                <a:endParaRPr lang="it-IT" sz="2400" b="1" i="1">
                  <a:latin typeface="Times New Roman" charset="0"/>
                </a:endParaRPr>
              </a:p>
            </p:txBody>
          </p:sp>
        </p:grpSp>
      </p:grp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3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3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5778" name="Group 2"/>
          <p:cNvGrpSpPr>
            <a:grpSpLocks/>
          </p:cNvGrpSpPr>
          <p:nvPr/>
        </p:nvGrpSpPr>
        <p:grpSpPr bwMode="auto">
          <a:xfrm>
            <a:off x="1905000" y="762000"/>
            <a:ext cx="5334000" cy="1905000"/>
            <a:chOff x="1200" y="480"/>
            <a:chExt cx="3360" cy="1200"/>
          </a:xfrm>
        </p:grpSpPr>
        <p:sp>
          <p:nvSpPr>
            <p:cNvPr id="715779" name="Line 3"/>
            <p:cNvSpPr>
              <a:spLocks noChangeShapeType="1"/>
            </p:cNvSpPr>
            <p:nvPr/>
          </p:nvSpPr>
          <p:spPr bwMode="auto">
            <a:xfrm>
              <a:off x="1728" y="480"/>
              <a:ext cx="0" cy="1008"/>
            </a:xfrm>
            <a:prstGeom prst="line">
              <a:avLst/>
            </a:prstGeom>
            <a:noFill/>
            <a:ln w="101600">
              <a:solidFill>
                <a:srgbClr val="00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15780" name="Line 4"/>
            <p:cNvSpPr>
              <a:spLocks noChangeShapeType="1"/>
            </p:cNvSpPr>
            <p:nvPr/>
          </p:nvSpPr>
          <p:spPr bwMode="auto">
            <a:xfrm flipV="1">
              <a:off x="1200" y="576"/>
              <a:ext cx="480" cy="480"/>
            </a:xfrm>
            <a:prstGeom prst="line">
              <a:avLst/>
            </a:prstGeom>
            <a:noFill/>
            <a:ln w="101600">
              <a:solidFill>
                <a:srgbClr val="00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15781" name="Line 5"/>
            <p:cNvSpPr>
              <a:spLocks noChangeShapeType="1"/>
            </p:cNvSpPr>
            <p:nvPr/>
          </p:nvSpPr>
          <p:spPr bwMode="auto">
            <a:xfrm>
              <a:off x="1776" y="1632"/>
              <a:ext cx="1008" cy="0"/>
            </a:xfrm>
            <a:prstGeom prst="line">
              <a:avLst/>
            </a:prstGeom>
            <a:noFill/>
            <a:ln w="101600">
              <a:solidFill>
                <a:srgbClr val="00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15782" name="Line 6"/>
            <p:cNvSpPr>
              <a:spLocks noChangeShapeType="1"/>
            </p:cNvSpPr>
            <p:nvPr/>
          </p:nvSpPr>
          <p:spPr bwMode="auto">
            <a:xfrm flipV="1">
              <a:off x="2976" y="624"/>
              <a:ext cx="0" cy="1008"/>
            </a:xfrm>
            <a:prstGeom prst="line">
              <a:avLst/>
            </a:prstGeom>
            <a:noFill/>
            <a:ln w="101600">
              <a:solidFill>
                <a:srgbClr val="00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15783" name="Line 7"/>
            <p:cNvSpPr>
              <a:spLocks noChangeShapeType="1"/>
            </p:cNvSpPr>
            <p:nvPr/>
          </p:nvSpPr>
          <p:spPr bwMode="auto">
            <a:xfrm>
              <a:off x="2928" y="480"/>
              <a:ext cx="1056" cy="1056"/>
            </a:xfrm>
            <a:prstGeom prst="line">
              <a:avLst/>
            </a:prstGeom>
            <a:noFill/>
            <a:ln w="101600">
              <a:solidFill>
                <a:srgbClr val="00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15784" name="Line 8"/>
            <p:cNvSpPr>
              <a:spLocks noChangeShapeType="1"/>
            </p:cNvSpPr>
            <p:nvPr/>
          </p:nvSpPr>
          <p:spPr bwMode="auto">
            <a:xfrm flipV="1">
              <a:off x="4128" y="624"/>
              <a:ext cx="0" cy="1056"/>
            </a:xfrm>
            <a:prstGeom prst="line">
              <a:avLst/>
            </a:prstGeom>
            <a:noFill/>
            <a:ln w="101600">
              <a:solidFill>
                <a:srgbClr val="00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15785" name="Line 9"/>
            <p:cNvSpPr>
              <a:spLocks noChangeShapeType="1"/>
            </p:cNvSpPr>
            <p:nvPr/>
          </p:nvSpPr>
          <p:spPr bwMode="auto">
            <a:xfrm>
              <a:off x="4080" y="480"/>
              <a:ext cx="480" cy="480"/>
            </a:xfrm>
            <a:prstGeom prst="line">
              <a:avLst/>
            </a:prstGeom>
            <a:noFill/>
            <a:ln w="101600">
              <a:solidFill>
                <a:srgbClr val="00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15786" name="Group 10"/>
          <p:cNvGrpSpPr>
            <a:grpSpLocks/>
          </p:cNvGrpSpPr>
          <p:nvPr/>
        </p:nvGrpSpPr>
        <p:grpSpPr bwMode="auto">
          <a:xfrm>
            <a:off x="1676400" y="3352800"/>
            <a:ext cx="5943600" cy="2759075"/>
            <a:chOff x="1056" y="2112"/>
            <a:chExt cx="3744" cy="1738"/>
          </a:xfrm>
        </p:grpSpPr>
        <p:sp>
          <p:nvSpPr>
            <p:cNvPr id="715787" name="Line 11"/>
            <p:cNvSpPr>
              <a:spLocks noChangeShapeType="1"/>
            </p:cNvSpPr>
            <p:nvPr/>
          </p:nvSpPr>
          <p:spPr bwMode="auto">
            <a:xfrm flipV="1">
              <a:off x="4128" y="2544"/>
              <a:ext cx="0" cy="100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5788" name="Line 12"/>
            <p:cNvSpPr>
              <a:spLocks noChangeShapeType="1"/>
            </p:cNvSpPr>
            <p:nvPr/>
          </p:nvSpPr>
          <p:spPr bwMode="auto">
            <a:xfrm flipH="1" flipV="1">
              <a:off x="3072" y="2352"/>
              <a:ext cx="100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5789" name="Line 13"/>
            <p:cNvSpPr>
              <a:spLocks noChangeShapeType="1"/>
            </p:cNvSpPr>
            <p:nvPr/>
          </p:nvSpPr>
          <p:spPr bwMode="auto">
            <a:xfrm flipH="1" flipV="1">
              <a:off x="1872" y="2544"/>
              <a:ext cx="1008" cy="100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5790" name="Line 14"/>
            <p:cNvSpPr>
              <a:spLocks noChangeShapeType="1"/>
            </p:cNvSpPr>
            <p:nvPr/>
          </p:nvSpPr>
          <p:spPr bwMode="auto">
            <a:xfrm>
              <a:off x="1296" y="3120"/>
              <a:ext cx="432" cy="43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5791" name="Line 15"/>
            <p:cNvSpPr>
              <a:spLocks noChangeShapeType="1"/>
            </p:cNvSpPr>
            <p:nvPr/>
          </p:nvSpPr>
          <p:spPr bwMode="auto">
            <a:xfrm>
              <a:off x="4080" y="2448"/>
              <a:ext cx="432" cy="43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5792" name="Line 16"/>
            <p:cNvSpPr>
              <a:spLocks noChangeShapeType="1"/>
            </p:cNvSpPr>
            <p:nvPr/>
          </p:nvSpPr>
          <p:spPr bwMode="auto">
            <a:xfrm flipH="1">
              <a:off x="4080" y="3072"/>
              <a:ext cx="432" cy="43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5793" name="Line 17"/>
            <p:cNvSpPr>
              <a:spLocks noChangeShapeType="1"/>
            </p:cNvSpPr>
            <p:nvPr/>
          </p:nvSpPr>
          <p:spPr bwMode="auto">
            <a:xfrm flipH="1" flipV="1">
              <a:off x="2976" y="2400"/>
              <a:ext cx="1008" cy="100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5794" name="Line 18"/>
            <p:cNvSpPr>
              <a:spLocks noChangeShapeType="1"/>
            </p:cNvSpPr>
            <p:nvPr/>
          </p:nvSpPr>
          <p:spPr bwMode="auto">
            <a:xfrm flipH="1">
              <a:off x="2928" y="2496"/>
              <a:ext cx="1056" cy="105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5795" name="Line 19"/>
            <p:cNvSpPr>
              <a:spLocks noChangeShapeType="1"/>
            </p:cNvSpPr>
            <p:nvPr/>
          </p:nvSpPr>
          <p:spPr bwMode="auto">
            <a:xfrm flipH="1" flipV="1">
              <a:off x="2928" y="3552"/>
              <a:ext cx="100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5796" name="Line 20"/>
            <p:cNvSpPr>
              <a:spLocks noChangeShapeType="1"/>
            </p:cNvSpPr>
            <p:nvPr/>
          </p:nvSpPr>
          <p:spPr bwMode="auto">
            <a:xfrm flipH="1" flipV="1">
              <a:off x="2928" y="2448"/>
              <a:ext cx="100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5797" name="Line 21"/>
            <p:cNvSpPr>
              <a:spLocks noChangeShapeType="1"/>
            </p:cNvSpPr>
            <p:nvPr/>
          </p:nvSpPr>
          <p:spPr bwMode="auto">
            <a:xfrm flipH="1" flipV="1">
              <a:off x="1824" y="2400"/>
              <a:ext cx="1008" cy="100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5798" name="Line 22"/>
            <p:cNvSpPr>
              <a:spLocks noChangeShapeType="1"/>
            </p:cNvSpPr>
            <p:nvPr/>
          </p:nvSpPr>
          <p:spPr bwMode="auto">
            <a:xfrm flipH="1">
              <a:off x="1776" y="2496"/>
              <a:ext cx="1056" cy="105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5799" name="Line 23"/>
            <p:cNvSpPr>
              <a:spLocks noChangeShapeType="1"/>
            </p:cNvSpPr>
            <p:nvPr/>
          </p:nvSpPr>
          <p:spPr bwMode="auto">
            <a:xfrm flipH="1" flipV="1">
              <a:off x="1776" y="2400"/>
              <a:ext cx="100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5800" name="Line 24"/>
            <p:cNvSpPr>
              <a:spLocks noChangeShapeType="1"/>
            </p:cNvSpPr>
            <p:nvPr/>
          </p:nvSpPr>
          <p:spPr bwMode="auto">
            <a:xfrm flipH="1" flipV="1">
              <a:off x="1776" y="3504"/>
              <a:ext cx="100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5801" name="Line 25"/>
            <p:cNvSpPr>
              <a:spLocks noChangeShapeType="1"/>
            </p:cNvSpPr>
            <p:nvPr/>
          </p:nvSpPr>
          <p:spPr bwMode="auto">
            <a:xfrm flipH="1">
              <a:off x="1248" y="2544"/>
              <a:ext cx="432" cy="43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5802" name="Line 26"/>
            <p:cNvSpPr>
              <a:spLocks noChangeShapeType="1"/>
            </p:cNvSpPr>
            <p:nvPr/>
          </p:nvSpPr>
          <p:spPr bwMode="auto">
            <a:xfrm>
              <a:off x="1248" y="2976"/>
              <a:ext cx="432" cy="43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5803" name="Text Box 27"/>
            <p:cNvSpPr txBox="1">
              <a:spLocks noChangeArrowheads="1"/>
            </p:cNvSpPr>
            <p:nvPr/>
          </p:nvSpPr>
          <p:spPr bwMode="auto">
            <a:xfrm>
              <a:off x="2352" y="3168"/>
              <a:ext cx="19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hangingPunct="0"/>
              <a:r>
                <a:rPr lang="it-IT" sz="2000" b="1">
                  <a:latin typeface="Times New Roman" charset="0"/>
                  <a:sym typeface="Symbol" charset="0"/>
                </a:rPr>
                <a:t>1</a:t>
              </a:r>
              <a:endParaRPr lang="en-GB" sz="2000" b="1">
                <a:latin typeface="Times New Roman" charset="0"/>
                <a:sym typeface="Symbol" charset="0"/>
              </a:endParaRPr>
            </a:p>
          </p:txBody>
        </p:sp>
        <p:sp>
          <p:nvSpPr>
            <p:cNvPr id="715804" name="Line 28"/>
            <p:cNvSpPr>
              <a:spLocks noChangeShapeType="1"/>
            </p:cNvSpPr>
            <p:nvPr/>
          </p:nvSpPr>
          <p:spPr bwMode="auto">
            <a:xfrm flipV="1">
              <a:off x="1728" y="2400"/>
              <a:ext cx="0" cy="100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5805" name="Line 29"/>
            <p:cNvSpPr>
              <a:spLocks noChangeShapeType="1"/>
            </p:cNvSpPr>
            <p:nvPr/>
          </p:nvSpPr>
          <p:spPr bwMode="auto">
            <a:xfrm flipV="1">
              <a:off x="2880" y="2400"/>
              <a:ext cx="0" cy="100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5806" name="Line 30"/>
            <p:cNvSpPr>
              <a:spLocks noChangeShapeType="1"/>
            </p:cNvSpPr>
            <p:nvPr/>
          </p:nvSpPr>
          <p:spPr bwMode="auto">
            <a:xfrm flipV="1">
              <a:off x="4032" y="2400"/>
              <a:ext cx="0" cy="100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5807" name="Text Box 31"/>
            <p:cNvSpPr txBox="1">
              <a:spLocks noChangeArrowheads="1"/>
            </p:cNvSpPr>
            <p:nvPr/>
          </p:nvSpPr>
          <p:spPr bwMode="auto">
            <a:xfrm>
              <a:off x="1344" y="3264"/>
              <a:ext cx="19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hangingPunct="0"/>
              <a:r>
                <a:rPr lang="it-IT" sz="2000" b="1">
                  <a:latin typeface="Times New Roman" charset="0"/>
                  <a:sym typeface="Symbol" charset="0"/>
                </a:rPr>
                <a:t>1</a:t>
              </a:r>
              <a:endParaRPr lang="en-GB" sz="2000" b="1">
                <a:latin typeface="Times New Roman" charset="0"/>
                <a:sym typeface="Symbol" charset="0"/>
              </a:endParaRPr>
            </a:p>
          </p:txBody>
        </p:sp>
        <p:sp>
          <p:nvSpPr>
            <p:cNvPr id="715808" name="Text Box 32"/>
            <p:cNvSpPr txBox="1">
              <a:spLocks noChangeArrowheads="1"/>
            </p:cNvSpPr>
            <p:nvPr/>
          </p:nvSpPr>
          <p:spPr bwMode="auto">
            <a:xfrm>
              <a:off x="3456" y="2112"/>
              <a:ext cx="19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hangingPunct="0"/>
              <a:r>
                <a:rPr lang="it-IT" sz="2000" b="1">
                  <a:latin typeface="Times New Roman" charset="0"/>
                  <a:sym typeface="Symbol" charset="0"/>
                </a:rPr>
                <a:t>1</a:t>
              </a:r>
              <a:endParaRPr lang="en-GB" sz="2000" b="1">
                <a:latin typeface="Times New Roman" charset="0"/>
                <a:sym typeface="Symbol" charset="0"/>
              </a:endParaRPr>
            </a:p>
          </p:txBody>
        </p:sp>
        <p:sp>
          <p:nvSpPr>
            <p:cNvPr id="715809" name="Line 33"/>
            <p:cNvSpPr>
              <a:spLocks noChangeShapeType="1"/>
            </p:cNvSpPr>
            <p:nvPr/>
          </p:nvSpPr>
          <p:spPr bwMode="auto">
            <a:xfrm flipH="1">
              <a:off x="4224" y="3024"/>
              <a:ext cx="432" cy="43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5810" name="Text Box 34"/>
            <p:cNvSpPr txBox="1">
              <a:spLocks noChangeArrowheads="1"/>
            </p:cNvSpPr>
            <p:nvPr/>
          </p:nvSpPr>
          <p:spPr bwMode="auto">
            <a:xfrm>
              <a:off x="4416" y="3168"/>
              <a:ext cx="19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hangingPunct="0"/>
              <a:r>
                <a:rPr lang="it-IT" sz="2000" b="1">
                  <a:latin typeface="Times New Roman" charset="0"/>
                  <a:sym typeface="Symbol" charset="0"/>
                </a:rPr>
                <a:t>1</a:t>
              </a:r>
              <a:endParaRPr lang="en-GB" sz="2000" b="1">
                <a:latin typeface="Times New Roman" charset="0"/>
                <a:sym typeface="Symbol" charset="0"/>
              </a:endParaRPr>
            </a:p>
          </p:txBody>
        </p:sp>
        <p:sp>
          <p:nvSpPr>
            <p:cNvPr id="715811" name="Line 35"/>
            <p:cNvSpPr>
              <a:spLocks noChangeShapeType="1"/>
            </p:cNvSpPr>
            <p:nvPr/>
          </p:nvSpPr>
          <p:spPr bwMode="auto">
            <a:xfrm flipH="1">
              <a:off x="1296" y="2400"/>
              <a:ext cx="432" cy="43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5812" name="Text Box 36"/>
            <p:cNvSpPr txBox="1">
              <a:spLocks noChangeArrowheads="1"/>
            </p:cNvSpPr>
            <p:nvPr/>
          </p:nvSpPr>
          <p:spPr bwMode="auto">
            <a:xfrm>
              <a:off x="1248" y="2400"/>
              <a:ext cx="337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000" b="1">
                  <a:latin typeface="Times New Roman" charset="0"/>
                  <a:sym typeface="Symbol" charset="0"/>
                </a:rPr>
                <a:t>1/</a:t>
              </a:r>
              <a:endParaRPr lang="en-GB" sz="2000" b="1">
                <a:latin typeface="Times New Roman" charset="0"/>
                <a:sym typeface="Symbol" charset="0"/>
              </a:endParaRPr>
            </a:p>
          </p:txBody>
        </p:sp>
        <p:sp>
          <p:nvSpPr>
            <p:cNvPr id="715813" name="Line 37"/>
            <p:cNvSpPr>
              <a:spLocks noChangeShapeType="1"/>
            </p:cNvSpPr>
            <p:nvPr/>
          </p:nvSpPr>
          <p:spPr bwMode="auto">
            <a:xfrm flipV="1">
              <a:off x="1824" y="2544"/>
              <a:ext cx="0" cy="100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5814" name="Text Box 38"/>
            <p:cNvSpPr txBox="1">
              <a:spLocks noChangeArrowheads="1"/>
            </p:cNvSpPr>
            <p:nvPr/>
          </p:nvSpPr>
          <p:spPr bwMode="auto">
            <a:xfrm>
              <a:off x="1776" y="2880"/>
              <a:ext cx="337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000" b="1">
                  <a:latin typeface="Times New Roman" charset="0"/>
                  <a:sym typeface="Symbol" charset="0"/>
                </a:rPr>
                <a:t>1/</a:t>
              </a:r>
              <a:endParaRPr lang="en-GB" sz="2000" b="1">
                <a:latin typeface="Times New Roman" charset="0"/>
                <a:sym typeface="Symbol" charset="0"/>
              </a:endParaRPr>
            </a:p>
          </p:txBody>
        </p:sp>
        <p:sp>
          <p:nvSpPr>
            <p:cNvPr id="715815" name="Text Box 39"/>
            <p:cNvSpPr txBox="1">
              <a:spLocks noChangeArrowheads="1"/>
            </p:cNvSpPr>
            <p:nvPr/>
          </p:nvSpPr>
          <p:spPr bwMode="auto">
            <a:xfrm>
              <a:off x="2256" y="3600"/>
              <a:ext cx="337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000" b="1">
                  <a:latin typeface="Times New Roman" charset="0"/>
                  <a:sym typeface="Symbol" charset="0"/>
                </a:rPr>
                <a:t>1/</a:t>
              </a:r>
              <a:endParaRPr lang="en-GB" sz="2000" b="1">
                <a:latin typeface="Times New Roman" charset="0"/>
                <a:sym typeface="Symbol" charset="0"/>
              </a:endParaRPr>
            </a:p>
          </p:txBody>
        </p:sp>
        <p:sp>
          <p:nvSpPr>
            <p:cNvPr id="715816" name="Line 40"/>
            <p:cNvSpPr>
              <a:spLocks noChangeShapeType="1"/>
            </p:cNvSpPr>
            <p:nvPr/>
          </p:nvSpPr>
          <p:spPr bwMode="auto">
            <a:xfrm flipH="1" flipV="1">
              <a:off x="1920" y="3600"/>
              <a:ext cx="100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5817" name="Line 41"/>
            <p:cNvSpPr>
              <a:spLocks noChangeShapeType="1"/>
            </p:cNvSpPr>
            <p:nvPr/>
          </p:nvSpPr>
          <p:spPr bwMode="auto">
            <a:xfrm flipH="1" flipV="1">
              <a:off x="3024" y="2544"/>
              <a:ext cx="1008" cy="100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5818" name="Text Box 42"/>
            <p:cNvSpPr txBox="1">
              <a:spLocks noChangeArrowheads="1"/>
            </p:cNvSpPr>
            <p:nvPr/>
          </p:nvSpPr>
          <p:spPr bwMode="auto">
            <a:xfrm>
              <a:off x="3408" y="3120"/>
              <a:ext cx="337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000" b="1">
                  <a:latin typeface="Times New Roman" charset="0"/>
                  <a:sym typeface="Symbol" charset="0"/>
                </a:rPr>
                <a:t>1/</a:t>
              </a:r>
              <a:endParaRPr lang="en-GB" sz="2000" b="1">
                <a:latin typeface="Times New Roman" charset="0"/>
                <a:sym typeface="Symbol" charset="0"/>
              </a:endParaRPr>
            </a:p>
          </p:txBody>
        </p:sp>
        <p:sp>
          <p:nvSpPr>
            <p:cNvPr id="715819" name="Text Box 43"/>
            <p:cNvSpPr txBox="1">
              <a:spLocks noChangeArrowheads="1"/>
            </p:cNvSpPr>
            <p:nvPr/>
          </p:nvSpPr>
          <p:spPr bwMode="auto">
            <a:xfrm>
              <a:off x="4080" y="2832"/>
              <a:ext cx="389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000" b="1">
                  <a:latin typeface="Times New Roman" charset="0"/>
                  <a:sym typeface="Symbol" charset="0"/>
                </a:rPr>
                <a:t>1/</a:t>
              </a:r>
              <a:r>
                <a:rPr lang="it-IT" sz="2000" b="1" baseline="30000">
                  <a:latin typeface="Times New Roman" charset="0"/>
                  <a:sym typeface="Symbol" charset="0"/>
                </a:rPr>
                <a:t>2</a:t>
              </a:r>
              <a:endParaRPr lang="en-GB" sz="2000" b="1" baseline="30000">
                <a:latin typeface="Times New Roman" charset="0"/>
                <a:sym typeface="Symbol" charset="0"/>
              </a:endParaRPr>
            </a:p>
          </p:txBody>
        </p:sp>
        <p:sp>
          <p:nvSpPr>
            <p:cNvPr id="715820" name="Text Box 44"/>
            <p:cNvSpPr txBox="1">
              <a:spLocks noChangeArrowheads="1"/>
            </p:cNvSpPr>
            <p:nvPr/>
          </p:nvSpPr>
          <p:spPr bwMode="auto">
            <a:xfrm>
              <a:off x="4368" y="2496"/>
              <a:ext cx="337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000" b="1">
                  <a:latin typeface="Times New Roman" charset="0"/>
                  <a:sym typeface="Symbol" charset="0"/>
                </a:rPr>
                <a:t>1/</a:t>
              </a:r>
              <a:endParaRPr lang="en-GB" sz="2000" b="1">
                <a:latin typeface="Times New Roman" charset="0"/>
                <a:sym typeface="Symbol" charset="0"/>
              </a:endParaRPr>
            </a:p>
          </p:txBody>
        </p:sp>
        <p:sp>
          <p:nvSpPr>
            <p:cNvPr id="715821" name="Line 45"/>
            <p:cNvSpPr>
              <a:spLocks noChangeShapeType="1"/>
            </p:cNvSpPr>
            <p:nvPr/>
          </p:nvSpPr>
          <p:spPr bwMode="auto">
            <a:xfrm>
              <a:off x="4224" y="2496"/>
              <a:ext cx="432" cy="43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715822" name="Group 46"/>
            <p:cNvGrpSpPr>
              <a:grpSpLocks/>
            </p:cNvGrpSpPr>
            <p:nvPr/>
          </p:nvGrpSpPr>
          <p:grpSpPr bwMode="auto">
            <a:xfrm>
              <a:off x="1056" y="2256"/>
              <a:ext cx="3744" cy="1440"/>
              <a:chOff x="1056" y="2208"/>
              <a:chExt cx="3744" cy="1440"/>
            </a:xfrm>
          </p:grpSpPr>
          <p:sp>
            <p:nvSpPr>
              <p:cNvPr id="715823" name="Oval 47"/>
              <p:cNvSpPr>
                <a:spLocks noChangeArrowheads="1"/>
              </p:cNvSpPr>
              <p:nvPr/>
            </p:nvSpPr>
            <p:spPr bwMode="auto">
              <a:xfrm>
                <a:off x="1632" y="2208"/>
                <a:ext cx="288" cy="288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0" hangingPunct="0"/>
                <a:r>
                  <a:rPr lang="it-IT" sz="2400" b="1" i="1">
                    <a:latin typeface="Times New Roman" charset="0"/>
                    <a:sym typeface="Symbol" charset="0"/>
                  </a:rPr>
                  <a:t>u</a:t>
                </a:r>
                <a:endParaRPr lang="it-IT" sz="2400" b="1" i="1">
                  <a:latin typeface="Times New Roman" charset="0"/>
                </a:endParaRPr>
              </a:p>
            </p:txBody>
          </p:sp>
          <p:sp>
            <p:nvSpPr>
              <p:cNvPr id="715824" name="Oval 48"/>
              <p:cNvSpPr>
                <a:spLocks noChangeArrowheads="1"/>
              </p:cNvSpPr>
              <p:nvPr/>
            </p:nvSpPr>
            <p:spPr bwMode="auto">
              <a:xfrm>
                <a:off x="1056" y="2784"/>
                <a:ext cx="288" cy="288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0" hangingPunct="0"/>
                <a:r>
                  <a:rPr lang="it-IT" sz="2400" b="1" i="1">
                    <a:latin typeface="Times New Roman" charset="0"/>
                    <a:sym typeface="Symbol" charset="0"/>
                  </a:rPr>
                  <a:t>s</a:t>
                </a:r>
                <a:endParaRPr lang="it-IT" sz="2400" b="1" i="1">
                  <a:latin typeface="Times New Roman" charset="0"/>
                </a:endParaRPr>
              </a:p>
            </p:txBody>
          </p:sp>
          <p:sp>
            <p:nvSpPr>
              <p:cNvPr id="715825" name="Oval 49"/>
              <p:cNvSpPr>
                <a:spLocks noChangeArrowheads="1"/>
              </p:cNvSpPr>
              <p:nvPr/>
            </p:nvSpPr>
            <p:spPr bwMode="auto">
              <a:xfrm>
                <a:off x="1632" y="3360"/>
                <a:ext cx="288" cy="288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0" hangingPunct="0"/>
                <a:r>
                  <a:rPr lang="it-IT" sz="2400" b="1" i="1">
                    <a:latin typeface="Times New Roman" charset="0"/>
                    <a:sym typeface="Symbol" charset="0"/>
                  </a:rPr>
                  <a:t>v</a:t>
                </a:r>
                <a:endParaRPr lang="it-IT" sz="2400" b="1" i="1">
                  <a:latin typeface="Times New Roman" charset="0"/>
                </a:endParaRPr>
              </a:p>
            </p:txBody>
          </p:sp>
          <p:sp>
            <p:nvSpPr>
              <p:cNvPr id="715826" name="Oval 50"/>
              <p:cNvSpPr>
                <a:spLocks noChangeArrowheads="1"/>
              </p:cNvSpPr>
              <p:nvPr/>
            </p:nvSpPr>
            <p:spPr bwMode="auto">
              <a:xfrm>
                <a:off x="4512" y="2784"/>
                <a:ext cx="288" cy="288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0" hangingPunct="0"/>
                <a:r>
                  <a:rPr lang="it-IT" sz="2400" b="1" i="1">
                    <a:latin typeface="Times New Roman" charset="0"/>
                    <a:sym typeface="Symbol" charset="0"/>
                  </a:rPr>
                  <a:t>t</a:t>
                </a:r>
                <a:endParaRPr lang="it-IT" sz="2400" b="1" i="1">
                  <a:latin typeface="Times New Roman" charset="0"/>
                </a:endParaRPr>
              </a:p>
            </p:txBody>
          </p:sp>
          <p:sp>
            <p:nvSpPr>
              <p:cNvPr id="715827" name="Oval 51"/>
              <p:cNvSpPr>
                <a:spLocks noChangeArrowheads="1"/>
              </p:cNvSpPr>
              <p:nvPr/>
            </p:nvSpPr>
            <p:spPr bwMode="auto">
              <a:xfrm>
                <a:off x="2784" y="2208"/>
                <a:ext cx="288" cy="288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0" hangingPunct="0"/>
                <a:r>
                  <a:rPr lang="it-IT" sz="2400" b="1" i="1">
                    <a:latin typeface="Times New Roman" charset="0"/>
                    <a:sym typeface="Symbol" charset="0"/>
                  </a:rPr>
                  <a:t>x</a:t>
                </a:r>
                <a:endParaRPr lang="it-IT" sz="2400" b="1" i="1">
                  <a:latin typeface="Times New Roman" charset="0"/>
                </a:endParaRPr>
              </a:p>
            </p:txBody>
          </p:sp>
          <p:sp>
            <p:nvSpPr>
              <p:cNvPr id="715828" name="Oval 52"/>
              <p:cNvSpPr>
                <a:spLocks noChangeArrowheads="1"/>
              </p:cNvSpPr>
              <p:nvPr/>
            </p:nvSpPr>
            <p:spPr bwMode="auto">
              <a:xfrm>
                <a:off x="2784" y="3360"/>
                <a:ext cx="288" cy="288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0" hangingPunct="0"/>
                <a:r>
                  <a:rPr lang="it-IT" sz="2400" b="1" i="1">
                    <a:latin typeface="Times New Roman" charset="0"/>
                    <a:sym typeface="Symbol" charset="0"/>
                  </a:rPr>
                  <a:t>y</a:t>
                </a:r>
                <a:endParaRPr lang="it-IT" sz="2400" b="1" i="1">
                  <a:latin typeface="Times New Roman" charset="0"/>
                </a:endParaRPr>
              </a:p>
            </p:txBody>
          </p:sp>
          <p:sp>
            <p:nvSpPr>
              <p:cNvPr id="715829" name="Oval 53"/>
              <p:cNvSpPr>
                <a:spLocks noChangeArrowheads="1"/>
              </p:cNvSpPr>
              <p:nvPr/>
            </p:nvSpPr>
            <p:spPr bwMode="auto">
              <a:xfrm>
                <a:off x="3936" y="2208"/>
                <a:ext cx="288" cy="288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0" hangingPunct="0"/>
                <a:r>
                  <a:rPr lang="it-IT" sz="2400" b="1" i="1">
                    <a:latin typeface="Times New Roman" charset="0"/>
                    <a:sym typeface="Symbol" charset="0"/>
                  </a:rPr>
                  <a:t>z</a:t>
                </a:r>
                <a:endParaRPr lang="it-IT" sz="2400" b="1" i="1">
                  <a:latin typeface="Times New Roman" charset="0"/>
                </a:endParaRPr>
              </a:p>
            </p:txBody>
          </p:sp>
          <p:sp>
            <p:nvSpPr>
              <p:cNvPr id="715830" name="Oval 54"/>
              <p:cNvSpPr>
                <a:spLocks noChangeArrowheads="1"/>
              </p:cNvSpPr>
              <p:nvPr/>
            </p:nvSpPr>
            <p:spPr bwMode="auto">
              <a:xfrm>
                <a:off x="3936" y="3360"/>
                <a:ext cx="288" cy="288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0" hangingPunct="0"/>
                <a:r>
                  <a:rPr lang="it-IT" sz="2400" b="1" i="1">
                    <a:latin typeface="Times New Roman" charset="0"/>
                    <a:sym typeface="Symbol" charset="0"/>
                  </a:rPr>
                  <a:t>w</a:t>
                </a:r>
                <a:endParaRPr lang="it-IT" sz="2400" b="1" i="1">
                  <a:latin typeface="Times New Roman" charset="0"/>
                </a:endParaRPr>
              </a:p>
            </p:txBody>
          </p:sp>
        </p:grpSp>
      </p:grpSp>
      <p:grpSp>
        <p:nvGrpSpPr>
          <p:cNvPr id="715831" name="Group 55"/>
          <p:cNvGrpSpPr>
            <a:grpSpLocks/>
          </p:cNvGrpSpPr>
          <p:nvPr/>
        </p:nvGrpSpPr>
        <p:grpSpPr bwMode="auto">
          <a:xfrm>
            <a:off x="1676400" y="304800"/>
            <a:ext cx="5943600" cy="2514600"/>
            <a:chOff x="1056" y="2064"/>
            <a:chExt cx="3744" cy="1584"/>
          </a:xfrm>
        </p:grpSpPr>
        <p:sp>
          <p:nvSpPr>
            <p:cNvPr id="715832" name="Line 56"/>
            <p:cNvSpPr>
              <a:spLocks noChangeShapeType="1"/>
            </p:cNvSpPr>
            <p:nvPr/>
          </p:nvSpPr>
          <p:spPr bwMode="auto">
            <a:xfrm flipV="1">
              <a:off x="4128" y="2496"/>
              <a:ext cx="0" cy="100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5833" name="Line 57"/>
            <p:cNvSpPr>
              <a:spLocks noChangeShapeType="1"/>
            </p:cNvSpPr>
            <p:nvPr/>
          </p:nvSpPr>
          <p:spPr bwMode="auto">
            <a:xfrm flipH="1" flipV="1">
              <a:off x="3072" y="2304"/>
              <a:ext cx="100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5834" name="Line 58"/>
            <p:cNvSpPr>
              <a:spLocks noChangeShapeType="1"/>
            </p:cNvSpPr>
            <p:nvPr/>
          </p:nvSpPr>
          <p:spPr bwMode="auto">
            <a:xfrm flipH="1" flipV="1">
              <a:off x="1872" y="2496"/>
              <a:ext cx="1008" cy="100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5835" name="Line 59"/>
            <p:cNvSpPr>
              <a:spLocks noChangeShapeType="1"/>
            </p:cNvSpPr>
            <p:nvPr/>
          </p:nvSpPr>
          <p:spPr bwMode="auto">
            <a:xfrm>
              <a:off x="1296" y="3072"/>
              <a:ext cx="432" cy="43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5836" name="Line 60"/>
            <p:cNvSpPr>
              <a:spLocks noChangeShapeType="1"/>
            </p:cNvSpPr>
            <p:nvPr/>
          </p:nvSpPr>
          <p:spPr bwMode="auto">
            <a:xfrm>
              <a:off x="4080" y="2352"/>
              <a:ext cx="480" cy="48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5837" name="Line 61"/>
            <p:cNvSpPr>
              <a:spLocks noChangeShapeType="1"/>
            </p:cNvSpPr>
            <p:nvPr/>
          </p:nvSpPr>
          <p:spPr bwMode="auto">
            <a:xfrm flipV="1">
              <a:off x="2976" y="2496"/>
              <a:ext cx="0" cy="100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5838" name="Line 62"/>
            <p:cNvSpPr>
              <a:spLocks noChangeShapeType="1"/>
            </p:cNvSpPr>
            <p:nvPr/>
          </p:nvSpPr>
          <p:spPr bwMode="auto">
            <a:xfrm flipH="1">
              <a:off x="4080" y="3024"/>
              <a:ext cx="432" cy="43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5839" name="Line 63"/>
            <p:cNvSpPr>
              <a:spLocks noChangeShapeType="1"/>
            </p:cNvSpPr>
            <p:nvPr/>
          </p:nvSpPr>
          <p:spPr bwMode="auto">
            <a:xfrm flipH="1" flipV="1">
              <a:off x="2928" y="2352"/>
              <a:ext cx="1056" cy="105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5840" name="Line 64"/>
            <p:cNvSpPr>
              <a:spLocks noChangeShapeType="1"/>
            </p:cNvSpPr>
            <p:nvPr/>
          </p:nvSpPr>
          <p:spPr bwMode="auto">
            <a:xfrm flipH="1">
              <a:off x="2928" y="2448"/>
              <a:ext cx="1056" cy="105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5841" name="Line 65"/>
            <p:cNvSpPr>
              <a:spLocks noChangeShapeType="1"/>
            </p:cNvSpPr>
            <p:nvPr/>
          </p:nvSpPr>
          <p:spPr bwMode="auto">
            <a:xfrm flipH="1" flipV="1">
              <a:off x="2928" y="3504"/>
              <a:ext cx="100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5842" name="Line 66"/>
            <p:cNvSpPr>
              <a:spLocks noChangeShapeType="1"/>
            </p:cNvSpPr>
            <p:nvPr/>
          </p:nvSpPr>
          <p:spPr bwMode="auto">
            <a:xfrm flipH="1" flipV="1">
              <a:off x="2928" y="2400"/>
              <a:ext cx="100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5843" name="Line 67"/>
            <p:cNvSpPr>
              <a:spLocks noChangeShapeType="1"/>
            </p:cNvSpPr>
            <p:nvPr/>
          </p:nvSpPr>
          <p:spPr bwMode="auto">
            <a:xfrm flipH="1" flipV="1">
              <a:off x="1824" y="2352"/>
              <a:ext cx="1008" cy="100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5844" name="Line 68"/>
            <p:cNvSpPr>
              <a:spLocks noChangeShapeType="1"/>
            </p:cNvSpPr>
            <p:nvPr/>
          </p:nvSpPr>
          <p:spPr bwMode="auto">
            <a:xfrm flipH="1">
              <a:off x="1776" y="2448"/>
              <a:ext cx="1056" cy="105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5845" name="Line 69"/>
            <p:cNvSpPr>
              <a:spLocks noChangeShapeType="1"/>
            </p:cNvSpPr>
            <p:nvPr/>
          </p:nvSpPr>
          <p:spPr bwMode="auto">
            <a:xfrm flipH="1" flipV="1">
              <a:off x="1776" y="2352"/>
              <a:ext cx="100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5846" name="Line 70"/>
            <p:cNvSpPr>
              <a:spLocks noChangeShapeType="1"/>
            </p:cNvSpPr>
            <p:nvPr/>
          </p:nvSpPr>
          <p:spPr bwMode="auto">
            <a:xfrm flipH="1" flipV="1">
              <a:off x="1776" y="3504"/>
              <a:ext cx="100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5847" name="Line 71"/>
            <p:cNvSpPr>
              <a:spLocks noChangeShapeType="1"/>
            </p:cNvSpPr>
            <p:nvPr/>
          </p:nvSpPr>
          <p:spPr bwMode="auto">
            <a:xfrm flipH="1">
              <a:off x="1200" y="2448"/>
              <a:ext cx="480" cy="48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5848" name="Line 72"/>
            <p:cNvSpPr>
              <a:spLocks noChangeShapeType="1"/>
            </p:cNvSpPr>
            <p:nvPr/>
          </p:nvSpPr>
          <p:spPr bwMode="auto">
            <a:xfrm>
              <a:off x="1248" y="2928"/>
              <a:ext cx="432" cy="43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5849" name="Text Box 73"/>
            <p:cNvSpPr txBox="1">
              <a:spLocks noChangeArrowheads="1"/>
            </p:cNvSpPr>
            <p:nvPr/>
          </p:nvSpPr>
          <p:spPr bwMode="auto">
            <a:xfrm>
              <a:off x="2352" y="3120"/>
              <a:ext cx="19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hangingPunct="0"/>
              <a:r>
                <a:rPr lang="it-IT" sz="2000" b="1">
                  <a:latin typeface="Times New Roman" charset="0"/>
                  <a:sym typeface="Symbol" charset="0"/>
                </a:rPr>
                <a:t>1</a:t>
              </a:r>
              <a:endParaRPr lang="en-GB" sz="2000" b="1">
                <a:latin typeface="Times New Roman" charset="0"/>
                <a:sym typeface="Symbol" charset="0"/>
              </a:endParaRPr>
            </a:p>
          </p:txBody>
        </p:sp>
        <p:sp>
          <p:nvSpPr>
            <p:cNvPr id="715850" name="Line 74"/>
            <p:cNvSpPr>
              <a:spLocks noChangeShapeType="1"/>
            </p:cNvSpPr>
            <p:nvPr/>
          </p:nvSpPr>
          <p:spPr bwMode="auto">
            <a:xfrm flipV="1">
              <a:off x="1728" y="2352"/>
              <a:ext cx="0" cy="100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5851" name="Line 75"/>
            <p:cNvSpPr>
              <a:spLocks noChangeShapeType="1"/>
            </p:cNvSpPr>
            <p:nvPr/>
          </p:nvSpPr>
          <p:spPr bwMode="auto">
            <a:xfrm flipV="1">
              <a:off x="2880" y="2352"/>
              <a:ext cx="0" cy="100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5852" name="Line 76"/>
            <p:cNvSpPr>
              <a:spLocks noChangeShapeType="1"/>
            </p:cNvSpPr>
            <p:nvPr/>
          </p:nvSpPr>
          <p:spPr bwMode="auto">
            <a:xfrm flipV="1">
              <a:off x="4032" y="2352"/>
              <a:ext cx="0" cy="100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5853" name="Text Box 77"/>
            <p:cNvSpPr txBox="1">
              <a:spLocks noChangeArrowheads="1"/>
            </p:cNvSpPr>
            <p:nvPr/>
          </p:nvSpPr>
          <p:spPr bwMode="auto">
            <a:xfrm>
              <a:off x="2976" y="2784"/>
              <a:ext cx="337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000" b="1">
                  <a:latin typeface="Times New Roman" charset="0"/>
                  <a:sym typeface="Symbol" charset="0"/>
                </a:rPr>
                <a:t>1/</a:t>
              </a:r>
              <a:endParaRPr lang="en-GB" sz="2000" b="1">
                <a:latin typeface="Times New Roman" charset="0"/>
                <a:sym typeface="Symbol" charset="0"/>
              </a:endParaRPr>
            </a:p>
          </p:txBody>
        </p:sp>
        <p:sp>
          <p:nvSpPr>
            <p:cNvPr id="715854" name="Text Box 78"/>
            <p:cNvSpPr txBox="1">
              <a:spLocks noChangeArrowheads="1"/>
            </p:cNvSpPr>
            <p:nvPr/>
          </p:nvSpPr>
          <p:spPr bwMode="auto">
            <a:xfrm>
              <a:off x="1344" y="3216"/>
              <a:ext cx="19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hangingPunct="0"/>
              <a:r>
                <a:rPr lang="it-IT" sz="2000" b="1">
                  <a:latin typeface="Times New Roman" charset="0"/>
                  <a:sym typeface="Symbol" charset="0"/>
                </a:rPr>
                <a:t>1</a:t>
              </a:r>
              <a:endParaRPr lang="en-GB" sz="2000" b="1">
                <a:latin typeface="Times New Roman" charset="0"/>
                <a:sym typeface="Symbol" charset="0"/>
              </a:endParaRPr>
            </a:p>
          </p:txBody>
        </p:sp>
        <p:sp>
          <p:nvSpPr>
            <p:cNvPr id="715855" name="Text Box 79"/>
            <p:cNvSpPr txBox="1">
              <a:spLocks noChangeArrowheads="1"/>
            </p:cNvSpPr>
            <p:nvPr/>
          </p:nvSpPr>
          <p:spPr bwMode="auto">
            <a:xfrm>
              <a:off x="3456" y="2064"/>
              <a:ext cx="19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hangingPunct="0"/>
              <a:r>
                <a:rPr lang="it-IT" sz="2000" b="1">
                  <a:latin typeface="Times New Roman" charset="0"/>
                  <a:sym typeface="Symbol" charset="0"/>
                </a:rPr>
                <a:t>1</a:t>
              </a:r>
              <a:endParaRPr lang="en-GB" sz="2000" b="1">
                <a:latin typeface="Times New Roman" charset="0"/>
                <a:sym typeface="Symbol" charset="0"/>
              </a:endParaRPr>
            </a:p>
          </p:txBody>
        </p:sp>
        <p:sp>
          <p:nvSpPr>
            <p:cNvPr id="715856" name="Line 80"/>
            <p:cNvSpPr>
              <a:spLocks noChangeShapeType="1"/>
            </p:cNvSpPr>
            <p:nvPr/>
          </p:nvSpPr>
          <p:spPr bwMode="auto">
            <a:xfrm flipH="1">
              <a:off x="4224" y="2976"/>
              <a:ext cx="432" cy="43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5857" name="Text Box 81"/>
            <p:cNvSpPr txBox="1">
              <a:spLocks noChangeArrowheads="1"/>
            </p:cNvSpPr>
            <p:nvPr/>
          </p:nvSpPr>
          <p:spPr bwMode="auto">
            <a:xfrm>
              <a:off x="4416" y="3120"/>
              <a:ext cx="19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hangingPunct="0"/>
              <a:r>
                <a:rPr lang="it-IT" sz="2000" b="1">
                  <a:latin typeface="Times New Roman" charset="0"/>
                  <a:sym typeface="Symbol" charset="0"/>
                </a:rPr>
                <a:t>1</a:t>
              </a:r>
              <a:endParaRPr lang="en-GB" sz="2000" b="1">
                <a:latin typeface="Times New Roman" charset="0"/>
                <a:sym typeface="Symbol" charset="0"/>
              </a:endParaRPr>
            </a:p>
          </p:txBody>
        </p:sp>
        <p:sp>
          <p:nvSpPr>
            <p:cNvPr id="715858" name="Text Box 82"/>
            <p:cNvSpPr txBox="1">
              <a:spLocks noChangeArrowheads="1"/>
            </p:cNvSpPr>
            <p:nvPr/>
          </p:nvSpPr>
          <p:spPr bwMode="auto">
            <a:xfrm>
              <a:off x="4080" y="2784"/>
              <a:ext cx="19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hangingPunct="0"/>
              <a:r>
                <a:rPr lang="it-IT" sz="2000" b="1">
                  <a:latin typeface="Times New Roman" charset="0"/>
                  <a:sym typeface="Symbol" charset="0"/>
                </a:rPr>
                <a:t>1</a:t>
              </a:r>
              <a:endParaRPr lang="en-GB" sz="2000" b="1">
                <a:latin typeface="Times New Roman" charset="0"/>
                <a:sym typeface="Symbol" charset="0"/>
              </a:endParaRPr>
            </a:p>
          </p:txBody>
        </p:sp>
        <p:grpSp>
          <p:nvGrpSpPr>
            <p:cNvPr id="715859" name="Group 83"/>
            <p:cNvGrpSpPr>
              <a:grpSpLocks/>
            </p:cNvGrpSpPr>
            <p:nvPr/>
          </p:nvGrpSpPr>
          <p:grpSpPr bwMode="auto">
            <a:xfrm>
              <a:off x="1056" y="2208"/>
              <a:ext cx="3744" cy="1440"/>
              <a:chOff x="1056" y="2208"/>
              <a:chExt cx="3744" cy="1440"/>
            </a:xfrm>
          </p:grpSpPr>
          <p:sp>
            <p:nvSpPr>
              <p:cNvPr id="715860" name="Oval 84"/>
              <p:cNvSpPr>
                <a:spLocks noChangeArrowheads="1"/>
              </p:cNvSpPr>
              <p:nvPr/>
            </p:nvSpPr>
            <p:spPr bwMode="auto">
              <a:xfrm>
                <a:off x="1632" y="2208"/>
                <a:ext cx="288" cy="288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0" hangingPunct="0"/>
                <a:r>
                  <a:rPr lang="it-IT" sz="2400" b="1" i="1">
                    <a:latin typeface="Times New Roman" charset="0"/>
                    <a:sym typeface="Symbol" charset="0"/>
                  </a:rPr>
                  <a:t>u</a:t>
                </a:r>
                <a:endParaRPr lang="it-IT" sz="2400" b="1" i="1">
                  <a:latin typeface="Times New Roman" charset="0"/>
                </a:endParaRPr>
              </a:p>
            </p:txBody>
          </p:sp>
          <p:sp>
            <p:nvSpPr>
              <p:cNvPr id="715861" name="Oval 85"/>
              <p:cNvSpPr>
                <a:spLocks noChangeArrowheads="1"/>
              </p:cNvSpPr>
              <p:nvPr/>
            </p:nvSpPr>
            <p:spPr bwMode="auto">
              <a:xfrm>
                <a:off x="1056" y="2784"/>
                <a:ext cx="288" cy="288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0" hangingPunct="0"/>
                <a:r>
                  <a:rPr lang="it-IT" sz="2400" b="1" i="1">
                    <a:latin typeface="Times New Roman" charset="0"/>
                    <a:sym typeface="Symbol" charset="0"/>
                  </a:rPr>
                  <a:t>s</a:t>
                </a:r>
                <a:endParaRPr lang="it-IT" sz="2400" b="1" i="1">
                  <a:latin typeface="Times New Roman" charset="0"/>
                </a:endParaRPr>
              </a:p>
            </p:txBody>
          </p:sp>
          <p:sp>
            <p:nvSpPr>
              <p:cNvPr id="715862" name="Oval 86"/>
              <p:cNvSpPr>
                <a:spLocks noChangeArrowheads="1"/>
              </p:cNvSpPr>
              <p:nvPr/>
            </p:nvSpPr>
            <p:spPr bwMode="auto">
              <a:xfrm>
                <a:off x="1632" y="3360"/>
                <a:ext cx="288" cy="288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0" hangingPunct="0"/>
                <a:r>
                  <a:rPr lang="it-IT" sz="2400" b="1" i="1">
                    <a:latin typeface="Times New Roman" charset="0"/>
                    <a:sym typeface="Symbol" charset="0"/>
                  </a:rPr>
                  <a:t>v</a:t>
                </a:r>
                <a:endParaRPr lang="it-IT" sz="2400" b="1" i="1">
                  <a:latin typeface="Times New Roman" charset="0"/>
                </a:endParaRPr>
              </a:p>
            </p:txBody>
          </p:sp>
          <p:sp>
            <p:nvSpPr>
              <p:cNvPr id="715863" name="Oval 87"/>
              <p:cNvSpPr>
                <a:spLocks noChangeArrowheads="1"/>
              </p:cNvSpPr>
              <p:nvPr/>
            </p:nvSpPr>
            <p:spPr bwMode="auto">
              <a:xfrm>
                <a:off x="4512" y="2784"/>
                <a:ext cx="288" cy="288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0" hangingPunct="0"/>
                <a:r>
                  <a:rPr lang="it-IT" sz="2400" b="1" i="1">
                    <a:latin typeface="Times New Roman" charset="0"/>
                    <a:sym typeface="Symbol" charset="0"/>
                  </a:rPr>
                  <a:t>t</a:t>
                </a:r>
                <a:endParaRPr lang="it-IT" sz="2400" b="1" i="1">
                  <a:latin typeface="Times New Roman" charset="0"/>
                </a:endParaRPr>
              </a:p>
            </p:txBody>
          </p:sp>
          <p:sp>
            <p:nvSpPr>
              <p:cNvPr id="715864" name="Oval 88"/>
              <p:cNvSpPr>
                <a:spLocks noChangeArrowheads="1"/>
              </p:cNvSpPr>
              <p:nvPr/>
            </p:nvSpPr>
            <p:spPr bwMode="auto">
              <a:xfrm>
                <a:off x="2784" y="2208"/>
                <a:ext cx="288" cy="288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0" hangingPunct="0"/>
                <a:r>
                  <a:rPr lang="it-IT" sz="2400" b="1" i="1">
                    <a:latin typeface="Times New Roman" charset="0"/>
                    <a:sym typeface="Symbol" charset="0"/>
                  </a:rPr>
                  <a:t>x</a:t>
                </a:r>
                <a:endParaRPr lang="it-IT" sz="2400" b="1" i="1">
                  <a:latin typeface="Times New Roman" charset="0"/>
                </a:endParaRPr>
              </a:p>
            </p:txBody>
          </p:sp>
          <p:sp>
            <p:nvSpPr>
              <p:cNvPr id="715865" name="Oval 89"/>
              <p:cNvSpPr>
                <a:spLocks noChangeArrowheads="1"/>
              </p:cNvSpPr>
              <p:nvPr/>
            </p:nvSpPr>
            <p:spPr bwMode="auto">
              <a:xfrm>
                <a:off x="2784" y="3360"/>
                <a:ext cx="288" cy="288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0" hangingPunct="0"/>
                <a:r>
                  <a:rPr lang="it-IT" sz="2400" b="1" i="1">
                    <a:latin typeface="Times New Roman" charset="0"/>
                    <a:sym typeface="Symbol" charset="0"/>
                  </a:rPr>
                  <a:t>y</a:t>
                </a:r>
                <a:endParaRPr lang="it-IT" sz="2400" b="1" i="1">
                  <a:latin typeface="Times New Roman" charset="0"/>
                </a:endParaRPr>
              </a:p>
            </p:txBody>
          </p:sp>
          <p:sp>
            <p:nvSpPr>
              <p:cNvPr id="715866" name="Oval 90"/>
              <p:cNvSpPr>
                <a:spLocks noChangeArrowheads="1"/>
              </p:cNvSpPr>
              <p:nvPr/>
            </p:nvSpPr>
            <p:spPr bwMode="auto">
              <a:xfrm>
                <a:off x="3936" y="2208"/>
                <a:ext cx="288" cy="288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0" hangingPunct="0"/>
                <a:r>
                  <a:rPr lang="it-IT" sz="2400" b="1" i="1">
                    <a:latin typeface="Times New Roman" charset="0"/>
                    <a:sym typeface="Symbol" charset="0"/>
                  </a:rPr>
                  <a:t>z</a:t>
                </a:r>
                <a:endParaRPr lang="it-IT" sz="2400" b="1" i="1">
                  <a:latin typeface="Times New Roman" charset="0"/>
                </a:endParaRPr>
              </a:p>
            </p:txBody>
          </p:sp>
          <p:sp>
            <p:nvSpPr>
              <p:cNvPr id="715867" name="Oval 91"/>
              <p:cNvSpPr>
                <a:spLocks noChangeArrowheads="1"/>
              </p:cNvSpPr>
              <p:nvPr/>
            </p:nvSpPr>
            <p:spPr bwMode="auto">
              <a:xfrm>
                <a:off x="3936" y="3360"/>
                <a:ext cx="288" cy="288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0" hangingPunct="0"/>
                <a:r>
                  <a:rPr lang="it-IT" sz="2400" b="1" i="1">
                    <a:latin typeface="Times New Roman" charset="0"/>
                    <a:sym typeface="Symbol" charset="0"/>
                  </a:rPr>
                  <a:t>w</a:t>
                </a:r>
                <a:endParaRPr lang="it-IT" sz="2400" b="1" i="1">
                  <a:latin typeface="Times New Roman" charset="0"/>
                </a:endParaRPr>
              </a:p>
            </p:txBody>
          </p:sp>
        </p:grpSp>
      </p:grp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5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158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158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5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5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7826" name="Group 2"/>
          <p:cNvGrpSpPr>
            <a:grpSpLocks/>
          </p:cNvGrpSpPr>
          <p:nvPr/>
        </p:nvGrpSpPr>
        <p:grpSpPr bwMode="auto">
          <a:xfrm>
            <a:off x="1905000" y="762000"/>
            <a:ext cx="5257800" cy="1905000"/>
            <a:chOff x="1200" y="480"/>
            <a:chExt cx="3312" cy="1200"/>
          </a:xfrm>
        </p:grpSpPr>
        <p:sp>
          <p:nvSpPr>
            <p:cNvPr id="717827" name="Line 3"/>
            <p:cNvSpPr>
              <a:spLocks noChangeShapeType="1"/>
            </p:cNvSpPr>
            <p:nvPr/>
          </p:nvSpPr>
          <p:spPr bwMode="auto">
            <a:xfrm>
              <a:off x="2880" y="480"/>
              <a:ext cx="0" cy="1008"/>
            </a:xfrm>
            <a:prstGeom prst="line">
              <a:avLst/>
            </a:prstGeom>
            <a:noFill/>
            <a:ln w="101600">
              <a:solidFill>
                <a:srgbClr val="00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17828" name="Line 4"/>
            <p:cNvSpPr>
              <a:spLocks noChangeShapeType="1"/>
            </p:cNvSpPr>
            <p:nvPr/>
          </p:nvSpPr>
          <p:spPr bwMode="auto">
            <a:xfrm>
              <a:off x="4080" y="528"/>
              <a:ext cx="432" cy="432"/>
            </a:xfrm>
            <a:prstGeom prst="line">
              <a:avLst/>
            </a:prstGeom>
            <a:noFill/>
            <a:ln w="101600">
              <a:solidFill>
                <a:srgbClr val="00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17829" name="Line 5"/>
            <p:cNvSpPr>
              <a:spLocks noChangeShapeType="1"/>
            </p:cNvSpPr>
            <p:nvPr/>
          </p:nvSpPr>
          <p:spPr bwMode="auto">
            <a:xfrm>
              <a:off x="1776" y="480"/>
              <a:ext cx="1008" cy="0"/>
            </a:xfrm>
            <a:prstGeom prst="line">
              <a:avLst/>
            </a:prstGeom>
            <a:noFill/>
            <a:ln w="101600">
              <a:solidFill>
                <a:srgbClr val="00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17830" name="Line 6"/>
            <p:cNvSpPr>
              <a:spLocks noChangeShapeType="1"/>
            </p:cNvSpPr>
            <p:nvPr/>
          </p:nvSpPr>
          <p:spPr bwMode="auto">
            <a:xfrm flipV="1">
              <a:off x="4128" y="624"/>
              <a:ext cx="0" cy="1008"/>
            </a:xfrm>
            <a:prstGeom prst="line">
              <a:avLst/>
            </a:prstGeom>
            <a:noFill/>
            <a:ln w="101600">
              <a:solidFill>
                <a:srgbClr val="00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17831" name="Line 7"/>
            <p:cNvSpPr>
              <a:spLocks noChangeShapeType="1"/>
            </p:cNvSpPr>
            <p:nvPr/>
          </p:nvSpPr>
          <p:spPr bwMode="auto">
            <a:xfrm>
              <a:off x="2976" y="1632"/>
              <a:ext cx="960" cy="0"/>
            </a:xfrm>
            <a:prstGeom prst="line">
              <a:avLst/>
            </a:prstGeom>
            <a:noFill/>
            <a:ln w="101600">
              <a:solidFill>
                <a:srgbClr val="00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17832" name="Line 8"/>
            <p:cNvSpPr>
              <a:spLocks noChangeShapeType="1"/>
            </p:cNvSpPr>
            <p:nvPr/>
          </p:nvSpPr>
          <p:spPr bwMode="auto">
            <a:xfrm flipV="1">
              <a:off x="1824" y="624"/>
              <a:ext cx="0" cy="1056"/>
            </a:xfrm>
            <a:prstGeom prst="line">
              <a:avLst/>
            </a:prstGeom>
            <a:noFill/>
            <a:ln w="101600">
              <a:solidFill>
                <a:srgbClr val="00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17833" name="Line 9"/>
            <p:cNvSpPr>
              <a:spLocks noChangeShapeType="1"/>
            </p:cNvSpPr>
            <p:nvPr/>
          </p:nvSpPr>
          <p:spPr bwMode="auto">
            <a:xfrm>
              <a:off x="1200" y="1008"/>
              <a:ext cx="480" cy="480"/>
            </a:xfrm>
            <a:prstGeom prst="line">
              <a:avLst/>
            </a:prstGeom>
            <a:noFill/>
            <a:ln w="101600">
              <a:solidFill>
                <a:srgbClr val="00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17834" name="Group 10"/>
          <p:cNvGrpSpPr>
            <a:grpSpLocks/>
          </p:cNvGrpSpPr>
          <p:nvPr/>
        </p:nvGrpSpPr>
        <p:grpSpPr bwMode="auto">
          <a:xfrm>
            <a:off x="1687513" y="304800"/>
            <a:ext cx="5943600" cy="2759075"/>
            <a:chOff x="1056" y="2112"/>
            <a:chExt cx="3744" cy="1738"/>
          </a:xfrm>
        </p:grpSpPr>
        <p:sp>
          <p:nvSpPr>
            <p:cNvPr id="717835" name="Line 11"/>
            <p:cNvSpPr>
              <a:spLocks noChangeShapeType="1"/>
            </p:cNvSpPr>
            <p:nvPr/>
          </p:nvSpPr>
          <p:spPr bwMode="auto">
            <a:xfrm flipV="1">
              <a:off x="4128" y="2544"/>
              <a:ext cx="0" cy="100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7836" name="Line 12"/>
            <p:cNvSpPr>
              <a:spLocks noChangeShapeType="1"/>
            </p:cNvSpPr>
            <p:nvPr/>
          </p:nvSpPr>
          <p:spPr bwMode="auto">
            <a:xfrm flipH="1" flipV="1">
              <a:off x="3072" y="2352"/>
              <a:ext cx="100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7837" name="Line 13"/>
            <p:cNvSpPr>
              <a:spLocks noChangeShapeType="1"/>
            </p:cNvSpPr>
            <p:nvPr/>
          </p:nvSpPr>
          <p:spPr bwMode="auto">
            <a:xfrm flipH="1" flipV="1">
              <a:off x="1872" y="2544"/>
              <a:ext cx="1008" cy="100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7838" name="Line 14"/>
            <p:cNvSpPr>
              <a:spLocks noChangeShapeType="1"/>
            </p:cNvSpPr>
            <p:nvPr/>
          </p:nvSpPr>
          <p:spPr bwMode="auto">
            <a:xfrm>
              <a:off x="1296" y="3120"/>
              <a:ext cx="432" cy="43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7839" name="Line 15"/>
            <p:cNvSpPr>
              <a:spLocks noChangeShapeType="1"/>
            </p:cNvSpPr>
            <p:nvPr/>
          </p:nvSpPr>
          <p:spPr bwMode="auto">
            <a:xfrm>
              <a:off x="4080" y="2448"/>
              <a:ext cx="432" cy="43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7840" name="Line 16"/>
            <p:cNvSpPr>
              <a:spLocks noChangeShapeType="1"/>
            </p:cNvSpPr>
            <p:nvPr/>
          </p:nvSpPr>
          <p:spPr bwMode="auto">
            <a:xfrm flipH="1">
              <a:off x="4080" y="3072"/>
              <a:ext cx="432" cy="43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7841" name="Line 17"/>
            <p:cNvSpPr>
              <a:spLocks noChangeShapeType="1"/>
            </p:cNvSpPr>
            <p:nvPr/>
          </p:nvSpPr>
          <p:spPr bwMode="auto">
            <a:xfrm flipH="1" flipV="1">
              <a:off x="2976" y="2400"/>
              <a:ext cx="1008" cy="100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7842" name="Line 18"/>
            <p:cNvSpPr>
              <a:spLocks noChangeShapeType="1"/>
            </p:cNvSpPr>
            <p:nvPr/>
          </p:nvSpPr>
          <p:spPr bwMode="auto">
            <a:xfrm flipH="1">
              <a:off x="2928" y="2496"/>
              <a:ext cx="1056" cy="105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7843" name="Line 19"/>
            <p:cNvSpPr>
              <a:spLocks noChangeShapeType="1"/>
            </p:cNvSpPr>
            <p:nvPr/>
          </p:nvSpPr>
          <p:spPr bwMode="auto">
            <a:xfrm flipH="1" flipV="1">
              <a:off x="2928" y="3552"/>
              <a:ext cx="100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7844" name="Line 20"/>
            <p:cNvSpPr>
              <a:spLocks noChangeShapeType="1"/>
            </p:cNvSpPr>
            <p:nvPr/>
          </p:nvSpPr>
          <p:spPr bwMode="auto">
            <a:xfrm flipH="1" flipV="1">
              <a:off x="2928" y="2448"/>
              <a:ext cx="100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7845" name="Line 21"/>
            <p:cNvSpPr>
              <a:spLocks noChangeShapeType="1"/>
            </p:cNvSpPr>
            <p:nvPr/>
          </p:nvSpPr>
          <p:spPr bwMode="auto">
            <a:xfrm flipH="1" flipV="1">
              <a:off x="1824" y="2400"/>
              <a:ext cx="1008" cy="100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7846" name="Line 22"/>
            <p:cNvSpPr>
              <a:spLocks noChangeShapeType="1"/>
            </p:cNvSpPr>
            <p:nvPr/>
          </p:nvSpPr>
          <p:spPr bwMode="auto">
            <a:xfrm flipH="1">
              <a:off x="1776" y="2496"/>
              <a:ext cx="1056" cy="105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7847" name="Line 23"/>
            <p:cNvSpPr>
              <a:spLocks noChangeShapeType="1"/>
            </p:cNvSpPr>
            <p:nvPr/>
          </p:nvSpPr>
          <p:spPr bwMode="auto">
            <a:xfrm flipH="1" flipV="1">
              <a:off x="1776" y="2400"/>
              <a:ext cx="100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7848" name="Line 24"/>
            <p:cNvSpPr>
              <a:spLocks noChangeShapeType="1"/>
            </p:cNvSpPr>
            <p:nvPr/>
          </p:nvSpPr>
          <p:spPr bwMode="auto">
            <a:xfrm flipH="1" flipV="1">
              <a:off x="1776" y="3504"/>
              <a:ext cx="100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7849" name="Line 25"/>
            <p:cNvSpPr>
              <a:spLocks noChangeShapeType="1"/>
            </p:cNvSpPr>
            <p:nvPr/>
          </p:nvSpPr>
          <p:spPr bwMode="auto">
            <a:xfrm flipH="1">
              <a:off x="1248" y="2544"/>
              <a:ext cx="432" cy="43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7850" name="Line 26"/>
            <p:cNvSpPr>
              <a:spLocks noChangeShapeType="1"/>
            </p:cNvSpPr>
            <p:nvPr/>
          </p:nvSpPr>
          <p:spPr bwMode="auto">
            <a:xfrm>
              <a:off x="1248" y="2976"/>
              <a:ext cx="432" cy="43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7851" name="Text Box 27"/>
            <p:cNvSpPr txBox="1">
              <a:spLocks noChangeArrowheads="1"/>
            </p:cNvSpPr>
            <p:nvPr/>
          </p:nvSpPr>
          <p:spPr bwMode="auto">
            <a:xfrm>
              <a:off x="2352" y="3168"/>
              <a:ext cx="19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hangingPunct="0"/>
              <a:r>
                <a:rPr lang="it-IT" sz="2000" b="1">
                  <a:latin typeface="Times New Roman" charset="0"/>
                  <a:sym typeface="Symbol" charset="0"/>
                </a:rPr>
                <a:t>1</a:t>
              </a:r>
              <a:endParaRPr lang="en-GB" sz="2000" b="1">
                <a:latin typeface="Times New Roman" charset="0"/>
                <a:sym typeface="Symbol" charset="0"/>
              </a:endParaRPr>
            </a:p>
          </p:txBody>
        </p:sp>
        <p:sp>
          <p:nvSpPr>
            <p:cNvPr id="717852" name="Line 28"/>
            <p:cNvSpPr>
              <a:spLocks noChangeShapeType="1"/>
            </p:cNvSpPr>
            <p:nvPr/>
          </p:nvSpPr>
          <p:spPr bwMode="auto">
            <a:xfrm flipV="1">
              <a:off x="1728" y="2400"/>
              <a:ext cx="0" cy="100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7853" name="Line 29"/>
            <p:cNvSpPr>
              <a:spLocks noChangeShapeType="1"/>
            </p:cNvSpPr>
            <p:nvPr/>
          </p:nvSpPr>
          <p:spPr bwMode="auto">
            <a:xfrm flipV="1">
              <a:off x="2880" y="2400"/>
              <a:ext cx="0" cy="100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7854" name="Line 30"/>
            <p:cNvSpPr>
              <a:spLocks noChangeShapeType="1"/>
            </p:cNvSpPr>
            <p:nvPr/>
          </p:nvSpPr>
          <p:spPr bwMode="auto">
            <a:xfrm flipV="1">
              <a:off x="4032" y="2400"/>
              <a:ext cx="0" cy="100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7855" name="Text Box 31"/>
            <p:cNvSpPr txBox="1">
              <a:spLocks noChangeArrowheads="1"/>
            </p:cNvSpPr>
            <p:nvPr/>
          </p:nvSpPr>
          <p:spPr bwMode="auto">
            <a:xfrm>
              <a:off x="1344" y="3264"/>
              <a:ext cx="19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hangingPunct="0"/>
              <a:r>
                <a:rPr lang="it-IT" sz="2000" b="1">
                  <a:latin typeface="Times New Roman" charset="0"/>
                  <a:sym typeface="Symbol" charset="0"/>
                </a:rPr>
                <a:t>1</a:t>
              </a:r>
              <a:endParaRPr lang="en-GB" sz="2000" b="1">
                <a:latin typeface="Times New Roman" charset="0"/>
                <a:sym typeface="Symbol" charset="0"/>
              </a:endParaRPr>
            </a:p>
          </p:txBody>
        </p:sp>
        <p:sp>
          <p:nvSpPr>
            <p:cNvPr id="717856" name="Text Box 32"/>
            <p:cNvSpPr txBox="1">
              <a:spLocks noChangeArrowheads="1"/>
            </p:cNvSpPr>
            <p:nvPr/>
          </p:nvSpPr>
          <p:spPr bwMode="auto">
            <a:xfrm>
              <a:off x="3456" y="2112"/>
              <a:ext cx="19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hangingPunct="0"/>
              <a:r>
                <a:rPr lang="it-IT" sz="2000" b="1">
                  <a:latin typeface="Times New Roman" charset="0"/>
                  <a:sym typeface="Symbol" charset="0"/>
                </a:rPr>
                <a:t>1</a:t>
              </a:r>
              <a:endParaRPr lang="en-GB" sz="2000" b="1">
                <a:latin typeface="Times New Roman" charset="0"/>
                <a:sym typeface="Symbol" charset="0"/>
              </a:endParaRPr>
            </a:p>
          </p:txBody>
        </p:sp>
        <p:sp>
          <p:nvSpPr>
            <p:cNvPr id="717857" name="Line 33"/>
            <p:cNvSpPr>
              <a:spLocks noChangeShapeType="1"/>
            </p:cNvSpPr>
            <p:nvPr/>
          </p:nvSpPr>
          <p:spPr bwMode="auto">
            <a:xfrm flipH="1">
              <a:off x="4224" y="3024"/>
              <a:ext cx="432" cy="43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7858" name="Text Box 34"/>
            <p:cNvSpPr txBox="1">
              <a:spLocks noChangeArrowheads="1"/>
            </p:cNvSpPr>
            <p:nvPr/>
          </p:nvSpPr>
          <p:spPr bwMode="auto">
            <a:xfrm>
              <a:off x="4416" y="3168"/>
              <a:ext cx="19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hangingPunct="0"/>
              <a:r>
                <a:rPr lang="it-IT" sz="2000" b="1">
                  <a:latin typeface="Times New Roman" charset="0"/>
                  <a:sym typeface="Symbol" charset="0"/>
                </a:rPr>
                <a:t>1</a:t>
              </a:r>
              <a:endParaRPr lang="en-GB" sz="2000" b="1">
                <a:latin typeface="Times New Roman" charset="0"/>
                <a:sym typeface="Symbol" charset="0"/>
              </a:endParaRPr>
            </a:p>
          </p:txBody>
        </p:sp>
        <p:sp>
          <p:nvSpPr>
            <p:cNvPr id="717859" name="Line 35"/>
            <p:cNvSpPr>
              <a:spLocks noChangeShapeType="1"/>
            </p:cNvSpPr>
            <p:nvPr/>
          </p:nvSpPr>
          <p:spPr bwMode="auto">
            <a:xfrm flipH="1">
              <a:off x="1296" y="2400"/>
              <a:ext cx="432" cy="43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7860" name="Text Box 36"/>
            <p:cNvSpPr txBox="1">
              <a:spLocks noChangeArrowheads="1"/>
            </p:cNvSpPr>
            <p:nvPr/>
          </p:nvSpPr>
          <p:spPr bwMode="auto">
            <a:xfrm>
              <a:off x="1248" y="2400"/>
              <a:ext cx="337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000" b="1">
                  <a:latin typeface="Times New Roman" charset="0"/>
                  <a:sym typeface="Symbol" charset="0"/>
                </a:rPr>
                <a:t>1/</a:t>
              </a:r>
              <a:endParaRPr lang="en-GB" sz="2000" b="1">
                <a:latin typeface="Times New Roman" charset="0"/>
                <a:sym typeface="Symbol" charset="0"/>
              </a:endParaRPr>
            </a:p>
          </p:txBody>
        </p:sp>
        <p:sp>
          <p:nvSpPr>
            <p:cNvPr id="717861" name="Line 37"/>
            <p:cNvSpPr>
              <a:spLocks noChangeShapeType="1"/>
            </p:cNvSpPr>
            <p:nvPr/>
          </p:nvSpPr>
          <p:spPr bwMode="auto">
            <a:xfrm flipV="1">
              <a:off x="1824" y="2544"/>
              <a:ext cx="0" cy="100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7862" name="Text Box 38"/>
            <p:cNvSpPr txBox="1">
              <a:spLocks noChangeArrowheads="1"/>
            </p:cNvSpPr>
            <p:nvPr/>
          </p:nvSpPr>
          <p:spPr bwMode="auto">
            <a:xfrm>
              <a:off x="1776" y="2880"/>
              <a:ext cx="337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000" b="1">
                  <a:latin typeface="Times New Roman" charset="0"/>
                  <a:sym typeface="Symbol" charset="0"/>
                </a:rPr>
                <a:t>1/</a:t>
              </a:r>
              <a:endParaRPr lang="en-GB" sz="2000" b="1">
                <a:latin typeface="Times New Roman" charset="0"/>
                <a:sym typeface="Symbol" charset="0"/>
              </a:endParaRPr>
            </a:p>
          </p:txBody>
        </p:sp>
        <p:sp>
          <p:nvSpPr>
            <p:cNvPr id="717863" name="Text Box 39"/>
            <p:cNvSpPr txBox="1">
              <a:spLocks noChangeArrowheads="1"/>
            </p:cNvSpPr>
            <p:nvPr/>
          </p:nvSpPr>
          <p:spPr bwMode="auto">
            <a:xfrm>
              <a:off x="2256" y="3600"/>
              <a:ext cx="337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000" b="1">
                  <a:latin typeface="Times New Roman" charset="0"/>
                  <a:sym typeface="Symbol" charset="0"/>
                </a:rPr>
                <a:t>1/</a:t>
              </a:r>
              <a:endParaRPr lang="en-GB" sz="2000" b="1">
                <a:latin typeface="Times New Roman" charset="0"/>
                <a:sym typeface="Symbol" charset="0"/>
              </a:endParaRPr>
            </a:p>
          </p:txBody>
        </p:sp>
        <p:sp>
          <p:nvSpPr>
            <p:cNvPr id="717864" name="Line 40"/>
            <p:cNvSpPr>
              <a:spLocks noChangeShapeType="1"/>
            </p:cNvSpPr>
            <p:nvPr/>
          </p:nvSpPr>
          <p:spPr bwMode="auto">
            <a:xfrm flipH="1" flipV="1">
              <a:off x="1920" y="3600"/>
              <a:ext cx="100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7865" name="Line 41"/>
            <p:cNvSpPr>
              <a:spLocks noChangeShapeType="1"/>
            </p:cNvSpPr>
            <p:nvPr/>
          </p:nvSpPr>
          <p:spPr bwMode="auto">
            <a:xfrm flipH="1" flipV="1">
              <a:off x="3024" y="2544"/>
              <a:ext cx="1008" cy="100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7866" name="Text Box 42"/>
            <p:cNvSpPr txBox="1">
              <a:spLocks noChangeArrowheads="1"/>
            </p:cNvSpPr>
            <p:nvPr/>
          </p:nvSpPr>
          <p:spPr bwMode="auto">
            <a:xfrm>
              <a:off x="3408" y="3120"/>
              <a:ext cx="337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000" b="1">
                  <a:latin typeface="Times New Roman" charset="0"/>
                  <a:sym typeface="Symbol" charset="0"/>
                </a:rPr>
                <a:t>1/</a:t>
              </a:r>
              <a:endParaRPr lang="en-GB" sz="2000" b="1">
                <a:latin typeface="Times New Roman" charset="0"/>
                <a:sym typeface="Symbol" charset="0"/>
              </a:endParaRPr>
            </a:p>
          </p:txBody>
        </p:sp>
        <p:sp>
          <p:nvSpPr>
            <p:cNvPr id="717867" name="Text Box 43"/>
            <p:cNvSpPr txBox="1">
              <a:spLocks noChangeArrowheads="1"/>
            </p:cNvSpPr>
            <p:nvPr/>
          </p:nvSpPr>
          <p:spPr bwMode="auto">
            <a:xfrm>
              <a:off x="4080" y="2832"/>
              <a:ext cx="389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000" b="1">
                  <a:latin typeface="Times New Roman" charset="0"/>
                  <a:sym typeface="Symbol" charset="0"/>
                </a:rPr>
                <a:t>1/</a:t>
              </a:r>
              <a:r>
                <a:rPr lang="it-IT" sz="2000" b="1" baseline="30000">
                  <a:latin typeface="Times New Roman" charset="0"/>
                  <a:sym typeface="Symbol" charset="0"/>
                </a:rPr>
                <a:t>2</a:t>
              </a:r>
              <a:endParaRPr lang="en-GB" sz="2000" b="1" baseline="30000">
                <a:latin typeface="Times New Roman" charset="0"/>
                <a:sym typeface="Symbol" charset="0"/>
              </a:endParaRPr>
            </a:p>
          </p:txBody>
        </p:sp>
        <p:sp>
          <p:nvSpPr>
            <p:cNvPr id="717868" name="Text Box 44"/>
            <p:cNvSpPr txBox="1">
              <a:spLocks noChangeArrowheads="1"/>
            </p:cNvSpPr>
            <p:nvPr/>
          </p:nvSpPr>
          <p:spPr bwMode="auto">
            <a:xfrm>
              <a:off x="4368" y="2496"/>
              <a:ext cx="337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000" b="1">
                  <a:latin typeface="Times New Roman" charset="0"/>
                  <a:sym typeface="Symbol" charset="0"/>
                </a:rPr>
                <a:t>1/</a:t>
              </a:r>
              <a:endParaRPr lang="en-GB" sz="2000" b="1">
                <a:latin typeface="Times New Roman" charset="0"/>
                <a:sym typeface="Symbol" charset="0"/>
              </a:endParaRPr>
            </a:p>
          </p:txBody>
        </p:sp>
        <p:sp>
          <p:nvSpPr>
            <p:cNvPr id="717869" name="Line 45"/>
            <p:cNvSpPr>
              <a:spLocks noChangeShapeType="1"/>
            </p:cNvSpPr>
            <p:nvPr/>
          </p:nvSpPr>
          <p:spPr bwMode="auto">
            <a:xfrm>
              <a:off x="4224" y="2496"/>
              <a:ext cx="432" cy="43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717870" name="Group 46"/>
            <p:cNvGrpSpPr>
              <a:grpSpLocks/>
            </p:cNvGrpSpPr>
            <p:nvPr/>
          </p:nvGrpSpPr>
          <p:grpSpPr bwMode="auto">
            <a:xfrm>
              <a:off x="1056" y="2256"/>
              <a:ext cx="3744" cy="1440"/>
              <a:chOff x="1056" y="2208"/>
              <a:chExt cx="3744" cy="1440"/>
            </a:xfrm>
          </p:grpSpPr>
          <p:sp>
            <p:nvSpPr>
              <p:cNvPr id="717871" name="Oval 47"/>
              <p:cNvSpPr>
                <a:spLocks noChangeArrowheads="1"/>
              </p:cNvSpPr>
              <p:nvPr/>
            </p:nvSpPr>
            <p:spPr bwMode="auto">
              <a:xfrm>
                <a:off x="1632" y="2208"/>
                <a:ext cx="288" cy="288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0" hangingPunct="0"/>
                <a:r>
                  <a:rPr lang="it-IT" sz="2400" b="1" i="1">
                    <a:latin typeface="Times New Roman" charset="0"/>
                    <a:sym typeface="Symbol" charset="0"/>
                  </a:rPr>
                  <a:t>u</a:t>
                </a:r>
                <a:endParaRPr lang="it-IT" sz="2400" b="1" i="1">
                  <a:latin typeface="Times New Roman" charset="0"/>
                </a:endParaRPr>
              </a:p>
            </p:txBody>
          </p:sp>
          <p:sp>
            <p:nvSpPr>
              <p:cNvPr id="717872" name="Oval 48"/>
              <p:cNvSpPr>
                <a:spLocks noChangeArrowheads="1"/>
              </p:cNvSpPr>
              <p:nvPr/>
            </p:nvSpPr>
            <p:spPr bwMode="auto">
              <a:xfrm>
                <a:off x="1056" y="2784"/>
                <a:ext cx="288" cy="288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0" hangingPunct="0"/>
                <a:r>
                  <a:rPr lang="it-IT" sz="2400" b="1" i="1">
                    <a:latin typeface="Times New Roman" charset="0"/>
                    <a:sym typeface="Symbol" charset="0"/>
                  </a:rPr>
                  <a:t>s</a:t>
                </a:r>
                <a:endParaRPr lang="it-IT" sz="2400" b="1" i="1">
                  <a:latin typeface="Times New Roman" charset="0"/>
                </a:endParaRPr>
              </a:p>
            </p:txBody>
          </p:sp>
          <p:sp>
            <p:nvSpPr>
              <p:cNvPr id="717873" name="Oval 49"/>
              <p:cNvSpPr>
                <a:spLocks noChangeArrowheads="1"/>
              </p:cNvSpPr>
              <p:nvPr/>
            </p:nvSpPr>
            <p:spPr bwMode="auto">
              <a:xfrm>
                <a:off x="1632" y="3360"/>
                <a:ext cx="288" cy="288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0" hangingPunct="0"/>
                <a:r>
                  <a:rPr lang="it-IT" sz="2400" b="1" i="1">
                    <a:latin typeface="Times New Roman" charset="0"/>
                    <a:sym typeface="Symbol" charset="0"/>
                  </a:rPr>
                  <a:t>v</a:t>
                </a:r>
                <a:endParaRPr lang="it-IT" sz="2400" b="1" i="1">
                  <a:latin typeface="Times New Roman" charset="0"/>
                </a:endParaRPr>
              </a:p>
            </p:txBody>
          </p:sp>
          <p:sp>
            <p:nvSpPr>
              <p:cNvPr id="717874" name="Oval 50"/>
              <p:cNvSpPr>
                <a:spLocks noChangeArrowheads="1"/>
              </p:cNvSpPr>
              <p:nvPr/>
            </p:nvSpPr>
            <p:spPr bwMode="auto">
              <a:xfrm>
                <a:off x="4512" y="2784"/>
                <a:ext cx="288" cy="288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0" hangingPunct="0"/>
                <a:r>
                  <a:rPr lang="it-IT" sz="2400" b="1" i="1">
                    <a:latin typeface="Times New Roman" charset="0"/>
                    <a:sym typeface="Symbol" charset="0"/>
                  </a:rPr>
                  <a:t>t</a:t>
                </a:r>
                <a:endParaRPr lang="it-IT" sz="2400" b="1" i="1">
                  <a:latin typeface="Times New Roman" charset="0"/>
                </a:endParaRPr>
              </a:p>
            </p:txBody>
          </p:sp>
          <p:sp>
            <p:nvSpPr>
              <p:cNvPr id="717875" name="Oval 51"/>
              <p:cNvSpPr>
                <a:spLocks noChangeArrowheads="1"/>
              </p:cNvSpPr>
              <p:nvPr/>
            </p:nvSpPr>
            <p:spPr bwMode="auto">
              <a:xfrm>
                <a:off x="2784" y="2208"/>
                <a:ext cx="288" cy="288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0" hangingPunct="0"/>
                <a:r>
                  <a:rPr lang="it-IT" sz="2400" b="1" i="1">
                    <a:latin typeface="Times New Roman" charset="0"/>
                    <a:sym typeface="Symbol" charset="0"/>
                  </a:rPr>
                  <a:t>x</a:t>
                </a:r>
                <a:endParaRPr lang="it-IT" sz="2400" b="1" i="1">
                  <a:latin typeface="Times New Roman" charset="0"/>
                </a:endParaRPr>
              </a:p>
            </p:txBody>
          </p:sp>
          <p:sp>
            <p:nvSpPr>
              <p:cNvPr id="717876" name="Oval 52"/>
              <p:cNvSpPr>
                <a:spLocks noChangeArrowheads="1"/>
              </p:cNvSpPr>
              <p:nvPr/>
            </p:nvSpPr>
            <p:spPr bwMode="auto">
              <a:xfrm>
                <a:off x="2784" y="3360"/>
                <a:ext cx="288" cy="288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0" hangingPunct="0"/>
                <a:r>
                  <a:rPr lang="it-IT" sz="2400" b="1" i="1">
                    <a:latin typeface="Times New Roman" charset="0"/>
                    <a:sym typeface="Symbol" charset="0"/>
                  </a:rPr>
                  <a:t>y</a:t>
                </a:r>
                <a:endParaRPr lang="it-IT" sz="2400" b="1" i="1">
                  <a:latin typeface="Times New Roman" charset="0"/>
                </a:endParaRPr>
              </a:p>
            </p:txBody>
          </p:sp>
          <p:sp>
            <p:nvSpPr>
              <p:cNvPr id="717877" name="Oval 53"/>
              <p:cNvSpPr>
                <a:spLocks noChangeArrowheads="1"/>
              </p:cNvSpPr>
              <p:nvPr/>
            </p:nvSpPr>
            <p:spPr bwMode="auto">
              <a:xfrm>
                <a:off x="3936" y="2208"/>
                <a:ext cx="288" cy="288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0" hangingPunct="0"/>
                <a:r>
                  <a:rPr lang="it-IT" sz="2400" b="1" i="1">
                    <a:latin typeface="Times New Roman" charset="0"/>
                    <a:sym typeface="Symbol" charset="0"/>
                  </a:rPr>
                  <a:t>z</a:t>
                </a:r>
                <a:endParaRPr lang="it-IT" sz="2400" b="1" i="1">
                  <a:latin typeface="Times New Roman" charset="0"/>
                </a:endParaRPr>
              </a:p>
            </p:txBody>
          </p:sp>
          <p:sp>
            <p:nvSpPr>
              <p:cNvPr id="717878" name="Oval 54"/>
              <p:cNvSpPr>
                <a:spLocks noChangeArrowheads="1"/>
              </p:cNvSpPr>
              <p:nvPr/>
            </p:nvSpPr>
            <p:spPr bwMode="auto">
              <a:xfrm>
                <a:off x="3936" y="3360"/>
                <a:ext cx="288" cy="288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0" hangingPunct="0"/>
                <a:r>
                  <a:rPr lang="it-IT" sz="2400" b="1" i="1">
                    <a:latin typeface="Times New Roman" charset="0"/>
                    <a:sym typeface="Symbol" charset="0"/>
                  </a:rPr>
                  <a:t>w</a:t>
                </a:r>
                <a:endParaRPr lang="it-IT" sz="2400" b="1" i="1">
                  <a:latin typeface="Times New Roman" charset="0"/>
                </a:endParaRPr>
              </a:p>
            </p:txBody>
          </p:sp>
        </p:grpSp>
      </p:grpSp>
      <p:grpSp>
        <p:nvGrpSpPr>
          <p:cNvPr id="717879" name="Group 55"/>
          <p:cNvGrpSpPr>
            <a:grpSpLocks/>
          </p:cNvGrpSpPr>
          <p:nvPr/>
        </p:nvGrpSpPr>
        <p:grpSpPr bwMode="auto">
          <a:xfrm>
            <a:off x="1524000" y="3352800"/>
            <a:ext cx="6629400" cy="2759075"/>
            <a:chOff x="960" y="2112"/>
            <a:chExt cx="4176" cy="1738"/>
          </a:xfrm>
        </p:grpSpPr>
        <p:sp>
          <p:nvSpPr>
            <p:cNvPr id="717880" name="Line 56"/>
            <p:cNvSpPr>
              <a:spLocks noChangeShapeType="1"/>
            </p:cNvSpPr>
            <p:nvPr/>
          </p:nvSpPr>
          <p:spPr bwMode="auto">
            <a:xfrm flipH="1" flipV="1">
              <a:off x="3072" y="2352"/>
              <a:ext cx="100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7881" name="Line 57"/>
            <p:cNvSpPr>
              <a:spLocks noChangeShapeType="1"/>
            </p:cNvSpPr>
            <p:nvPr/>
          </p:nvSpPr>
          <p:spPr bwMode="auto">
            <a:xfrm flipH="1" flipV="1">
              <a:off x="1872" y="2544"/>
              <a:ext cx="1008" cy="100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7882" name="Line 58"/>
            <p:cNvSpPr>
              <a:spLocks noChangeShapeType="1"/>
            </p:cNvSpPr>
            <p:nvPr/>
          </p:nvSpPr>
          <p:spPr bwMode="auto">
            <a:xfrm>
              <a:off x="1296" y="3120"/>
              <a:ext cx="432" cy="43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7883" name="Line 59"/>
            <p:cNvSpPr>
              <a:spLocks noChangeShapeType="1"/>
            </p:cNvSpPr>
            <p:nvPr/>
          </p:nvSpPr>
          <p:spPr bwMode="auto">
            <a:xfrm>
              <a:off x="4080" y="2448"/>
              <a:ext cx="432" cy="43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7884" name="Line 60"/>
            <p:cNvSpPr>
              <a:spLocks noChangeShapeType="1"/>
            </p:cNvSpPr>
            <p:nvPr/>
          </p:nvSpPr>
          <p:spPr bwMode="auto">
            <a:xfrm flipH="1">
              <a:off x="4080" y="3072"/>
              <a:ext cx="432" cy="43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7885" name="Line 61"/>
            <p:cNvSpPr>
              <a:spLocks noChangeShapeType="1"/>
            </p:cNvSpPr>
            <p:nvPr/>
          </p:nvSpPr>
          <p:spPr bwMode="auto">
            <a:xfrm flipH="1" flipV="1">
              <a:off x="2976" y="2400"/>
              <a:ext cx="1008" cy="100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7886" name="Line 62"/>
            <p:cNvSpPr>
              <a:spLocks noChangeShapeType="1"/>
            </p:cNvSpPr>
            <p:nvPr/>
          </p:nvSpPr>
          <p:spPr bwMode="auto">
            <a:xfrm flipH="1">
              <a:off x="2928" y="2496"/>
              <a:ext cx="1056" cy="105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7887" name="Line 63"/>
            <p:cNvSpPr>
              <a:spLocks noChangeShapeType="1"/>
            </p:cNvSpPr>
            <p:nvPr/>
          </p:nvSpPr>
          <p:spPr bwMode="auto">
            <a:xfrm flipH="1" flipV="1">
              <a:off x="2928" y="3504"/>
              <a:ext cx="100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7888" name="Line 64"/>
            <p:cNvSpPr>
              <a:spLocks noChangeShapeType="1"/>
            </p:cNvSpPr>
            <p:nvPr/>
          </p:nvSpPr>
          <p:spPr bwMode="auto">
            <a:xfrm flipH="1" flipV="1">
              <a:off x="2928" y="2448"/>
              <a:ext cx="100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7889" name="Line 65"/>
            <p:cNvSpPr>
              <a:spLocks noChangeShapeType="1"/>
            </p:cNvSpPr>
            <p:nvPr/>
          </p:nvSpPr>
          <p:spPr bwMode="auto">
            <a:xfrm flipH="1" flipV="1">
              <a:off x="1824" y="2400"/>
              <a:ext cx="1008" cy="100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7890" name="Line 66"/>
            <p:cNvSpPr>
              <a:spLocks noChangeShapeType="1"/>
            </p:cNvSpPr>
            <p:nvPr/>
          </p:nvSpPr>
          <p:spPr bwMode="auto">
            <a:xfrm flipH="1">
              <a:off x="1776" y="2496"/>
              <a:ext cx="1056" cy="105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7891" name="Line 67"/>
            <p:cNvSpPr>
              <a:spLocks noChangeShapeType="1"/>
            </p:cNvSpPr>
            <p:nvPr/>
          </p:nvSpPr>
          <p:spPr bwMode="auto">
            <a:xfrm flipH="1" flipV="1">
              <a:off x="1776" y="2448"/>
              <a:ext cx="100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7892" name="Line 68"/>
            <p:cNvSpPr>
              <a:spLocks noChangeShapeType="1"/>
            </p:cNvSpPr>
            <p:nvPr/>
          </p:nvSpPr>
          <p:spPr bwMode="auto">
            <a:xfrm flipH="1" flipV="1">
              <a:off x="1776" y="3504"/>
              <a:ext cx="100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7893" name="Line 69"/>
            <p:cNvSpPr>
              <a:spLocks noChangeShapeType="1"/>
            </p:cNvSpPr>
            <p:nvPr/>
          </p:nvSpPr>
          <p:spPr bwMode="auto">
            <a:xfrm flipH="1">
              <a:off x="1248" y="2544"/>
              <a:ext cx="432" cy="43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7894" name="Line 70"/>
            <p:cNvSpPr>
              <a:spLocks noChangeShapeType="1"/>
            </p:cNvSpPr>
            <p:nvPr/>
          </p:nvSpPr>
          <p:spPr bwMode="auto">
            <a:xfrm>
              <a:off x="1248" y="2976"/>
              <a:ext cx="432" cy="43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7895" name="Text Box 71"/>
            <p:cNvSpPr txBox="1">
              <a:spLocks noChangeArrowheads="1"/>
            </p:cNvSpPr>
            <p:nvPr/>
          </p:nvSpPr>
          <p:spPr bwMode="auto">
            <a:xfrm>
              <a:off x="2352" y="3168"/>
              <a:ext cx="19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hangingPunct="0"/>
              <a:r>
                <a:rPr lang="it-IT" sz="2000" b="1">
                  <a:latin typeface="Times New Roman" charset="0"/>
                  <a:sym typeface="Symbol" charset="0"/>
                </a:rPr>
                <a:t>1</a:t>
              </a:r>
              <a:endParaRPr lang="en-GB" sz="2000" b="1">
                <a:latin typeface="Times New Roman" charset="0"/>
                <a:sym typeface="Symbol" charset="0"/>
              </a:endParaRPr>
            </a:p>
          </p:txBody>
        </p:sp>
        <p:sp>
          <p:nvSpPr>
            <p:cNvPr id="717896" name="Line 72"/>
            <p:cNvSpPr>
              <a:spLocks noChangeShapeType="1"/>
            </p:cNvSpPr>
            <p:nvPr/>
          </p:nvSpPr>
          <p:spPr bwMode="auto">
            <a:xfrm flipV="1">
              <a:off x="1728" y="2400"/>
              <a:ext cx="0" cy="100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7897" name="Line 73"/>
            <p:cNvSpPr>
              <a:spLocks noChangeShapeType="1"/>
            </p:cNvSpPr>
            <p:nvPr/>
          </p:nvSpPr>
          <p:spPr bwMode="auto">
            <a:xfrm flipV="1">
              <a:off x="2880" y="2400"/>
              <a:ext cx="0" cy="100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7898" name="Line 74"/>
            <p:cNvSpPr>
              <a:spLocks noChangeShapeType="1"/>
            </p:cNvSpPr>
            <p:nvPr/>
          </p:nvSpPr>
          <p:spPr bwMode="auto">
            <a:xfrm flipV="1">
              <a:off x="4032" y="2400"/>
              <a:ext cx="0" cy="100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7899" name="Text Box 75"/>
            <p:cNvSpPr txBox="1">
              <a:spLocks noChangeArrowheads="1"/>
            </p:cNvSpPr>
            <p:nvPr/>
          </p:nvSpPr>
          <p:spPr bwMode="auto">
            <a:xfrm>
              <a:off x="960" y="3312"/>
              <a:ext cx="62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hangingPunct="0"/>
              <a:r>
                <a:rPr lang="it-IT" sz="2000" b="1">
                  <a:latin typeface="Times New Roman" charset="0"/>
                  <a:sym typeface="Symbol" charset="0"/>
                </a:rPr>
                <a:t>1+1/</a:t>
              </a:r>
              <a:r>
                <a:rPr lang="it-IT" sz="2000" b="1" baseline="30000">
                  <a:latin typeface="Times New Roman" charset="0"/>
                  <a:sym typeface="Symbol" charset="0"/>
                </a:rPr>
                <a:t>2</a:t>
              </a:r>
              <a:endParaRPr lang="en-GB" sz="2000" b="1">
                <a:latin typeface="Times New Roman" charset="0"/>
                <a:sym typeface="Symbol" charset="0"/>
              </a:endParaRPr>
            </a:p>
          </p:txBody>
        </p:sp>
        <p:sp>
          <p:nvSpPr>
            <p:cNvPr id="717900" name="Text Box 76"/>
            <p:cNvSpPr txBox="1">
              <a:spLocks noChangeArrowheads="1"/>
            </p:cNvSpPr>
            <p:nvPr/>
          </p:nvSpPr>
          <p:spPr bwMode="auto">
            <a:xfrm>
              <a:off x="3456" y="2112"/>
              <a:ext cx="19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hangingPunct="0"/>
              <a:r>
                <a:rPr lang="it-IT" sz="2000" b="1">
                  <a:latin typeface="Times New Roman" charset="0"/>
                  <a:sym typeface="Symbol" charset="0"/>
                </a:rPr>
                <a:t>1</a:t>
              </a:r>
              <a:endParaRPr lang="en-GB" sz="2000" b="1">
                <a:latin typeface="Times New Roman" charset="0"/>
                <a:sym typeface="Symbol" charset="0"/>
              </a:endParaRPr>
            </a:p>
          </p:txBody>
        </p:sp>
        <p:sp>
          <p:nvSpPr>
            <p:cNvPr id="717901" name="Line 77"/>
            <p:cNvSpPr>
              <a:spLocks noChangeShapeType="1"/>
            </p:cNvSpPr>
            <p:nvPr/>
          </p:nvSpPr>
          <p:spPr bwMode="auto">
            <a:xfrm flipH="1">
              <a:off x="4224" y="3024"/>
              <a:ext cx="432" cy="43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7902" name="Text Box 78"/>
            <p:cNvSpPr txBox="1">
              <a:spLocks noChangeArrowheads="1"/>
            </p:cNvSpPr>
            <p:nvPr/>
          </p:nvSpPr>
          <p:spPr bwMode="auto">
            <a:xfrm>
              <a:off x="4416" y="3168"/>
              <a:ext cx="19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hangingPunct="0"/>
              <a:r>
                <a:rPr lang="it-IT" sz="2000" b="1">
                  <a:latin typeface="Times New Roman" charset="0"/>
                  <a:sym typeface="Symbol" charset="0"/>
                </a:rPr>
                <a:t>1</a:t>
              </a:r>
              <a:endParaRPr lang="en-GB" sz="2000" b="1">
                <a:latin typeface="Times New Roman" charset="0"/>
                <a:sym typeface="Symbol" charset="0"/>
              </a:endParaRPr>
            </a:p>
          </p:txBody>
        </p:sp>
        <p:sp>
          <p:nvSpPr>
            <p:cNvPr id="717903" name="Line 79"/>
            <p:cNvSpPr>
              <a:spLocks noChangeShapeType="1"/>
            </p:cNvSpPr>
            <p:nvPr/>
          </p:nvSpPr>
          <p:spPr bwMode="auto">
            <a:xfrm flipH="1">
              <a:off x="1296" y="2400"/>
              <a:ext cx="432" cy="43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7904" name="Text Box 80"/>
            <p:cNvSpPr txBox="1">
              <a:spLocks noChangeArrowheads="1"/>
            </p:cNvSpPr>
            <p:nvPr/>
          </p:nvSpPr>
          <p:spPr bwMode="auto">
            <a:xfrm>
              <a:off x="1248" y="2400"/>
              <a:ext cx="337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000" b="1">
                  <a:latin typeface="Times New Roman" charset="0"/>
                  <a:sym typeface="Symbol" charset="0"/>
                </a:rPr>
                <a:t>1/</a:t>
              </a:r>
              <a:endParaRPr lang="en-GB" sz="2000" b="1">
                <a:latin typeface="Times New Roman" charset="0"/>
                <a:sym typeface="Symbol" charset="0"/>
              </a:endParaRPr>
            </a:p>
          </p:txBody>
        </p:sp>
        <p:sp>
          <p:nvSpPr>
            <p:cNvPr id="717905" name="Line 81"/>
            <p:cNvSpPr>
              <a:spLocks noChangeShapeType="1"/>
            </p:cNvSpPr>
            <p:nvPr/>
          </p:nvSpPr>
          <p:spPr bwMode="auto">
            <a:xfrm flipV="1">
              <a:off x="1824" y="2544"/>
              <a:ext cx="0" cy="100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7906" name="Text Box 82"/>
            <p:cNvSpPr txBox="1">
              <a:spLocks noChangeArrowheads="1"/>
            </p:cNvSpPr>
            <p:nvPr/>
          </p:nvSpPr>
          <p:spPr bwMode="auto">
            <a:xfrm>
              <a:off x="2256" y="3600"/>
              <a:ext cx="337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000" b="1">
                  <a:latin typeface="Times New Roman" charset="0"/>
                  <a:sym typeface="Symbol" charset="0"/>
                </a:rPr>
                <a:t>1/</a:t>
              </a:r>
              <a:endParaRPr lang="en-GB" sz="2000" b="1">
                <a:latin typeface="Times New Roman" charset="0"/>
                <a:sym typeface="Symbol" charset="0"/>
              </a:endParaRPr>
            </a:p>
          </p:txBody>
        </p:sp>
        <p:sp>
          <p:nvSpPr>
            <p:cNvPr id="717907" name="Line 83"/>
            <p:cNvSpPr>
              <a:spLocks noChangeShapeType="1"/>
            </p:cNvSpPr>
            <p:nvPr/>
          </p:nvSpPr>
          <p:spPr bwMode="auto">
            <a:xfrm flipH="1" flipV="1">
              <a:off x="1920" y="3600"/>
              <a:ext cx="100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7908" name="Line 84"/>
            <p:cNvSpPr>
              <a:spLocks noChangeShapeType="1"/>
            </p:cNvSpPr>
            <p:nvPr/>
          </p:nvSpPr>
          <p:spPr bwMode="auto">
            <a:xfrm flipH="1" flipV="1">
              <a:off x="3024" y="2544"/>
              <a:ext cx="1008" cy="100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7909" name="Text Box 85"/>
            <p:cNvSpPr txBox="1">
              <a:spLocks noChangeArrowheads="1"/>
            </p:cNvSpPr>
            <p:nvPr/>
          </p:nvSpPr>
          <p:spPr bwMode="auto">
            <a:xfrm>
              <a:off x="3408" y="3120"/>
              <a:ext cx="337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000" b="1">
                  <a:latin typeface="Times New Roman" charset="0"/>
                  <a:sym typeface="Symbol" charset="0"/>
                </a:rPr>
                <a:t>1/</a:t>
              </a:r>
              <a:endParaRPr lang="en-GB" sz="2000" b="1">
                <a:latin typeface="Times New Roman" charset="0"/>
                <a:sym typeface="Symbol" charset="0"/>
              </a:endParaRPr>
            </a:p>
          </p:txBody>
        </p:sp>
        <p:sp>
          <p:nvSpPr>
            <p:cNvPr id="717910" name="Text Box 86"/>
            <p:cNvSpPr txBox="1">
              <a:spLocks noChangeArrowheads="1"/>
            </p:cNvSpPr>
            <p:nvPr/>
          </p:nvSpPr>
          <p:spPr bwMode="auto">
            <a:xfrm>
              <a:off x="4368" y="2496"/>
              <a:ext cx="76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hangingPunct="0"/>
              <a:r>
                <a:rPr lang="it-IT" sz="2000" b="1">
                  <a:latin typeface="Times New Roman" charset="0"/>
                  <a:sym typeface="Symbol" charset="0"/>
                </a:rPr>
                <a:t>1/+ 1/</a:t>
              </a:r>
              <a:r>
                <a:rPr lang="it-IT" sz="2000" b="1" baseline="30000">
                  <a:latin typeface="Times New Roman" charset="0"/>
                  <a:sym typeface="Symbol" charset="0"/>
                </a:rPr>
                <a:t>2</a:t>
              </a:r>
              <a:endParaRPr lang="en-GB" sz="2000" b="1" baseline="30000">
                <a:latin typeface="Times New Roman" charset="0"/>
                <a:sym typeface="Symbol" charset="0"/>
              </a:endParaRPr>
            </a:p>
          </p:txBody>
        </p:sp>
        <p:sp>
          <p:nvSpPr>
            <p:cNvPr id="717911" name="Line 87"/>
            <p:cNvSpPr>
              <a:spLocks noChangeShapeType="1"/>
            </p:cNvSpPr>
            <p:nvPr/>
          </p:nvSpPr>
          <p:spPr bwMode="auto">
            <a:xfrm>
              <a:off x="4224" y="2496"/>
              <a:ext cx="432" cy="43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7912" name="Text Box 88"/>
            <p:cNvSpPr txBox="1">
              <a:spLocks noChangeArrowheads="1"/>
            </p:cNvSpPr>
            <p:nvPr/>
          </p:nvSpPr>
          <p:spPr bwMode="auto">
            <a:xfrm>
              <a:off x="1776" y="2880"/>
              <a:ext cx="389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000" b="1">
                  <a:latin typeface="Times New Roman" charset="0"/>
                  <a:sym typeface="Symbol" charset="0"/>
                </a:rPr>
                <a:t>1/</a:t>
              </a:r>
              <a:r>
                <a:rPr lang="it-IT" sz="2000" b="1" baseline="30000">
                  <a:latin typeface="Times New Roman" charset="0"/>
                  <a:sym typeface="Symbol" charset="0"/>
                </a:rPr>
                <a:t>3</a:t>
              </a:r>
              <a:endParaRPr lang="en-GB" sz="2000" b="1" baseline="30000">
                <a:latin typeface="Times New Roman" charset="0"/>
                <a:sym typeface="Symbol" charset="0"/>
              </a:endParaRPr>
            </a:p>
          </p:txBody>
        </p:sp>
        <p:sp>
          <p:nvSpPr>
            <p:cNvPr id="717913" name="Line 89"/>
            <p:cNvSpPr>
              <a:spLocks noChangeShapeType="1"/>
            </p:cNvSpPr>
            <p:nvPr/>
          </p:nvSpPr>
          <p:spPr bwMode="auto">
            <a:xfrm flipH="1" flipV="1">
              <a:off x="1920" y="2352"/>
              <a:ext cx="100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7914" name="Text Box 90"/>
            <p:cNvSpPr txBox="1">
              <a:spLocks noChangeArrowheads="1"/>
            </p:cNvSpPr>
            <p:nvPr/>
          </p:nvSpPr>
          <p:spPr bwMode="auto">
            <a:xfrm>
              <a:off x="2160" y="2112"/>
              <a:ext cx="389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000" b="1">
                  <a:latin typeface="Times New Roman" charset="0"/>
                  <a:sym typeface="Symbol" charset="0"/>
                </a:rPr>
                <a:t>1/</a:t>
              </a:r>
              <a:r>
                <a:rPr lang="it-IT" sz="2000" b="1" baseline="30000">
                  <a:latin typeface="Times New Roman" charset="0"/>
                  <a:sym typeface="Symbol" charset="0"/>
                </a:rPr>
                <a:t>2</a:t>
              </a:r>
              <a:endParaRPr lang="en-GB" sz="2000" b="1" baseline="30000">
                <a:latin typeface="Times New Roman" charset="0"/>
                <a:sym typeface="Symbol" charset="0"/>
              </a:endParaRPr>
            </a:p>
          </p:txBody>
        </p:sp>
        <p:sp>
          <p:nvSpPr>
            <p:cNvPr id="717915" name="Line 91"/>
            <p:cNvSpPr>
              <a:spLocks noChangeShapeType="1"/>
            </p:cNvSpPr>
            <p:nvPr/>
          </p:nvSpPr>
          <p:spPr bwMode="auto">
            <a:xfrm flipV="1">
              <a:off x="2976" y="2544"/>
              <a:ext cx="0" cy="100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7916" name="Text Box 92"/>
            <p:cNvSpPr txBox="1">
              <a:spLocks noChangeArrowheads="1"/>
            </p:cNvSpPr>
            <p:nvPr/>
          </p:nvSpPr>
          <p:spPr bwMode="auto">
            <a:xfrm>
              <a:off x="2928" y="2880"/>
              <a:ext cx="389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000" b="1">
                  <a:latin typeface="Times New Roman" charset="0"/>
                  <a:sym typeface="Symbol" charset="0"/>
                </a:rPr>
                <a:t>1/</a:t>
              </a:r>
              <a:r>
                <a:rPr lang="it-IT" sz="2000" b="1" baseline="30000">
                  <a:latin typeface="Times New Roman" charset="0"/>
                  <a:sym typeface="Symbol" charset="0"/>
                </a:rPr>
                <a:t>2</a:t>
              </a:r>
              <a:endParaRPr lang="en-GB" sz="2000" b="1" baseline="30000">
                <a:latin typeface="Times New Roman" charset="0"/>
                <a:sym typeface="Symbol" charset="0"/>
              </a:endParaRPr>
            </a:p>
          </p:txBody>
        </p:sp>
        <p:sp>
          <p:nvSpPr>
            <p:cNvPr id="717917" name="Line 93"/>
            <p:cNvSpPr>
              <a:spLocks noChangeShapeType="1"/>
            </p:cNvSpPr>
            <p:nvPr/>
          </p:nvSpPr>
          <p:spPr bwMode="auto">
            <a:xfrm flipH="1" flipV="1">
              <a:off x="3072" y="3600"/>
              <a:ext cx="100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7918" name="Text Box 94"/>
            <p:cNvSpPr txBox="1">
              <a:spLocks noChangeArrowheads="1"/>
            </p:cNvSpPr>
            <p:nvPr/>
          </p:nvSpPr>
          <p:spPr bwMode="auto">
            <a:xfrm>
              <a:off x="3312" y="3600"/>
              <a:ext cx="389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it-IT" sz="2000" b="1">
                  <a:latin typeface="Times New Roman" charset="0"/>
                  <a:sym typeface="Symbol" charset="0"/>
                </a:rPr>
                <a:t>1/</a:t>
              </a:r>
              <a:r>
                <a:rPr lang="it-IT" sz="2000" b="1" baseline="30000">
                  <a:latin typeface="Times New Roman" charset="0"/>
                  <a:sym typeface="Symbol" charset="0"/>
                </a:rPr>
                <a:t>2</a:t>
              </a:r>
              <a:endParaRPr lang="en-GB" sz="2000" b="1" baseline="30000">
                <a:latin typeface="Times New Roman" charset="0"/>
                <a:sym typeface="Symbol" charset="0"/>
              </a:endParaRPr>
            </a:p>
          </p:txBody>
        </p:sp>
        <p:grpSp>
          <p:nvGrpSpPr>
            <p:cNvPr id="717919" name="Group 95"/>
            <p:cNvGrpSpPr>
              <a:grpSpLocks/>
            </p:cNvGrpSpPr>
            <p:nvPr/>
          </p:nvGrpSpPr>
          <p:grpSpPr bwMode="auto">
            <a:xfrm>
              <a:off x="1056" y="2256"/>
              <a:ext cx="3744" cy="1440"/>
              <a:chOff x="1056" y="2208"/>
              <a:chExt cx="3744" cy="1440"/>
            </a:xfrm>
          </p:grpSpPr>
          <p:sp>
            <p:nvSpPr>
              <p:cNvPr id="717920" name="Oval 96"/>
              <p:cNvSpPr>
                <a:spLocks noChangeArrowheads="1"/>
              </p:cNvSpPr>
              <p:nvPr/>
            </p:nvSpPr>
            <p:spPr bwMode="auto">
              <a:xfrm>
                <a:off x="1632" y="2208"/>
                <a:ext cx="288" cy="288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0" hangingPunct="0"/>
                <a:r>
                  <a:rPr lang="it-IT" sz="2400" b="1" i="1">
                    <a:latin typeface="Times New Roman" charset="0"/>
                    <a:sym typeface="Symbol" charset="0"/>
                  </a:rPr>
                  <a:t>u</a:t>
                </a:r>
                <a:endParaRPr lang="it-IT" sz="2400" b="1" i="1">
                  <a:latin typeface="Times New Roman" charset="0"/>
                </a:endParaRPr>
              </a:p>
            </p:txBody>
          </p:sp>
          <p:sp>
            <p:nvSpPr>
              <p:cNvPr id="717921" name="Oval 97"/>
              <p:cNvSpPr>
                <a:spLocks noChangeArrowheads="1"/>
              </p:cNvSpPr>
              <p:nvPr/>
            </p:nvSpPr>
            <p:spPr bwMode="auto">
              <a:xfrm>
                <a:off x="1056" y="2784"/>
                <a:ext cx="288" cy="288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0" hangingPunct="0"/>
                <a:r>
                  <a:rPr lang="it-IT" sz="2400" b="1" i="1">
                    <a:latin typeface="Times New Roman" charset="0"/>
                    <a:sym typeface="Symbol" charset="0"/>
                  </a:rPr>
                  <a:t>s</a:t>
                </a:r>
                <a:endParaRPr lang="it-IT" sz="2400" b="1" i="1">
                  <a:latin typeface="Times New Roman" charset="0"/>
                </a:endParaRPr>
              </a:p>
            </p:txBody>
          </p:sp>
          <p:sp>
            <p:nvSpPr>
              <p:cNvPr id="717922" name="Oval 98"/>
              <p:cNvSpPr>
                <a:spLocks noChangeArrowheads="1"/>
              </p:cNvSpPr>
              <p:nvPr/>
            </p:nvSpPr>
            <p:spPr bwMode="auto">
              <a:xfrm>
                <a:off x="1632" y="3360"/>
                <a:ext cx="288" cy="288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0" hangingPunct="0"/>
                <a:r>
                  <a:rPr lang="it-IT" sz="2400" b="1" i="1">
                    <a:latin typeface="Times New Roman" charset="0"/>
                    <a:sym typeface="Symbol" charset="0"/>
                  </a:rPr>
                  <a:t>v</a:t>
                </a:r>
                <a:endParaRPr lang="it-IT" sz="2400" b="1" i="1">
                  <a:latin typeface="Times New Roman" charset="0"/>
                </a:endParaRPr>
              </a:p>
            </p:txBody>
          </p:sp>
          <p:sp>
            <p:nvSpPr>
              <p:cNvPr id="717923" name="Oval 99"/>
              <p:cNvSpPr>
                <a:spLocks noChangeArrowheads="1"/>
              </p:cNvSpPr>
              <p:nvPr/>
            </p:nvSpPr>
            <p:spPr bwMode="auto">
              <a:xfrm>
                <a:off x="4512" y="2784"/>
                <a:ext cx="288" cy="288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0" hangingPunct="0"/>
                <a:r>
                  <a:rPr lang="it-IT" sz="2400" b="1" i="1">
                    <a:latin typeface="Times New Roman" charset="0"/>
                    <a:sym typeface="Symbol" charset="0"/>
                  </a:rPr>
                  <a:t>t</a:t>
                </a:r>
                <a:endParaRPr lang="it-IT" sz="2400" b="1" i="1">
                  <a:latin typeface="Times New Roman" charset="0"/>
                </a:endParaRPr>
              </a:p>
            </p:txBody>
          </p:sp>
          <p:sp>
            <p:nvSpPr>
              <p:cNvPr id="717924" name="Oval 100"/>
              <p:cNvSpPr>
                <a:spLocks noChangeArrowheads="1"/>
              </p:cNvSpPr>
              <p:nvPr/>
            </p:nvSpPr>
            <p:spPr bwMode="auto">
              <a:xfrm>
                <a:off x="2784" y="2208"/>
                <a:ext cx="288" cy="288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0" hangingPunct="0"/>
                <a:r>
                  <a:rPr lang="it-IT" sz="2400" b="1" i="1">
                    <a:latin typeface="Times New Roman" charset="0"/>
                    <a:sym typeface="Symbol" charset="0"/>
                  </a:rPr>
                  <a:t>x</a:t>
                </a:r>
                <a:endParaRPr lang="it-IT" sz="2400" b="1" i="1">
                  <a:latin typeface="Times New Roman" charset="0"/>
                </a:endParaRPr>
              </a:p>
            </p:txBody>
          </p:sp>
          <p:sp>
            <p:nvSpPr>
              <p:cNvPr id="717925" name="Oval 101"/>
              <p:cNvSpPr>
                <a:spLocks noChangeArrowheads="1"/>
              </p:cNvSpPr>
              <p:nvPr/>
            </p:nvSpPr>
            <p:spPr bwMode="auto">
              <a:xfrm>
                <a:off x="2784" y="3360"/>
                <a:ext cx="288" cy="288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0" hangingPunct="0"/>
                <a:r>
                  <a:rPr lang="it-IT" sz="2400" b="1" i="1">
                    <a:latin typeface="Times New Roman" charset="0"/>
                    <a:sym typeface="Symbol" charset="0"/>
                  </a:rPr>
                  <a:t>y</a:t>
                </a:r>
                <a:endParaRPr lang="it-IT" sz="2400" b="1" i="1">
                  <a:latin typeface="Times New Roman" charset="0"/>
                </a:endParaRPr>
              </a:p>
            </p:txBody>
          </p:sp>
          <p:sp>
            <p:nvSpPr>
              <p:cNvPr id="717926" name="Oval 102"/>
              <p:cNvSpPr>
                <a:spLocks noChangeArrowheads="1"/>
              </p:cNvSpPr>
              <p:nvPr/>
            </p:nvSpPr>
            <p:spPr bwMode="auto">
              <a:xfrm>
                <a:off x="3936" y="2208"/>
                <a:ext cx="288" cy="288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0" hangingPunct="0"/>
                <a:r>
                  <a:rPr lang="it-IT" sz="2400" b="1" i="1">
                    <a:latin typeface="Times New Roman" charset="0"/>
                    <a:sym typeface="Symbol" charset="0"/>
                  </a:rPr>
                  <a:t>z</a:t>
                </a:r>
                <a:endParaRPr lang="it-IT" sz="2400" b="1" i="1">
                  <a:latin typeface="Times New Roman" charset="0"/>
                </a:endParaRPr>
              </a:p>
            </p:txBody>
          </p:sp>
          <p:sp>
            <p:nvSpPr>
              <p:cNvPr id="717927" name="Oval 103"/>
              <p:cNvSpPr>
                <a:spLocks noChangeArrowheads="1"/>
              </p:cNvSpPr>
              <p:nvPr/>
            </p:nvSpPr>
            <p:spPr bwMode="auto">
              <a:xfrm>
                <a:off x="3936" y="3360"/>
                <a:ext cx="288" cy="288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0" hangingPunct="0"/>
                <a:r>
                  <a:rPr lang="it-IT" sz="2400" b="1" i="1">
                    <a:latin typeface="Times New Roman" charset="0"/>
                    <a:sym typeface="Symbol" charset="0"/>
                  </a:rPr>
                  <a:t>w</a:t>
                </a:r>
                <a:endParaRPr lang="it-IT" sz="2400" b="1" i="1">
                  <a:latin typeface="Times New Roman" charset="0"/>
                </a:endParaRPr>
              </a:p>
            </p:txBody>
          </p:sp>
        </p:grpSp>
      </p:grp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178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178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7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7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874" name="Text Box 2"/>
          <p:cNvSpPr txBox="1">
            <a:spLocks noChangeArrowheads="1"/>
          </p:cNvSpPr>
          <p:nvPr/>
        </p:nvSpPr>
        <p:spPr bwMode="auto">
          <a:xfrm>
            <a:off x="414635" y="1517278"/>
            <a:ext cx="8229600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20000"/>
              </a:spcBef>
            </a:pPr>
            <a:r>
              <a:rPr lang="it-IT" dirty="0">
                <a:latin typeface="Times New Roman" charset="0"/>
              </a:rPr>
              <a:t>Procedendo in questo modo il flusso calcolato tende al limite:</a:t>
            </a:r>
          </a:p>
        </p:txBody>
      </p:sp>
      <p:graphicFrame>
        <p:nvGraphicFramePr>
          <p:cNvPr id="71987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86530874"/>
              </p:ext>
            </p:extLst>
          </p:nvPr>
        </p:nvGraphicFramePr>
        <p:xfrm>
          <a:off x="1403648" y="2780928"/>
          <a:ext cx="5892800" cy="1195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1164" name="Equation" r:id="rId4" imgW="2070100" imgH="457200" progId="Equation.3">
                  <p:embed/>
                </p:oleObj>
              </mc:Choice>
              <mc:Fallback>
                <p:oleObj name="Equation" r:id="rId4" imgW="207010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3648" y="2780928"/>
                        <a:ext cx="5892800" cy="1195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922" name="Text Box 2"/>
          <p:cNvSpPr txBox="1">
            <a:spLocks noChangeArrowheads="1"/>
          </p:cNvSpPr>
          <p:nvPr/>
        </p:nvSpPr>
        <p:spPr bwMode="auto">
          <a:xfrm>
            <a:off x="539552" y="1268760"/>
            <a:ext cx="8229600" cy="2062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20000"/>
              </a:spcBef>
            </a:pPr>
            <a:r>
              <a:rPr lang="it-IT" dirty="0" err="1" smtClean="0">
                <a:latin typeface="Times New Roman" charset="0"/>
              </a:rPr>
              <a:t>Edmonds</a:t>
            </a:r>
            <a:r>
              <a:rPr lang="it-IT" dirty="0" smtClean="0">
                <a:latin typeface="Times New Roman" charset="0"/>
              </a:rPr>
              <a:t> </a:t>
            </a:r>
            <a:r>
              <a:rPr lang="it-IT" dirty="0">
                <a:latin typeface="Times New Roman" charset="0"/>
              </a:rPr>
              <a:t>e </a:t>
            </a:r>
            <a:r>
              <a:rPr lang="it-IT" dirty="0" err="1">
                <a:latin typeface="Times New Roman" charset="0"/>
              </a:rPr>
              <a:t>Karp</a:t>
            </a:r>
            <a:r>
              <a:rPr lang="it-IT" dirty="0">
                <a:latin typeface="Times New Roman" charset="0"/>
              </a:rPr>
              <a:t> hanno scoperto che se si usa </a:t>
            </a:r>
            <a:r>
              <a:rPr lang="it-IT" dirty="0" smtClean="0">
                <a:latin typeface="Times New Roman" charset="0"/>
              </a:rPr>
              <a:t>la ricerca </a:t>
            </a:r>
            <a:r>
              <a:rPr lang="it-IT" dirty="0">
                <a:latin typeface="Times New Roman" charset="0"/>
              </a:rPr>
              <a:t>in larghezza per trovare il cammino aumentante la complessità dell’algoritmo di Ford-</a:t>
            </a:r>
            <a:r>
              <a:rPr lang="it-IT" dirty="0" err="1">
                <a:latin typeface="Times New Roman" charset="0"/>
              </a:rPr>
              <a:t>Fulkerson</a:t>
            </a:r>
            <a:r>
              <a:rPr lang="it-IT" dirty="0">
                <a:latin typeface="Times New Roman" charset="0"/>
              </a:rPr>
              <a:t> risulta </a:t>
            </a:r>
            <a:r>
              <a:rPr lang="it-IT" b="1" i="1" dirty="0">
                <a:latin typeface="Times New Roman" charset="0"/>
              </a:rPr>
              <a:t>O</a:t>
            </a:r>
            <a:r>
              <a:rPr lang="it-IT" b="1" dirty="0">
                <a:latin typeface="Times New Roman" charset="0"/>
              </a:rPr>
              <a:t>(|</a:t>
            </a:r>
            <a:r>
              <a:rPr lang="it-IT" b="1" i="1" dirty="0">
                <a:latin typeface="Times New Roman" charset="0"/>
              </a:rPr>
              <a:t>E</a:t>
            </a:r>
            <a:r>
              <a:rPr lang="it-IT" b="1" dirty="0">
                <a:latin typeface="Times New Roman" charset="0"/>
              </a:rPr>
              <a:t>|</a:t>
            </a:r>
            <a:r>
              <a:rPr lang="it-IT" b="1" baseline="30000" dirty="0">
                <a:latin typeface="Times New Roman" charset="0"/>
              </a:rPr>
              <a:t>2</a:t>
            </a:r>
            <a:r>
              <a:rPr lang="it-IT" b="1" dirty="0">
                <a:latin typeface="Times New Roman" charset="0"/>
              </a:rPr>
              <a:t> |</a:t>
            </a:r>
            <a:r>
              <a:rPr lang="it-IT" b="1" i="1" dirty="0">
                <a:latin typeface="Times New Roman" charset="0"/>
              </a:rPr>
              <a:t>V |</a:t>
            </a:r>
            <a:r>
              <a:rPr lang="it-IT" b="1" dirty="0">
                <a:latin typeface="Times New Roman" charset="0"/>
              </a:rPr>
              <a:t>)</a:t>
            </a:r>
            <a:r>
              <a:rPr lang="it-IT" dirty="0">
                <a:latin typeface="Times New Roman" charset="0"/>
              </a:rPr>
              <a:t>. </a:t>
            </a:r>
          </a:p>
        </p:txBody>
      </p:sp>
      <p:sp>
        <p:nvSpPr>
          <p:cNvPr id="721923" name="Text Box 3"/>
          <p:cNvSpPr txBox="1">
            <a:spLocks noChangeArrowheads="1"/>
          </p:cNvSpPr>
          <p:nvPr/>
        </p:nvSpPr>
        <p:spPr bwMode="auto">
          <a:xfrm>
            <a:off x="533400" y="3429000"/>
            <a:ext cx="8229600" cy="2528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20000"/>
              </a:spcBef>
            </a:pPr>
            <a:r>
              <a:rPr lang="it-IT">
                <a:latin typeface="Times New Roman" charset="0"/>
              </a:rPr>
              <a:t>Per dimostrare il limite </a:t>
            </a:r>
            <a:r>
              <a:rPr lang="it-IT" b="1" i="1">
                <a:latin typeface="Times New Roman" charset="0"/>
              </a:rPr>
              <a:t>O</a:t>
            </a:r>
            <a:r>
              <a:rPr lang="it-IT" b="1">
                <a:latin typeface="Times New Roman" charset="0"/>
              </a:rPr>
              <a:t>(|</a:t>
            </a:r>
            <a:r>
              <a:rPr lang="it-IT" b="1" i="1">
                <a:latin typeface="Times New Roman" charset="0"/>
              </a:rPr>
              <a:t>E</a:t>
            </a:r>
            <a:r>
              <a:rPr lang="it-IT" b="1">
                <a:latin typeface="Times New Roman" charset="0"/>
              </a:rPr>
              <a:t>|</a:t>
            </a:r>
            <a:r>
              <a:rPr lang="it-IT" b="1" baseline="30000">
                <a:latin typeface="Times New Roman" charset="0"/>
              </a:rPr>
              <a:t>2</a:t>
            </a:r>
            <a:r>
              <a:rPr lang="it-IT" b="1">
                <a:latin typeface="Times New Roman" charset="0"/>
              </a:rPr>
              <a:t> |</a:t>
            </a:r>
            <a:r>
              <a:rPr lang="it-IT" b="1" i="1">
                <a:latin typeface="Times New Roman" charset="0"/>
              </a:rPr>
              <a:t>V |</a:t>
            </a:r>
            <a:r>
              <a:rPr lang="it-IT" b="1">
                <a:latin typeface="Times New Roman" charset="0"/>
              </a:rPr>
              <a:t>)</a:t>
            </a:r>
            <a:r>
              <a:rPr lang="it-IT">
                <a:latin typeface="Times New Roman" charset="0"/>
              </a:rPr>
              <a:t> cominciamo con l’osservare che la distanza </a:t>
            </a:r>
            <a:r>
              <a:rPr lang="it-IT" b="1">
                <a:latin typeface="Times New Roman" charset="0"/>
                <a:sym typeface="Symbol" charset="0"/>
              </a:rPr>
              <a:t></a:t>
            </a:r>
            <a:r>
              <a:rPr lang="it-IT" b="1" i="1" baseline="-25000">
                <a:latin typeface="Times New Roman" charset="0"/>
                <a:sym typeface="Symbol" charset="0"/>
              </a:rPr>
              <a:t>f</a:t>
            </a:r>
            <a:r>
              <a:rPr lang="it-IT" b="1">
                <a:latin typeface="Times New Roman" charset="0"/>
              </a:rPr>
              <a:t>(</a:t>
            </a:r>
            <a:r>
              <a:rPr lang="it-IT" b="1" i="1">
                <a:latin typeface="Times New Roman" charset="0"/>
              </a:rPr>
              <a:t>s,v</a:t>
            </a:r>
            <a:r>
              <a:rPr lang="it-IT" b="1">
                <a:latin typeface="Times New Roman" charset="0"/>
              </a:rPr>
              <a:t>)</a:t>
            </a:r>
            <a:r>
              <a:rPr lang="it-IT">
                <a:latin typeface="Times New Roman" charset="0"/>
              </a:rPr>
              <a:t> di ogni vertice </a:t>
            </a:r>
            <a:r>
              <a:rPr lang="it-IT" b="1" i="1">
                <a:latin typeface="Times New Roman" charset="0"/>
              </a:rPr>
              <a:t>v</a:t>
            </a:r>
            <a:r>
              <a:rPr lang="it-IT">
                <a:latin typeface="Times New Roman" charset="0"/>
              </a:rPr>
              <a:t> dalla sorgente </a:t>
            </a:r>
            <a:r>
              <a:rPr lang="it-IT" b="1" i="1">
                <a:latin typeface="Times New Roman" charset="0"/>
              </a:rPr>
              <a:t>s</a:t>
            </a:r>
            <a:r>
              <a:rPr lang="it-IT">
                <a:latin typeface="Times New Roman" charset="0"/>
              </a:rPr>
              <a:t> nella rete residua non diminuisce quando il flusso viene incrementato con il flusso del cammino aumentante.</a:t>
            </a:r>
          </a:p>
        </p:txBody>
      </p:sp>
      <p:sp>
        <p:nvSpPr>
          <p:cNvPr id="721924" name="Rectangle 4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it-IT" sz="600">
                <a:solidFill>
                  <a:schemeClr val="bg1"/>
                </a:solidFill>
              </a:rPr>
              <a:t>Edmond Karp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2267744" y="260648"/>
            <a:ext cx="4919736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i="1" u="sng" dirty="0">
                <a:latin typeface="Times New Roman" charset="0"/>
              </a:rPr>
              <a:t>Algoritmo di </a:t>
            </a:r>
            <a:r>
              <a:rPr lang="it-IT" i="1" u="sng" dirty="0" err="1">
                <a:latin typeface="Times New Roman" charset="0"/>
              </a:rPr>
              <a:t>Edmonds-Karp</a:t>
            </a:r>
            <a:endParaRPr lang="en-US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970" name="Text Box 2"/>
          <p:cNvSpPr txBox="1">
            <a:spLocks noChangeArrowheads="1"/>
          </p:cNvSpPr>
          <p:nvPr/>
        </p:nvSpPr>
        <p:spPr bwMode="auto">
          <a:xfrm>
            <a:off x="422275" y="533400"/>
            <a:ext cx="8229600" cy="5743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20000"/>
              </a:spcBef>
            </a:pPr>
            <a:r>
              <a:rPr lang="it-IT">
                <a:latin typeface="Times New Roman" charset="0"/>
              </a:rPr>
              <a:t>Assumiamo per assurdo che incrementando il flusso </a:t>
            </a:r>
            <a:r>
              <a:rPr lang="it-IT" b="1" i="1">
                <a:latin typeface="Times New Roman" charset="0"/>
              </a:rPr>
              <a:t>f</a:t>
            </a:r>
            <a:r>
              <a:rPr lang="it-IT">
                <a:latin typeface="Times New Roman" charset="0"/>
              </a:rPr>
              <a:t> si ottenga un flusso aumentato </a:t>
            </a:r>
            <a:r>
              <a:rPr lang="it-IT" b="1" i="1">
                <a:latin typeface="Times New Roman" charset="0"/>
              </a:rPr>
              <a:t>g </a:t>
            </a:r>
            <a:r>
              <a:rPr lang="it-IT">
                <a:latin typeface="Times New Roman" charset="0"/>
              </a:rPr>
              <a:t>tale che la distanza di un certo vertice </a:t>
            </a:r>
            <a:r>
              <a:rPr lang="it-IT" b="1" i="1">
                <a:latin typeface="Times New Roman" charset="0"/>
              </a:rPr>
              <a:t>v</a:t>
            </a:r>
            <a:r>
              <a:rPr lang="it-IT">
                <a:latin typeface="Times New Roman" charset="0"/>
              </a:rPr>
              <a:t> dalla sorgente </a:t>
            </a:r>
            <a:r>
              <a:rPr lang="it-IT" b="1" i="1">
                <a:latin typeface="Times New Roman" charset="0"/>
              </a:rPr>
              <a:t>s</a:t>
            </a:r>
            <a:r>
              <a:rPr lang="it-IT">
                <a:latin typeface="Times New Roman" charset="0"/>
              </a:rPr>
              <a:t> nella nuova rete residua sia risulti diminuita. Ossia</a:t>
            </a:r>
          </a:p>
          <a:p>
            <a:pPr algn="ctr" eaLnBrk="0" hangingPunct="0">
              <a:spcBef>
                <a:spcPct val="20000"/>
              </a:spcBef>
            </a:pPr>
            <a:r>
              <a:rPr lang="it-IT">
                <a:latin typeface="Times New Roman" charset="0"/>
              </a:rPr>
              <a:t> </a:t>
            </a:r>
            <a:r>
              <a:rPr lang="it-IT" b="1">
                <a:latin typeface="Times New Roman" charset="0"/>
                <a:sym typeface="Symbol" charset="0"/>
              </a:rPr>
              <a:t></a:t>
            </a:r>
            <a:r>
              <a:rPr lang="it-IT" b="1" i="1" baseline="-25000">
                <a:latin typeface="Times New Roman" charset="0"/>
                <a:sym typeface="Symbol" charset="0"/>
              </a:rPr>
              <a:t>g</a:t>
            </a:r>
            <a:r>
              <a:rPr lang="it-IT" b="1">
                <a:latin typeface="Times New Roman" charset="0"/>
              </a:rPr>
              <a:t>(</a:t>
            </a:r>
            <a:r>
              <a:rPr lang="it-IT" b="1" i="1">
                <a:latin typeface="Times New Roman" charset="0"/>
              </a:rPr>
              <a:t>s,v</a:t>
            </a:r>
            <a:r>
              <a:rPr lang="it-IT" b="1">
                <a:latin typeface="Times New Roman" charset="0"/>
              </a:rPr>
              <a:t>)</a:t>
            </a:r>
            <a:r>
              <a:rPr lang="it-IT">
                <a:latin typeface="Times New Roman" charset="0"/>
              </a:rPr>
              <a:t> </a:t>
            </a:r>
            <a:r>
              <a:rPr lang="it-IT" b="1">
                <a:latin typeface="Times New Roman" charset="0"/>
              </a:rPr>
              <a:t>&lt;</a:t>
            </a:r>
            <a:r>
              <a:rPr lang="it-IT">
                <a:latin typeface="Times New Roman" charset="0"/>
              </a:rPr>
              <a:t> </a:t>
            </a:r>
            <a:r>
              <a:rPr lang="it-IT" b="1">
                <a:latin typeface="Times New Roman" charset="0"/>
                <a:sym typeface="Symbol" charset="0"/>
              </a:rPr>
              <a:t></a:t>
            </a:r>
            <a:r>
              <a:rPr lang="it-IT" b="1" i="1" baseline="-25000">
                <a:latin typeface="Times New Roman" charset="0"/>
                <a:sym typeface="Symbol" charset="0"/>
              </a:rPr>
              <a:t>f</a:t>
            </a:r>
            <a:r>
              <a:rPr lang="it-IT" b="1">
                <a:latin typeface="Times New Roman" charset="0"/>
              </a:rPr>
              <a:t>(</a:t>
            </a:r>
            <a:r>
              <a:rPr lang="it-IT" b="1" i="1">
                <a:latin typeface="Times New Roman" charset="0"/>
              </a:rPr>
              <a:t>s,v</a:t>
            </a:r>
            <a:r>
              <a:rPr lang="it-IT" b="1">
                <a:latin typeface="Times New Roman" charset="0"/>
              </a:rPr>
              <a:t>)</a:t>
            </a:r>
            <a:r>
              <a:rPr lang="it-IT">
                <a:latin typeface="Times New Roman" charset="0"/>
              </a:rPr>
              <a:t> </a:t>
            </a:r>
          </a:p>
          <a:p>
            <a:pPr eaLnBrk="0" hangingPunct="0">
              <a:spcBef>
                <a:spcPct val="20000"/>
              </a:spcBef>
            </a:pPr>
            <a:r>
              <a:rPr lang="it-IT">
                <a:latin typeface="Times New Roman" charset="0"/>
              </a:rPr>
              <a:t>Tra tutti i vertici la cui distanza risulta diminuita prendiamo il vertice </a:t>
            </a:r>
            <a:r>
              <a:rPr lang="it-IT" b="1" i="1">
                <a:latin typeface="Times New Roman" charset="0"/>
              </a:rPr>
              <a:t>v</a:t>
            </a:r>
            <a:r>
              <a:rPr lang="it-IT">
                <a:latin typeface="Times New Roman" charset="0"/>
              </a:rPr>
              <a:t> con distanza </a:t>
            </a:r>
            <a:r>
              <a:rPr lang="it-IT" b="1">
                <a:latin typeface="Times New Roman" charset="0"/>
                <a:sym typeface="Symbol" charset="0"/>
              </a:rPr>
              <a:t></a:t>
            </a:r>
            <a:r>
              <a:rPr lang="it-IT" b="1" i="1" baseline="-25000">
                <a:latin typeface="Times New Roman" charset="0"/>
                <a:sym typeface="Symbol" charset="0"/>
              </a:rPr>
              <a:t>g</a:t>
            </a:r>
            <a:r>
              <a:rPr lang="it-IT" b="1">
                <a:latin typeface="Times New Roman" charset="0"/>
              </a:rPr>
              <a:t>(</a:t>
            </a:r>
            <a:r>
              <a:rPr lang="it-IT" b="1" i="1">
                <a:latin typeface="Times New Roman" charset="0"/>
              </a:rPr>
              <a:t>s,v</a:t>
            </a:r>
            <a:r>
              <a:rPr lang="it-IT" b="1">
                <a:latin typeface="Times New Roman" charset="0"/>
              </a:rPr>
              <a:t>)</a:t>
            </a:r>
            <a:r>
              <a:rPr lang="it-IT">
                <a:latin typeface="Times New Roman" charset="0"/>
              </a:rPr>
              <a:t> minima. </a:t>
            </a:r>
          </a:p>
          <a:p>
            <a:pPr eaLnBrk="0" hangingPunct="0">
              <a:spcBef>
                <a:spcPct val="20000"/>
              </a:spcBef>
            </a:pPr>
            <a:r>
              <a:rPr lang="it-IT">
                <a:latin typeface="Times New Roman" charset="0"/>
              </a:rPr>
              <a:t>Quindi </a:t>
            </a:r>
            <a:r>
              <a:rPr lang="it-IT" b="1">
                <a:latin typeface="Times New Roman" charset="0"/>
                <a:sym typeface="Symbol" charset="0"/>
              </a:rPr>
              <a:t></a:t>
            </a:r>
            <a:r>
              <a:rPr lang="it-IT" b="1" i="1" baseline="-25000">
                <a:latin typeface="Times New Roman" charset="0"/>
                <a:sym typeface="Symbol" charset="0"/>
              </a:rPr>
              <a:t>g</a:t>
            </a:r>
            <a:r>
              <a:rPr lang="it-IT" b="1">
                <a:latin typeface="Times New Roman" charset="0"/>
              </a:rPr>
              <a:t>(</a:t>
            </a:r>
            <a:r>
              <a:rPr lang="it-IT" b="1" i="1">
                <a:latin typeface="Times New Roman" charset="0"/>
              </a:rPr>
              <a:t>s,u</a:t>
            </a:r>
            <a:r>
              <a:rPr lang="it-IT" b="1">
                <a:latin typeface="Times New Roman" charset="0"/>
              </a:rPr>
              <a:t>) </a:t>
            </a:r>
            <a:r>
              <a:rPr lang="it-IT" b="1">
                <a:latin typeface="Times New Roman" charset="0"/>
                <a:cs typeface="Times New Roman" charset="0"/>
              </a:rPr>
              <a:t>≥</a:t>
            </a:r>
            <a:r>
              <a:rPr lang="it-IT" b="1">
                <a:latin typeface="Times New Roman" charset="0"/>
              </a:rPr>
              <a:t> </a:t>
            </a:r>
            <a:r>
              <a:rPr lang="it-IT" b="1">
                <a:latin typeface="Times New Roman" charset="0"/>
                <a:sym typeface="Symbol" charset="0"/>
              </a:rPr>
              <a:t></a:t>
            </a:r>
            <a:r>
              <a:rPr lang="it-IT" b="1" i="1" baseline="-25000">
                <a:latin typeface="Times New Roman" charset="0"/>
                <a:sym typeface="Symbol" charset="0"/>
              </a:rPr>
              <a:t>f</a:t>
            </a:r>
            <a:r>
              <a:rPr lang="it-IT" b="1">
                <a:latin typeface="Times New Roman" charset="0"/>
              </a:rPr>
              <a:t>(</a:t>
            </a:r>
            <a:r>
              <a:rPr lang="it-IT" b="1" i="1">
                <a:latin typeface="Times New Roman" charset="0"/>
              </a:rPr>
              <a:t>s,u</a:t>
            </a:r>
            <a:r>
              <a:rPr lang="it-IT" b="1">
                <a:latin typeface="Times New Roman" charset="0"/>
              </a:rPr>
              <a:t>)</a:t>
            </a:r>
            <a:r>
              <a:rPr lang="it-IT">
                <a:latin typeface="Times New Roman" charset="0"/>
              </a:rPr>
              <a:t> per ogni vertice </a:t>
            </a:r>
            <a:r>
              <a:rPr lang="it-IT" b="1" i="1">
                <a:latin typeface="Times New Roman" charset="0"/>
              </a:rPr>
              <a:t>u</a:t>
            </a:r>
            <a:r>
              <a:rPr lang="it-IT">
                <a:latin typeface="Times New Roman" charset="0"/>
              </a:rPr>
              <a:t> tale che </a:t>
            </a:r>
            <a:r>
              <a:rPr lang="it-IT" b="1">
                <a:latin typeface="Times New Roman" charset="0"/>
                <a:sym typeface="Symbol" charset="0"/>
              </a:rPr>
              <a:t></a:t>
            </a:r>
            <a:r>
              <a:rPr lang="it-IT" b="1" i="1" baseline="-25000">
                <a:latin typeface="Times New Roman" charset="0"/>
                <a:sym typeface="Symbol" charset="0"/>
              </a:rPr>
              <a:t>g</a:t>
            </a:r>
            <a:r>
              <a:rPr lang="it-IT" b="1">
                <a:latin typeface="Times New Roman" charset="0"/>
              </a:rPr>
              <a:t>(</a:t>
            </a:r>
            <a:r>
              <a:rPr lang="it-IT" b="1" i="1">
                <a:latin typeface="Times New Roman" charset="0"/>
              </a:rPr>
              <a:t>s,u</a:t>
            </a:r>
            <a:r>
              <a:rPr lang="it-IT" b="1">
                <a:latin typeface="Times New Roman" charset="0"/>
              </a:rPr>
              <a:t>)</a:t>
            </a:r>
            <a:r>
              <a:rPr lang="it-IT">
                <a:latin typeface="Times New Roman" charset="0"/>
              </a:rPr>
              <a:t> </a:t>
            </a:r>
            <a:r>
              <a:rPr lang="it-IT" b="1">
                <a:latin typeface="Times New Roman" charset="0"/>
                <a:sym typeface="Symbol" charset="0"/>
              </a:rPr>
              <a:t>&lt;</a:t>
            </a:r>
            <a:r>
              <a:rPr lang="it-IT">
                <a:latin typeface="Times New Roman" charset="0"/>
              </a:rPr>
              <a:t> </a:t>
            </a:r>
            <a:r>
              <a:rPr lang="it-IT" b="1">
                <a:latin typeface="Times New Roman" charset="0"/>
                <a:sym typeface="Symbol" charset="0"/>
              </a:rPr>
              <a:t></a:t>
            </a:r>
            <a:r>
              <a:rPr lang="it-IT" b="1" i="1" baseline="-25000">
                <a:latin typeface="Times New Roman" charset="0"/>
                <a:sym typeface="Symbol" charset="0"/>
              </a:rPr>
              <a:t>g</a:t>
            </a:r>
            <a:r>
              <a:rPr lang="it-IT" b="1">
                <a:latin typeface="Times New Roman" charset="0"/>
              </a:rPr>
              <a:t>(</a:t>
            </a:r>
            <a:r>
              <a:rPr lang="it-IT" b="1" i="1">
                <a:latin typeface="Times New Roman" charset="0"/>
              </a:rPr>
              <a:t>s,v</a:t>
            </a:r>
            <a:r>
              <a:rPr lang="it-IT" b="1">
                <a:latin typeface="Times New Roman" charset="0"/>
              </a:rPr>
              <a:t>)</a:t>
            </a:r>
            <a:r>
              <a:rPr lang="it-IT">
                <a:latin typeface="Times New Roman" charset="0"/>
              </a:rPr>
              <a:t>.</a:t>
            </a:r>
            <a:endParaRPr lang="it-IT" b="1">
              <a:latin typeface="Times New Roman" charset="0"/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018" name="Text Box 2"/>
          <p:cNvSpPr txBox="1">
            <a:spLocks noChangeArrowheads="1"/>
          </p:cNvSpPr>
          <p:nvPr/>
        </p:nvSpPr>
        <p:spPr bwMode="auto">
          <a:xfrm>
            <a:off x="467544" y="1350640"/>
            <a:ext cx="8229600" cy="2103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20000"/>
              </a:spcBef>
            </a:pPr>
            <a:r>
              <a:rPr lang="it-IT" dirty="0">
                <a:latin typeface="Times New Roman" charset="0"/>
              </a:rPr>
              <a:t>Sia </a:t>
            </a:r>
            <a:r>
              <a:rPr lang="it-IT" b="1" i="1" dirty="0" err="1">
                <a:latin typeface="Times New Roman" charset="0"/>
              </a:rPr>
              <a:t>q</a:t>
            </a:r>
            <a:r>
              <a:rPr lang="it-IT" dirty="0">
                <a:latin typeface="Times New Roman" charset="0"/>
              </a:rPr>
              <a:t> un cammino minimo da </a:t>
            </a:r>
            <a:r>
              <a:rPr lang="it-IT" b="1" i="1" dirty="0" err="1">
                <a:latin typeface="Times New Roman" charset="0"/>
              </a:rPr>
              <a:t>s</a:t>
            </a:r>
            <a:r>
              <a:rPr lang="it-IT" dirty="0">
                <a:latin typeface="Times New Roman" charset="0"/>
              </a:rPr>
              <a:t> a </a:t>
            </a:r>
            <a:r>
              <a:rPr lang="it-IT" b="1" i="1" dirty="0">
                <a:latin typeface="Times New Roman" charset="0"/>
              </a:rPr>
              <a:t>v</a:t>
            </a:r>
            <a:r>
              <a:rPr lang="it-IT" dirty="0">
                <a:latin typeface="Times New Roman" charset="0"/>
              </a:rPr>
              <a:t> nella rete residua </a:t>
            </a:r>
            <a:r>
              <a:rPr lang="it-IT" b="1" i="1" dirty="0">
                <a:latin typeface="Times New Roman" charset="0"/>
              </a:rPr>
              <a:t>G</a:t>
            </a:r>
            <a:r>
              <a:rPr lang="it-IT" b="1" i="1" baseline="-25000" dirty="0">
                <a:latin typeface="Times New Roman" charset="0"/>
              </a:rPr>
              <a:t>g</a:t>
            </a:r>
            <a:r>
              <a:rPr lang="it-IT" dirty="0">
                <a:latin typeface="Times New Roman" charset="0"/>
              </a:rPr>
              <a:t> e sia </a:t>
            </a:r>
            <a:r>
              <a:rPr lang="it-IT" b="1" i="1" dirty="0">
                <a:latin typeface="Times New Roman" charset="0"/>
              </a:rPr>
              <a:t>u</a:t>
            </a:r>
            <a:r>
              <a:rPr lang="it-IT" dirty="0">
                <a:latin typeface="Times New Roman" charset="0"/>
              </a:rPr>
              <a:t> il vertice che precede </a:t>
            </a:r>
            <a:r>
              <a:rPr lang="it-IT" b="1" i="1" dirty="0">
                <a:latin typeface="Times New Roman" charset="0"/>
              </a:rPr>
              <a:t>v</a:t>
            </a:r>
            <a:r>
              <a:rPr lang="it-IT" dirty="0">
                <a:latin typeface="Times New Roman" charset="0"/>
              </a:rPr>
              <a:t> in </a:t>
            </a:r>
            <a:r>
              <a:rPr lang="it-IT" b="1" i="1" dirty="0" err="1">
                <a:latin typeface="Times New Roman" charset="0"/>
              </a:rPr>
              <a:t>q</a:t>
            </a:r>
            <a:r>
              <a:rPr lang="it-IT" dirty="0">
                <a:latin typeface="Times New Roman" charset="0"/>
              </a:rPr>
              <a:t> (il cammino deve esistere perché </a:t>
            </a:r>
            <a:r>
              <a:rPr lang="it-IT" b="1" dirty="0">
                <a:latin typeface="Times New Roman" charset="0"/>
                <a:sym typeface="Symbol" charset="0"/>
              </a:rPr>
              <a:t></a:t>
            </a:r>
            <a:r>
              <a:rPr lang="it-IT" b="1" i="1" baseline="-25000" dirty="0">
                <a:latin typeface="Times New Roman" charset="0"/>
                <a:sym typeface="Symbol" charset="0"/>
              </a:rPr>
              <a:t>g</a:t>
            </a:r>
            <a:r>
              <a:rPr lang="it-IT" b="1" dirty="0">
                <a:latin typeface="Times New Roman" charset="0"/>
              </a:rPr>
              <a:t>(</a:t>
            </a:r>
            <a:r>
              <a:rPr lang="it-IT" b="1" i="1" dirty="0" err="1">
                <a:latin typeface="Times New Roman" charset="0"/>
              </a:rPr>
              <a:t>s,v</a:t>
            </a:r>
            <a:r>
              <a:rPr lang="it-IT" b="1" dirty="0">
                <a:latin typeface="Times New Roman" charset="0"/>
              </a:rPr>
              <a:t>)</a:t>
            </a:r>
            <a:r>
              <a:rPr lang="it-IT" dirty="0">
                <a:latin typeface="Times New Roman" charset="0"/>
              </a:rPr>
              <a:t> </a:t>
            </a:r>
            <a:r>
              <a:rPr lang="it-IT" b="1" dirty="0">
                <a:latin typeface="Times New Roman" charset="0"/>
              </a:rPr>
              <a:t>&lt;</a:t>
            </a:r>
            <a:r>
              <a:rPr lang="it-IT" dirty="0">
                <a:latin typeface="Times New Roman" charset="0"/>
              </a:rPr>
              <a:t> </a:t>
            </a:r>
            <a:r>
              <a:rPr lang="it-IT" b="1" dirty="0">
                <a:latin typeface="Times New Roman" charset="0"/>
                <a:sym typeface="Symbol" charset="0"/>
              </a:rPr>
              <a:t></a:t>
            </a:r>
            <a:r>
              <a:rPr lang="it-IT" b="1" i="1" baseline="-25000" dirty="0" err="1">
                <a:latin typeface="Times New Roman" charset="0"/>
                <a:sym typeface="Symbol" charset="0"/>
              </a:rPr>
              <a:t>f</a:t>
            </a:r>
            <a:r>
              <a:rPr lang="it-IT" b="1" dirty="0">
                <a:latin typeface="Times New Roman" charset="0"/>
              </a:rPr>
              <a:t>(</a:t>
            </a:r>
            <a:r>
              <a:rPr lang="it-IT" b="1" i="1" dirty="0" err="1">
                <a:latin typeface="Times New Roman" charset="0"/>
              </a:rPr>
              <a:t>s,v</a:t>
            </a:r>
            <a:r>
              <a:rPr lang="it-IT" b="1" dirty="0">
                <a:latin typeface="Times New Roman" charset="0"/>
              </a:rPr>
              <a:t>)</a:t>
            </a:r>
            <a:r>
              <a:rPr lang="it-IT" dirty="0">
                <a:latin typeface="Times New Roman" charset="0"/>
              </a:rPr>
              <a:t> </a:t>
            </a:r>
            <a:r>
              <a:rPr lang="it-IT" b="1" dirty="0">
                <a:latin typeface="Times New Roman" charset="0"/>
                <a:sym typeface="Symbol" charset="0"/>
              </a:rPr>
              <a:t> </a:t>
            </a:r>
            <a:r>
              <a:rPr lang="it-IT" sz="3600" b="1" dirty="0">
                <a:latin typeface="Times New Roman" charset="0"/>
                <a:sym typeface="Symbol" charset="0"/>
              </a:rPr>
              <a:t></a:t>
            </a:r>
            <a:r>
              <a:rPr lang="it-IT" dirty="0">
                <a:latin typeface="Times New Roman" charset="0"/>
              </a:rPr>
              <a:t>).</a:t>
            </a:r>
          </a:p>
        </p:txBody>
      </p:sp>
      <p:sp>
        <p:nvSpPr>
          <p:cNvPr id="726019" name="Text Box 3"/>
          <p:cNvSpPr txBox="1">
            <a:spLocks noChangeArrowheads="1"/>
          </p:cNvSpPr>
          <p:nvPr/>
        </p:nvSpPr>
        <p:spPr bwMode="auto">
          <a:xfrm>
            <a:off x="467544" y="3789040"/>
            <a:ext cx="8229600" cy="1554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20000"/>
              </a:spcBef>
            </a:pPr>
            <a:r>
              <a:rPr lang="it-IT">
                <a:latin typeface="Times New Roman" charset="0"/>
              </a:rPr>
              <a:t>Siccome </a:t>
            </a:r>
            <a:r>
              <a:rPr lang="it-IT" b="1" i="1">
                <a:latin typeface="Times New Roman" charset="0"/>
              </a:rPr>
              <a:t>q</a:t>
            </a:r>
            <a:r>
              <a:rPr lang="it-IT">
                <a:latin typeface="Times New Roman" charset="0"/>
              </a:rPr>
              <a:t> è un cammino minimo e </a:t>
            </a:r>
            <a:r>
              <a:rPr lang="it-IT" b="1" i="1">
                <a:latin typeface="Times New Roman" charset="0"/>
              </a:rPr>
              <a:t>uv</a:t>
            </a:r>
            <a:r>
              <a:rPr lang="it-IT">
                <a:latin typeface="Times New Roman" charset="0"/>
              </a:rPr>
              <a:t> è il suo ultimo arco avremo che </a:t>
            </a:r>
            <a:r>
              <a:rPr lang="it-IT" b="1">
                <a:latin typeface="Times New Roman" charset="0"/>
                <a:sym typeface="Symbol" charset="0"/>
              </a:rPr>
              <a:t></a:t>
            </a:r>
            <a:r>
              <a:rPr lang="it-IT" b="1" i="1" baseline="-25000">
                <a:latin typeface="Times New Roman" charset="0"/>
                <a:sym typeface="Symbol" charset="0"/>
              </a:rPr>
              <a:t>g</a:t>
            </a:r>
            <a:r>
              <a:rPr lang="it-IT" b="1">
                <a:latin typeface="Times New Roman" charset="0"/>
              </a:rPr>
              <a:t>(</a:t>
            </a:r>
            <a:r>
              <a:rPr lang="it-IT" b="1" i="1">
                <a:latin typeface="Times New Roman" charset="0"/>
              </a:rPr>
              <a:t>s,u</a:t>
            </a:r>
            <a:r>
              <a:rPr lang="it-IT" b="1">
                <a:latin typeface="Times New Roman" charset="0"/>
              </a:rPr>
              <a:t>) = </a:t>
            </a:r>
            <a:r>
              <a:rPr lang="it-IT" b="1">
                <a:latin typeface="Times New Roman" charset="0"/>
                <a:sym typeface="Symbol" charset="0"/>
              </a:rPr>
              <a:t></a:t>
            </a:r>
            <a:r>
              <a:rPr lang="it-IT" b="1" i="1" baseline="-25000">
                <a:latin typeface="Times New Roman" charset="0"/>
                <a:sym typeface="Symbol" charset="0"/>
              </a:rPr>
              <a:t>g</a:t>
            </a:r>
            <a:r>
              <a:rPr lang="it-IT" b="1">
                <a:latin typeface="Times New Roman" charset="0"/>
              </a:rPr>
              <a:t>(</a:t>
            </a:r>
            <a:r>
              <a:rPr lang="it-IT" b="1" i="1">
                <a:latin typeface="Times New Roman" charset="0"/>
              </a:rPr>
              <a:t>s,v</a:t>
            </a:r>
            <a:r>
              <a:rPr lang="it-IT" b="1">
                <a:latin typeface="Times New Roman" charset="0"/>
              </a:rPr>
              <a:t>) - </a:t>
            </a:r>
            <a:r>
              <a:rPr lang="it-IT">
                <a:latin typeface="Times New Roman" charset="0"/>
              </a:rPr>
              <a:t>1 e quindi </a:t>
            </a:r>
            <a:r>
              <a:rPr lang="it-IT" b="1">
                <a:latin typeface="Times New Roman" charset="0"/>
                <a:sym typeface="Symbol" charset="0"/>
              </a:rPr>
              <a:t></a:t>
            </a:r>
            <a:r>
              <a:rPr lang="it-IT" b="1" i="1" baseline="-25000">
                <a:latin typeface="Times New Roman" charset="0"/>
                <a:sym typeface="Symbol" charset="0"/>
              </a:rPr>
              <a:t>g</a:t>
            </a:r>
            <a:r>
              <a:rPr lang="it-IT" b="1">
                <a:latin typeface="Times New Roman" charset="0"/>
              </a:rPr>
              <a:t>(</a:t>
            </a:r>
            <a:r>
              <a:rPr lang="it-IT" b="1" i="1">
                <a:latin typeface="Times New Roman" charset="0"/>
              </a:rPr>
              <a:t>s,u</a:t>
            </a:r>
            <a:r>
              <a:rPr lang="it-IT" b="1">
                <a:latin typeface="Times New Roman" charset="0"/>
              </a:rPr>
              <a:t>)</a:t>
            </a:r>
            <a:r>
              <a:rPr lang="it-IT">
                <a:latin typeface="Times New Roman" charset="0"/>
              </a:rPr>
              <a:t> </a:t>
            </a:r>
            <a:r>
              <a:rPr lang="it-IT" b="1">
                <a:latin typeface="Times New Roman" charset="0"/>
                <a:sym typeface="Symbol" charset="0"/>
              </a:rPr>
              <a:t></a:t>
            </a:r>
            <a:r>
              <a:rPr lang="it-IT">
                <a:latin typeface="Times New Roman" charset="0"/>
              </a:rPr>
              <a:t> </a:t>
            </a:r>
            <a:r>
              <a:rPr lang="it-IT" b="1">
                <a:latin typeface="Times New Roman" charset="0"/>
                <a:sym typeface="Symbol" charset="0"/>
              </a:rPr>
              <a:t></a:t>
            </a:r>
            <a:r>
              <a:rPr lang="it-IT" b="1" i="1" baseline="-25000">
                <a:latin typeface="Times New Roman" charset="0"/>
                <a:sym typeface="Symbol" charset="0"/>
              </a:rPr>
              <a:t>f</a:t>
            </a:r>
            <a:r>
              <a:rPr lang="it-IT" b="1">
                <a:latin typeface="Times New Roman" charset="0"/>
              </a:rPr>
              <a:t>(</a:t>
            </a:r>
            <a:r>
              <a:rPr lang="it-IT" b="1" i="1">
                <a:latin typeface="Times New Roman" charset="0"/>
              </a:rPr>
              <a:t>s,u</a:t>
            </a:r>
            <a:r>
              <a:rPr lang="it-IT" b="1">
                <a:latin typeface="Times New Roman" charset="0"/>
              </a:rPr>
              <a:t>)</a:t>
            </a:r>
            <a:r>
              <a:rPr lang="it-IT">
                <a:latin typeface="Times New Roman" charset="0"/>
              </a:rPr>
              <a:t>.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066" name="Text Box 2"/>
          <p:cNvSpPr txBox="1">
            <a:spLocks noChangeArrowheads="1"/>
          </p:cNvSpPr>
          <p:nvPr/>
        </p:nvSpPr>
        <p:spPr bwMode="auto">
          <a:xfrm>
            <a:off x="467544" y="1275184"/>
            <a:ext cx="8229600" cy="1554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20000"/>
              </a:spcBef>
            </a:pPr>
            <a:r>
              <a:rPr lang="it-IT">
                <a:latin typeface="Times New Roman" charset="0"/>
              </a:rPr>
              <a:t>Se in </a:t>
            </a:r>
            <a:r>
              <a:rPr lang="it-IT" b="1" i="1">
                <a:latin typeface="Times New Roman" charset="0"/>
              </a:rPr>
              <a:t>G</a:t>
            </a:r>
            <a:r>
              <a:rPr lang="it-IT" b="1" i="1" baseline="-25000">
                <a:latin typeface="Times New Roman" charset="0"/>
              </a:rPr>
              <a:t>f</a:t>
            </a:r>
            <a:r>
              <a:rPr lang="it-IT">
                <a:latin typeface="Times New Roman" charset="0"/>
              </a:rPr>
              <a:t> vi è l’arco </a:t>
            </a:r>
            <a:r>
              <a:rPr lang="it-IT" b="1" i="1">
                <a:latin typeface="Times New Roman" charset="0"/>
              </a:rPr>
              <a:t>uv</a:t>
            </a:r>
            <a:r>
              <a:rPr lang="it-IT">
                <a:latin typeface="Times New Roman" charset="0"/>
              </a:rPr>
              <a:t>, ossia </a:t>
            </a:r>
            <a:r>
              <a:rPr lang="it-IT" b="1" i="1">
                <a:latin typeface="Times New Roman" charset="0"/>
              </a:rPr>
              <a:t>f </a:t>
            </a:r>
            <a:r>
              <a:rPr lang="it-IT" b="1">
                <a:latin typeface="Times New Roman" charset="0"/>
              </a:rPr>
              <a:t>(</a:t>
            </a:r>
            <a:r>
              <a:rPr lang="it-IT" b="1" i="1">
                <a:latin typeface="Times New Roman" charset="0"/>
              </a:rPr>
              <a:t>u,v</a:t>
            </a:r>
            <a:r>
              <a:rPr lang="it-IT" b="1">
                <a:latin typeface="Times New Roman" charset="0"/>
              </a:rPr>
              <a:t>)</a:t>
            </a:r>
            <a:r>
              <a:rPr lang="it-IT">
                <a:latin typeface="Times New Roman" charset="0"/>
              </a:rPr>
              <a:t> </a:t>
            </a:r>
            <a:r>
              <a:rPr lang="it-IT" b="1">
                <a:latin typeface="Times New Roman" charset="0"/>
              </a:rPr>
              <a:t>&lt; </a:t>
            </a:r>
            <a:r>
              <a:rPr lang="it-IT" b="1" i="1">
                <a:latin typeface="Times New Roman" charset="0"/>
              </a:rPr>
              <a:t>c</a:t>
            </a:r>
            <a:r>
              <a:rPr lang="it-IT" b="1">
                <a:latin typeface="Times New Roman" charset="0"/>
              </a:rPr>
              <a:t>(</a:t>
            </a:r>
            <a:r>
              <a:rPr lang="it-IT" b="1" i="1">
                <a:latin typeface="Times New Roman" charset="0"/>
              </a:rPr>
              <a:t>u,v</a:t>
            </a:r>
            <a:r>
              <a:rPr lang="it-IT" b="1">
                <a:latin typeface="Times New Roman" charset="0"/>
              </a:rPr>
              <a:t>)</a:t>
            </a:r>
            <a:r>
              <a:rPr lang="it-IT">
                <a:latin typeface="Times New Roman" charset="0"/>
              </a:rPr>
              <a:t>, allora </a:t>
            </a:r>
            <a:r>
              <a:rPr lang="it-IT" b="1">
                <a:latin typeface="Times New Roman" charset="0"/>
                <a:sym typeface="Symbol" charset="0"/>
              </a:rPr>
              <a:t></a:t>
            </a:r>
            <a:r>
              <a:rPr lang="it-IT" b="1" i="1" baseline="-25000">
                <a:latin typeface="Times New Roman" charset="0"/>
                <a:sym typeface="Symbol" charset="0"/>
              </a:rPr>
              <a:t>f</a:t>
            </a:r>
            <a:r>
              <a:rPr lang="it-IT" b="1">
                <a:latin typeface="Times New Roman" charset="0"/>
              </a:rPr>
              <a:t>(</a:t>
            </a:r>
            <a:r>
              <a:rPr lang="it-IT" b="1" i="1">
                <a:latin typeface="Times New Roman" charset="0"/>
              </a:rPr>
              <a:t>s,v</a:t>
            </a:r>
            <a:r>
              <a:rPr lang="it-IT" b="1">
                <a:latin typeface="Times New Roman" charset="0"/>
              </a:rPr>
              <a:t>) </a:t>
            </a:r>
            <a:r>
              <a:rPr lang="it-IT" b="1">
                <a:latin typeface="Times New Roman" charset="0"/>
                <a:sym typeface="Symbol" charset="0"/>
              </a:rPr>
              <a:t></a:t>
            </a:r>
            <a:r>
              <a:rPr lang="it-IT" b="1">
                <a:latin typeface="Times New Roman" charset="0"/>
              </a:rPr>
              <a:t> </a:t>
            </a:r>
            <a:r>
              <a:rPr lang="it-IT" b="1">
                <a:latin typeface="Times New Roman" charset="0"/>
                <a:sym typeface="Symbol" charset="0"/>
              </a:rPr>
              <a:t></a:t>
            </a:r>
            <a:r>
              <a:rPr lang="it-IT" b="1" i="1" baseline="-25000">
                <a:latin typeface="Times New Roman" charset="0"/>
                <a:sym typeface="Symbol" charset="0"/>
              </a:rPr>
              <a:t>f</a:t>
            </a:r>
            <a:r>
              <a:rPr lang="it-IT" b="1">
                <a:latin typeface="Times New Roman" charset="0"/>
              </a:rPr>
              <a:t>(</a:t>
            </a:r>
            <a:r>
              <a:rPr lang="it-IT" b="1" i="1">
                <a:latin typeface="Times New Roman" charset="0"/>
              </a:rPr>
              <a:t>s,u</a:t>
            </a:r>
            <a:r>
              <a:rPr lang="it-IT" b="1">
                <a:latin typeface="Times New Roman" charset="0"/>
              </a:rPr>
              <a:t>) + </a:t>
            </a:r>
            <a:r>
              <a:rPr lang="it-IT">
                <a:latin typeface="Times New Roman" charset="0"/>
              </a:rPr>
              <a:t>1 per la disuguaglianza triangolare e quindi</a:t>
            </a:r>
          </a:p>
        </p:txBody>
      </p:sp>
      <p:sp>
        <p:nvSpPr>
          <p:cNvPr id="728067" name="Text Box 3"/>
          <p:cNvSpPr txBox="1">
            <a:spLocks noChangeArrowheads="1"/>
          </p:cNvSpPr>
          <p:nvPr/>
        </p:nvSpPr>
        <p:spPr bwMode="auto">
          <a:xfrm>
            <a:off x="467544" y="5085184"/>
            <a:ext cx="82296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20000"/>
              </a:spcBef>
            </a:pPr>
            <a:r>
              <a:rPr lang="it-IT">
                <a:latin typeface="Times New Roman" charset="0"/>
              </a:rPr>
              <a:t>assurdo. </a:t>
            </a:r>
          </a:p>
        </p:txBody>
      </p:sp>
      <p:graphicFrame>
        <p:nvGraphicFramePr>
          <p:cNvPr id="72806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53572301"/>
              </p:ext>
            </p:extLst>
          </p:nvPr>
        </p:nvGraphicFramePr>
        <p:xfrm>
          <a:off x="1005707" y="2967459"/>
          <a:ext cx="3341687" cy="1928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356" name="Equation" r:id="rId4" imgW="1308496" imgH="736997" progId="Equation.3">
                  <p:embed/>
                </p:oleObj>
              </mc:Choice>
              <mc:Fallback>
                <p:oleObj name="Equation" r:id="rId4" imgW="1308496" imgH="73699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05707" y="2967459"/>
                        <a:ext cx="3341687" cy="1928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114" name="Text Box 2"/>
          <p:cNvSpPr txBox="1">
            <a:spLocks noChangeArrowheads="1"/>
          </p:cNvSpPr>
          <p:nvPr/>
        </p:nvSpPr>
        <p:spPr bwMode="auto">
          <a:xfrm>
            <a:off x="457200" y="533400"/>
            <a:ext cx="8229600" cy="3113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20000"/>
              </a:spcBef>
            </a:pPr>
            <a:r>
              <a:rPr lang="it-IT">
                <a:latin typeface="Times New Roman" charset="0"/>
              </a:rPr>
              <a:t>Quindi </a:t>
            </a:r>
            <a:r>
              <a:rPr lang="it-IT" b="1" i="1">
                <a:latin typeface="Times New Roman" charset="0"/>
              </a:rPr>
              <a:t>G</a:t>
            </a:r>
            <a:r>
              <a:rPr lang="it-IT" b="1" i="1" baseline="-25000">
                <a:latin typeface="Times New Roman" charset="0"/>
              </a:rPr>
              <a:t>f</a:t>
            </a:r>
            <a:r>
              <a:rPr lang="it-IT">
                <a:latin typeface="Times New Roman" charset="0"/>
              </a:rPr>
              <a:t> non contiene l’arco </a:t>
            </a:r>
            <a:r>
              <a:rPr lang="it-IT" b="1" i="1">
                <a:latin typeface="Times New Roman" charset="0"/>
              </a:rPr>
              <a:t>uv</a:t>
            </a:r>
            <a:r>
              <a:rPr lang="it-IT">
                <a:latin typeface="Times New Roman" charset="0"/>
              </a:rPr>
              <a:t> e siccome esso appartiene a </a:t>
            </a:r>
            <a:r>
              <a:rPr lang="it-IT" b="1" i="1">
                <a:latin typeface="Times New Roman" charset="0"/>
              </a:rPr>
              <a:t>G</a:t>
            </a:r>
            <a:r>
              <a:rPr lang="it-IT" b="1" i="1" baseline="-25000">
                <a:latin typeface="Times New Roman" charset="0"/>
              </a:rPr>
              <a:t>g</a:t>
            </a:r>
            <a:r>
              <a:rPr lang="it-IT">
                <a:latin typeface="Times New Roman" charset="0"/>
              </a:rPr>
              <a:t> il cammino aumentante </a:t>
            </a:r>
            <a:r>
              <a:rPr lang="it-IT" b="1" i="1">
                <a:latin typeface="Times New Roman" charset="0"/>
              </a:rPr>
              <a:t>p</a:t>
            </a:r>
            <a:r>
              <a:rPr lang="it-IT">
                <a:latin typeface="Times New Roman" charset="0"/>
              </a:rPr>
              <a:t> doveva contenere l’arco opposto </a:t>
            </a:r>
            <a:r>
              <a:rPr lang="it-IT" b="1" i="1">
                <a:latin typeface="Times New Roman" charset="0"/>
              </a:rPr>
              <a:t>vu</a:t>
            </a:r>
            <a:r>
              <a:rPr lang="it-IT">
                <a:latin typeface="Times New Roman" charset="0"/>
              </a:rPr>
              <a:t>.</a:t>
            </a:r>
          </a:p>
          <a:p>
            <a:pPr eaLnBrk="0" hangingPunct="0">
              <a:spcBef>
                <a:spcPct val="20000"/>
              </a:spcBef>
            </a:pPr>
            <a:r>
              <a:rPr lang="it-IT">
                <a:latin typeface="Times New Roman" charset="0"/>
              </a:rPr>
              <a:t>Siccome </a:t>
            </a:r>
            <a:r>
              <a:rPr lang="it-IT" b="1" i="1">
                <a:latin typeface="Times New Roman" charset="0"/>
              </a:rPr>
              <a:t>p</a:t>
            </a:r>
            <a:r>
              <a:rPr lang="it-IT">
                <a:latin typeface="Times New Roman" charset="0"/>
              </a:rPr>
              <a:t> è un cammino minimo da </a:t>
            </a:r>
            <a:r>
              <a:rPr lang="it-IT" b="1" i="1">
                <a:latin typeface="Times New Roman" charset="0"/>
              </a:rPr>
              <a:t>s</a:t>
            </a:r>
            <a:r>
              <a:rPr lang="it-IT">
                <a:latin typeface="Times New Roman" charset="0"/>
              </a:rPr>
              <a:t> a </a:t>
            </a:r>
            <a:r>
              <a:rPr lang="it-IT" b="1" i="1">
                <a:latin typeface="Times New Roman" charset="0"/>
              </a:rPr>
              <a:t>t</a:t>
            </a:r>
            <a:r>
              <a:rPr lang="it-IT">
                <a:latin typeface="Times New Roman" charset="0"/>
              </a:rPr>
              <a:t> in </a:t>
            </a:r>
            <a:r>
              <a:rPr lang="it-IT" b="1" i="1">
                <a:latin typeface="Times New Roman" charset="0"/>
              </a:rPr>
              <a:t>G</a:t>
            </a:r>
            <a:r>
              <a:rPr lang="it-IT" b="1" i="1" baseline="-25000">
                <a:latin typeface="Times New Roman" charset="0"/>
              </a:rPr>
              <a:t>f</a:t>
            </a:r>
            <a:r>
              <a:rPr lang="it-IT">
                <a:latin typeface="Times New Roman" charset="0"/>
              </a:rPr>
              <a:t> anche i suoi sottocammini sono cammini minimi e quindi </a:t>
            </a:r>
            <a:r>
              <a:rPr lang="it-IT" b="1">
                <a:latin typeface="Times New Roman" charset="0"/>
                <a:sym typeface="Symbol" charset="0"/>
              </a:rPr>
              <a:t></a:t>
            </a:r>
            <a:r>
              <a:rPr lang="it-IT" b="1" i="1" baseline="-25000">
                <a:latin typeface="Times New Roman" charset="0"/>
                <a:sym typeface="Symbol" charset="0"/>
              </a:rPr>
              <a:t>f</a:t>
            </a:r>
            <a:r>
              <a:rPr lang="it-IT" b="1">
                <a:latin typeface="Times New Roman" charset="0"/>
              </a:rPr>
              <a:t>(</a:t>
            </a:r>
            <a:r>
              <a:rPr lang="it-IT" b="1" i="1">
                <a:latin typeface="Times New Roman" charset="0"/>
              </a:rPr>
              <a:t>s,u</a:t>
            </a:r>
            <a:r>
              <a:rPr lang="it-IT" b="1">
                <a:latin typeface="Times New Roman" charset="0"/>
              </a:rPr>
              <a:t>) = </a:t>
            </a:r>
            <a:r>
              <a:rPr lang="it-IT" b="1">
                <a:latin typeface="Times New Roman" charset="0"/>
                <a:sym typeface="Symbol" charset="0"/>
              </a:rPr>
              <a:t></a:t>
            </a:r>
            <a:r>
              <a:rPr lang="it-IT" b="1" i="1" baseline="-25000">
                <a:latin typeface="Times New Roman" charset="0"/>
                <a:sym typeface="Symbol" charset="0"/>
              </a:rPr>
              <a:t>f</a:t>
            </a:r>
            <a:r>
              <a:rPr lang="it-IT" b="1">
                <a:latin typeface="Times New Roman" charset="0"/>
              </a:rPr>
              <a:t>(</a:t>
            </a:r>
            <a:r>
              <a:rPr lang="it-IT" b="1" i="1">
                <a:latin typeface="Times New Roman" charset="0"/>
              </a:rPr>
              <a:t>s,v</a:t>
            </a:r>
            <a:r>
              <a:rPr lang="it-IT" b="1">
                <a:latin typeface="Times New Roman" charset="0"/>
              </a:rPr>
              <a:t>) + </a:t>
            </a:r>
            <a:r>
              <a:rPr lang="it-IT">
                <a:latin typeface="Times New Roman" charset="0"/>
              </a:rPr>
              <a:t>1. Quindi</a:t>
            </a:r>
          </a:p>
        </p:txBody>
      </p:sp>
      <p:graphicFrame>
        <p:nvGraphicFramePr>
          <p:cNvPr id="730115" name="Object 3"/>
          <p:cNvGraphicFramePr>
            <a:graphicFrameLocks noChangeAspect="1"/>
          </p:cNvGraphicFramePr>
          <p:nvPr/>
        </p:nvGraphicFramePr>
        <p:xfrm>
          <a:off x="1131888" y="3825875"/>
          <a:ext cx="3340100" cy="1928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404" name="Equation" r:id="rId4" imgW="1308496" imgH="736997" progId="Equation.3">
                  <p:embed/>
                </p:oleObj>
              </mc:Choice>
              <mc:Fallback>
                <p:oleObj name="Equation" r:id="rId4" imgW="1308496" imgH="73699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31888" y="3825875"/>
                        <a:ext cx="3340100" cy="1928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30116" name="Text Box 4"/>
          <p:cNvSpPr txBox="1">
            <a:spLocks noChangeArrowheads="1"/>
          </p:cNvSpPr>
          <p:nvPr/>
        </p:nvSpPr>
        <p:spPr bwMode="auto">
          <a:xfrm>
            <a:off x="457200" y="5791200"/>
            <a:ext cx="82296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20000"/>
              </a:spcBef>
            </a:pPr>
            <a:r>
              <a:rPr lang="it-IT">
                <a:latin typeface="Times New Roman" charset="0"/>
              </a:rPr>
              <a:t>assurdo. 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162" name="Text Box 2"/>
          <p:cNvSpPr txBox="1">
            <a:spLocks noChangeArrowheads="1"/>
          </p:cNvSpPr>
          <p:nvPr/>
        </p:nvSpPr>
        <p:spPr bwMode="auto">
          <a:xfrm>
            <a:off x="463352" y="1249288"/>
            <a:ext cx="8229600" cy="2041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20000"/>
              </a:spcBef>
            </a:pPr>
            <a:r>
              <a:rPr lang="it-IT" dirty="0">
                <a:latin typeface="Times New Roman" charset="0"/>
              </a:rPr>
              <a:t>Siamo ora in grado di mostrare che possono essere effettuati al più </a:t>
            </a:r>
            <a:r>
              <a:rPr lang="it-IT" b="1" i="1" dirty="0">
                <a:latin typeface="Times New Roman" charset="0"/>
              </a:rPr>
              <a:t>O</a:t>
            </a:r>
            <a:r>
              <a:rPr lang="it-IT" b="1" dirty="0">
                <a:latin typeface="Times New Roman" charset="0"/>
              </a:rPr>
              <a:t>(|</a:t>
            </a:r>
            <a:r>
              <a:rPr lang="it-IT" b="1" i="1" dirty="0">
                <a:latin typeface="Times New Roman" charset="0"/>
              </a:rPr>
              <a:t>E</a:t>
            </a:r>
            <a:r>
              <a:rPr lang="it-IT" b="1" dirty="0">
                <a:latin typeface="Times New Roman" charset="0"/>
              </a:rPr>
              <a:t>| |</a:t>
            </a:r>
            <a:r>
              <a:rPr lang="it-IT" b="1" i="1" dirty="0">
                <a:latin typeface="Times New Roman" charset="0"/>
              </a:rPr>
              <a:t>V |</a:t>
            </a:r>
            <a:r>
              <a:rPr lang="it-IT" b="1" dirty="0">
                <a:latin typeface="Times New Roman" charset="0"/>
              </a:rPr>
              <a:t>)</a:t>
            </a:r>
            <a:r>
              <a:rPr lang="it-IT" dirty="0">
                <a:latin typeface="Times New Roman" charset="0"/>
              </a:rPr>
              <a:t> incrementi di flusso e dunque vale il limite </a:t>
            </a:r>
            <a:r>
              <a:rPr lang="it-IT" b="1" i="1" dirty="0">
                <a:latin typeface="Times New Roman" charset="0"/>
              </a:rPr>
              <a:t>O</a:t>
            </a:r>
            <a:r>
              <a:rPr lang="it-IT" b="1" dirty="0">
                <a:latin typeface="Times New Roman" charset="0"/>
              </a:rPr>
              <a:t>(|</a:t>
            </a:r>
            <a:r>
              <a:rPr lang="it-IT" b="1" i="1" dirty="0">
                <a:latin typeface="Times New Roman" charset="0"/>
              </a:rPr>
              <a:t>E</a:t>
            </a:r>
            <a:r>
              <a:rPr lang="it-IT" b="1" dirty="0">
                <a:latin typeface="Times New Roman" charset="0"/>
              </a:rPr>
              <a:t>|</a:t>
            </a:r>
            <a:r>
              <a:rPr lang="it-IT" b="1" baseline="30000" dirty="0">
                <a:latin typeface="Times New Roman" charset="0"/>
              </a:rPr>
              <a:t>2</a:t>
            </a:r>
            <a:r>
              <a:rPr lang="it-IT" b="1" dirty="0">
                <a:latin typeface="Times New Roman" charset="0"/>
              </a:rPr>
              <a:t> |</a:t>
            </a:r>
            <a:r>
              <a:rPr lang="it-IT" b="1" i="1" dirty="0">
                <a:latin typeface="Times New Roman" charset="0"/>
              </a:rPr>
              <a:t>V |</a:t>
            </a:r>
            <a:r>
              <a:rPr lang="it-IT" b="1" dirty="0">
                <a:latin typeface="Times New Roman" charset="0"/>
              </a:rPr>
              <a:t>)</a:t>
            </a:r>
            <a:r>
              <a:rPr lang="it-IT" dirty="0">
                <a:latin typeface="Times New Roman" charset="0"/>
              </a:rPr>
              <a:t> in quanto ogni passo richiede tempo </a:t>
            </a:r>
            <a:r>
              <a:rPr lang="it-IT" b="1" i="1" dirty="0">
                <a:latin typeface="Times New Roman" charset="0"/>
              </a:rPr>
              <a:t>O</a:t>
            </a:r>
            <a:r>
              <a:rPr lang="it-IT" b="1" dirty="0">
                <a:latin typeface="Times New Roman" charset="0"/>
              </a:rPr>
              <a:t>(|</a:t>
            </a:r>
            <a:r>
              <a:rPr lang="it-IT" b="1" i="1" dirty="0">
                <a:latin typeface="Times New Roman" charset="0"/>
              </a:rPr>
              <a:t>E</a:t>
            </a:r>
            <a:r>
              <a:rPr lang="it-IT" b="1" dirty="0">
                <a:latin typeface="Times New Roman" charset="0"/>
              </a:rPr>
              <a:t>|)</a:t>
            </a:r>
            <a:r>
              <a:rPr lang="it-IT" dirty="0">
                <a:latin typeface="Times New Roman" charset="0"/>
              </a:rPr>
              <a:t>.</a:t>
            </a:r>
          </a:p>
        </p:txBody>
      </p:sp>
      <p:sp>
        <p:nvSpPr>
          <p:cNvPr id="732163" name="Text Box 3"/>
          <p:cNvSpPr txBox="1">
            <a:spLocks noChangeArrowheads="1"/>
          </p:cNvSpPr>
          <p:nvPr/>
        </p:nvSpPr>
        <p:spPr bwMode="auto">
          <a:xfrm>
            <a:off x="539552" y="4221088"/>
            <a:ext cx="8229600" cy="1554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20000"/>
              </a:spcBef>
            </a:pPr>
            <a:r>
              <a:rPr lang="it-IT">
                <a:latin typeface="Times New Roman" charset="0"/>
              </a:rPr>
              <a:t>Diciamo che un arco </a:t>
            </a:r>
            <a:r>
              <a:rPr lang="it-IT" b="1" i="1">
                <a:latin typeface="Times New Roman" charset="0"/>
              </a:rPr>
              <a:t>uv</a:t>
            </a:r>
            <a:r>
              <a:rPr lang="it-IT">
                <a:latin typeface="Times New Roman" charset="0"/>
              </a:rPr>
              <a:t> della rete residua </a:t>
            </a:r>
            <a:r>
              <a:rPr lang="it-IT" b="1" i="1">
                <a:latin typeface="Times New Roman" charset="0"/>
              </a:rPr>
              <a:t>G</a:t>
            </a:r>
            <a:r>
              <a:rPr lang="it-IT" b="1" i="1" baseline="-25000">
                <a:latin typeface="Times New Roman" charset="0"/>
              </a:rPr>
              <a:t>f</a:t>
            </a:r>
            <a:r>
              <a:rPr lang="it-IT">
                <a:latin typeface="Times New Roman" charset="0"/>
              </a:rPr>
              <a:t> è </a:t>
            </a:r>
            <a:r>
              <a:rPr lang="it-IT" i="1" u="sng">
                <a:latin typeface="Times New Roman" charset="0"/>
              </a:rPr>
              <a:t>critico</a:t>
            </a:r>
            <a:r>
              <a:rPr lang="it-IT">
                <a:latin typeface="Times New Roman" charset="0"/>
              </a:rPr>
              <a:t> nel cammino aumentante </a:t>
            </a:r>
            <a:r>
              <a:rPr lang="it-IT" b="1" i="1">
                <a:latin typeface="Times New Roman" charset="0"/>
              </a:rPr>
              <a:t>p </a:t>
            </a:r>
            <a:r>
              <a:rPr lang="it-IT">
                <a:latin typeface="Times New Roman" charset="0"/>
              </a:rPr>
              <a:t>se </a:t>
            </a:r>
            <a:r>
              <a:rPr lang="it-IT" b="1" i="1">
                <a:latin typeface="Times New Roman" charset="0"/>
              </a:rPr>
              <a:t>uv</a:t>
            </a:r>
            <a:r>
              <a:rPr lang="it-IT">
                <a:latin typeface="Times New Roman" charset="0"/>
              </a:rPr>
              <a:t> è un arco di </a:t>
            </a:r>
            <a:r>
              <a:rPr lang="it-IT" b="1" i="1">
                <a:latin typeface="Times New Roman" charset="0"/>
              </a:rPr>
              <a:t>p</a:t>
            </a:r>
            <a:r>
              <a:rPr lang="it-IT">
                <a:latin typeface="Times New Roman" charset="0"/>
              </a:rPr>
              <a:t> e </a:t>
            </a:r>
            <a:r>
              <a:rPr lang="it-IT" b="1" i="1">
                <a:latin typeface="Times New Roman" charset="0"/>
              </a:rPr>
              <a:t>c</a:t>
            </a:r>
            <a:r>
              <a:rPr lang="it-IT" b="1">
                <a:latin typeface="Times New Roman" charset="0"/>
              </a:rPr>
              <a:t>(</a:t>
            </a:r>
            <a:r>
              <a:rPr lang="it-IT" b="1" i="1">
                <a:latin typeface="Times New Roman" charset="0"/>
              </a:rPr>
              <a:t>u,v</a:t>
            </a:r>
            <a:r>
              <a:rPr lang="it-IT" b="1">
                <a:latin typeface="Times New Roman" charset="0"/>
              </a:rPr>
              <a:t>) = </a:t>
            </a:r>
            <a:r>
              <a:rPr lang="it-IT" b="1" i="1">
                <a:latin typeface="Times New Roman" charset="0"/>
              </a:rPr>
              <a:t>c</a:t>
            </a:r>
            <a:r>
              <a:rPr lang="it-IT" b="1">
                <a:latin typeface="Times New Roman" charset="0"/>
              </a:rPr>
              <a:t>(</a:t>
            </a:r>
            <a:r>
              <a:rPr lang="it-IT" b="1" i="1">
                <a:latin typeface="Times New Roman" charset="0"/>
              </a:rPr>
              <a:t>p</a:t>
            </a:r>
            <a:r>
              <a:rPr lang="it-IT" b="1">
                <a:latin typeface="Times New Roman" charset="0"/>
              </a:rPr>
              <a:t>)</a:t>
            </a:r>
            <a:r>
              <a:rPr lang="it-IT">
                <a:latin typeface="Times New Roman" charset="0"/>
              </a:rPr>
              <a:t>.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210" name="Text Box 2"/>
          <p:cNvSpPr txBox="1">
            <a:spLocks noChangeArrowheads="1"/>
          </p:cNvSpPr>
          <p:nvPr/>
        </p:nvSpPr>
        <p:spPr bwMode="auto">
          <a:xfrm>
            <a:off x="533400" y="762000"/>
            <a:ext cx="8229600" cy="2041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20000"/>
              </a:spcBef>
            </a:pPr>
            <a:r>
              <a:rPr lang="it-IT">
                <a:latin typeface="Times New Roman" charset="0"/>
              </a:rPr>
              <a:t>Ogni cammino aumentante contiene almeno un arco critico e gli archi che possono diventare critici sono gli archi in </a:t>
            </a:r>
            <a:r>
              <a:rPr lang="it-IT" b="1" i="1">
                <a:latin typeface="Times New Roman" charset="0"/>
              </a:rPr>
              <a:t>E</a:t>
            </a:r>
            <a:r>
              <a:rPr lang="it-IT">
                <a:latin typeface="Times New Roman" charset="0"/>
              </a:rPr>
              <a:t> più eventualmente gli archi opposti.</a:t>
            </a:r>
          </a:p>
        </p:txBody>
      </p:sp>
      <p:sp>
        <p:nvSpPr>
          <p:cNvPr id="734211" name="Text Box 3"/>
          <p:cNvSpPr txBox="1">
            <a:spLocks noChangeArrowheads="1"/>
          </p:cNvSpPr>
          <p:nvPr/>
        </p:nvSpPr>
        <p:spPr bwMode="auto">
          <a:xfrm>
            <a:off x="533400" y="3048000"/>
            <a:ext cx="8229600" cy="2625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20000"/>
              </a:spcBef>
            </a:pPr>
            <a:r>
              <a:rPr lang="it-IT">
                <a:latin typeface="Times New Roman" charset="0"/>
              </a:rPr>
              <a:t>Se dimostriamo che uno stesso arco non può diventare critico più di </a:t>
            </a:r>
            <a:r>
              <a:rPr lang="it-IT" b="1">
                <a:latin typeface="Times New Roman" charset="0"/>
              </a:rPr>
              <a:t>|</a:t>
            </a:r>
            <a:r>
              <a:rPr lang="it-IT" b="1" i="1">
                <a:latin typeface="Times New Roman" charset="0"/>
              </a:rPr>
              <a:t>V </a:t>
            </a:r>
            <a:r>
              <a:rPr lang="it-IT" b="1">
                <a:latin typeface="Times New Roman" charset="0"/>
              </a:rPr>
              <a:t>|/2</a:t>
            </a:r>
            <a:r>
              <a:rPr lang="it-IT">
                <a:latin typeface="Times New Roman" charset="0"/>
              </a:rPr>
              <a:t> volte allora il numero totale di archi critici e quindi il numero di cammini aumentanti è minore o uguale di</a:t>
            </a:r>
          </a:p>
          <a:p>
            <a:pPr algn="ctr" eaLnBrk="0" hangingPunct="0">
              <a:spcBef>
                <a:spcPct val="20000"/>
              </a:spcBef>
            </a:pPr>
            <a:r>
              <a:rPr lang="it-IT">
                <a:latin typeface="Times New Roman" charset="0"/>
              </a:rPr>
              <a:t> </a:t>
            </a:r>
            <a:r>
              <a:rPr lang="it-IT" b="1">
                <a:latin typeface="Times New Roman" charset="0"/>
              </a:rPr>
              <a:t>2|</a:t>
            </a:r>
            <a:r>
              <a:rPr lang="it-IT" b="1" i="1">
                <a:latin typeface="Times New Roman" charset="0"/>
              </a:rPr>
              <a:t>E</a:t>
            </a:r>
            <a:r>
              <a:rPr lang="it-IT" b="1">
                <a:latin typeface="Times New Roman" charset="0"/>
              </a:rPr>
              <a:t>| |</a:t>
            </a:r>
            <a:r>
              <a:rPr lang="it-IT" b="1" i="1">
                <a:latin typeface="Times New Roman" charset="0"/>
              </a:rPr>
              <a:t>V </a:t>
            </a:r>
            <a:r>
              <a:rPr lang="it-IT" b="1">
                <a:latin typeface="Times New Roman" charset="0"/>
              </a:rPr>
              <a:t>|/2</a:t>
            </a:r>
            <a:r>
              <a:rPr lang="it-IT">
                <a:latin typeface="Times New Roman" charset="0"/>
              </a:rPr>
              <a:t> = </a:t>
            </a:r>
            <a:r>
              <a:rPr lang="it-IT" b="1">
                <a:latin typeface="Times New Roman" charset="0"/>
              </a:rPr>
              <a:t>|</a:t>
            </a:r>
            <a:r>
              <a:rPr lang="it-IT" b="1" i="1">
                <a:latin typeface="Times New Roman" charset="0"/>
              </a:rPr>
              <a:t>E</a:t>
            </a:r>
            <a:r>
              <a:rPr lang="it-IT" b="1">
                <a:latin typeface="Times New Roman" charset="0"/>
              </a:rPr>
              <a:t>| |</a:t>
            </a:r>
            <a:r>
              <a:rPr lang="it-IT" b="1" i="1">
                <a:latin typeface="Times New Roman" charset="0"/>
              </a:rPr>
              <a:t>V </a:t>
            </a:r>
            <a:r>
              <a:rPr lang="it-IT" b="1">
                <a:latin typeface="Times New Roman" charset="0"/>
              </a:rPr>
              <a:t>|</a:t>
            </a:r>
            <a:endParaRPr lang="it-IT">
              <a:latin typeface="Times New Roman" charset="0"/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258" name="Text Box 2"/>
          <p:cNvSpPr txBox="1">
            <a:spLocks noChangeArrowheads="1"/>
          </p:cNvSpPr>
          <p:nvPr/>
        </p:nvSpPr>
        <p:spPr bwMode="auto">
          <a:xfrm>
            <a:off x="457200" y="838200"/>
            <a:ext cx="8229600" cy="4087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20000"/>
              </a:spcBef>
            </a:pPr>
            <a:r>
              <a:rPr lang="it-IT">
                <a:latin typeface="Times New Roman" charset="0"/>
              </a:rPr>
              <a:t>Dopo l’aumento del flusso un arco critico </a:t>
            </a:r>
            <a:r>
              <a:rPr lang="it-IT" b="1" i="1">
                <a:latin typeface="Times New Roman" charset="0"/>
              </a:rPr>
              <a:t>uv</a:t>
            </a:r>
            <a:r>
              <a:rPr lang="it-IT">
                <a:latin typeface="Times New Roman" charset="0"/>
              </a:rPr>
              <a:t> sparisce dalla rete residua e può riapparire soltanto dopo che sia stato trovato un successivo cammino aumentante contenente l’arco opposto </a:t>
            </a:r>
            <a:r>
              <a:rPr lang="it-IT" b="1" i="1">
                <a:latin typeface="Times New Roman" charset="0"/>
              </a:rPr>
              <a:t>vu</a:t>
            </a:r>
            <a:r>
              <a:rPr lang="it-IT">
                <a:latin typeface="Times New Roman" charset="0"/>
              </a:rPr>
              <a:t>.</a:t>
            </a:r>
          </a:p>
          <a:p>
            <a:pPr eaLnBrk="0" hangingPunct="0">
              <a:spcBef>
                <a:spcPct val="20000"/>
              </a:spcBef>
            </a:pPr>
            <a:r>
              <a:rPr lang="it-IT">
                <a:latin typeface="Times New Roman" charset="0"/>
              </a:rPr>
              <a:t>Quindi prima che l’arco </a:t>
            </a:r>
            <a:r>
              <a:rPr lang="it-IT" b="1" i="1">
                <a:latin typeface="Times New Roman" charset="0"/>
              </a:rPr>
              <a:t>uv</a:t>
            </a:r>
            <a:r>
              <a:rPr lang="it-IT">
                <a:latin typeface="Times New Roman" charset="0"/>
              </a:rPr>
              <a:t> possa ridiventare critico bisogna che </a:t>
            </a:r>
            <a:r>
              <a:rPr lang="it-IT" b="1" i="1">
                <a:latin typeface="Times New Roman" charset="0"/>
              </a:rPr>
              <a:t>vu</a:t>
            </a:r>
            <a:r>
              <a:rPr lang="it-IT">
                <a:latin typeface="Times New Roman" charset="0"/>
              </a:rPr>
              <a:t> sia apparso come arco di un cammino aumentante.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306" name="Text Box 2"/>
          <p:cNvSpPr txBox="1">
            <a:spLocks noChangeArrowheads="1"/>
          </p:cNvSpPr>
          <p:nvPr/>
        </p:nvSpPr>
        <p:spPr bwMode="auto">
          <a:xfrm>
            <a:off x="457200" y="533400"/>
            <a:ext cx="8405813" cy="3209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20000"/>
              </a:spcBef>
            </a:pPr>
            <a:r>
              <a:rPr lang="it-IT">
                <a:latin typeface="Times New Roman" charset="0"/>
              </a:rPr>
              <a:t>Quando </a:t>
            </a:r>
            <a:r>
              <a:rPr lang="it-IT" b="1" i="1">
                <a:latin typeface="Times New Roman" charset="0"/>
              </a:rPr>
              <a:t>uv</a:t>
            </a:r>
            <a:r>
              <a:rPr lang="it-IT">
                <a:latin typeface="Times New Roman" charset="0"/>
              </a:rPr>
              <a:t> è critico </a:t>
            </a:r>
            <a:r>
              <a:rPr lang="it-IT" b="1">
                <a:latin typeface="Times New Roman" charset="0"/>
                <a:sym typeface="Symbol" charset="0"/>
              </a:rPr>
              <a:t></a:t>
            </a:r>
            <a:r>
              <a:rPr lang="it-IT" b="1" i="1" baseline="-25000">
                <a:latin typeface="Times New Roman" charset="0"/>
                <a:sym typeface="Symbol" charset="0"/>
              </a:rPr>
              <a:t>f</a:t>
            </a:r>
            <a:r>
              <a:rPr lang="it-IT" b="1">
                <a:latin typeface="Times New Roman" charset="0"/>
              </a:rPr>
              <a:t>(</a:t>
            </a:r>
            <a:r>
              <a:rPr lang="it-IT" b="1" i="1">
                <a:latin typeface="Times New Roman" charset="0"/>
              </a:rPr>
              <a:t>s,v</a:t>
            </a:r>
            <a:r>
              <a:rPr lang="it-IT" b="1">
                <a:latin typeface="Times New Roman" charset="0"/>
              </a:rPr>
              <a:t>) = </a:t>
            </a:r>
            <a:r>
              <a:rPr lang="it-IT" b="1">
                <a:latin typeface="Times New Roman" charset="0"/>
                <a:sym typeface="Symbol" charset="0"/>
              </a:rPr>
              <a:t></a:t>
            </a:r>
            <a:r>
              <a:rPr lang="it-IT" b="1" i="1" baseline="-25000">
                <a:latin typeface="Times New Roman" charset="0"/>
                <a:sym typeface="Symbol" charset="0"/>
              </a:rPr>
              <a:t>f</a:t>
            </a:r>
            <a:r>
              <a:rPr lang="it-IT" b="1">
                <a:latin typeface="Times New Roman" charset="0"/>
              </a:rPr>
              <a:t>(</a:t>
            </a:r>
            <a:r>
              <a:rPr lang="it-IT" b="1" i="1">
                <a:latin typeface="Times New Roman" charset="0"/>
              </a:rPr>
              <a:t>s,u</a:t>
            </a:r>
            <a:r>
              <a:rPr lang="it-IT" b="1">
                <a:latin typeface="Times New Roman" charset="0"/>
              </a:rPr>
              <a:t>) + </a:t>
            </a:r>
            <a:r>
              <a:rPr lang="it-IT">
                <a:latin typeface="Times New Roman" charset="0"/>
              </a:rPr>
              <a:t>1. </a:t>
            </a:r>
          </a:p>
          <a:p>
            <a:pPr eaLnBrk="0" hangingPunct="0">
              <a:spcBef>
                <a:spcPct val="20000"/>
              </a:spcBef>
            </a:pPr>
            <a:r>
              <a:rPr lang="it-IT">
                <a:latin typeface="Times New Roman" charset="0"/>
              </a:rPr>
              <a:t>Quando, in seguito, l’arco opposto </a:t>
            </a:r>
            <a:r>
              <a:rPr lang="it-IT" b="1" i="1">
                <a:latin typeface="Times New Roman" charset="0"/>
              </a:rPr>
              <a:t>vu</a:t>
            </a:r>
            <a:r>
              <a:rPr lang="it-IT">
                <a:latin typeface="Times New Roman" charset="0"/>
              </a:rPr>
              <a:t> compare in un cammino aumentante </a:t>
            </a:r>
            <a:r>
              <a:rPr lang="it-IT" b="1">
                <a:latin typeface="Times New Roman" charset="0"/>
                <a:sym typeface="Symbol" charset="0"/>
              </a:rPr>
              <a:t></a:t>
            </a:r>
            <a:r>
              <a:rPr lang="it-IT" b="1" i="1" baseline="-25000">
                <a:latin typeface="Times New Roman" charset="0"/>
                <a:sym typeface="Symbol" charset="0"/>
              </a:rPr>
              <a:t>g</a:t>
            </a:r>
            <a:r>
              <a:rPr lang="it-IT" b="1">
                <a:latin typeface="Times New Roman" charset="0"/>
              </a:rPr>
              <a:t>(</a:t>
            </a:r>
            <a:r>
              <a:rPr lang="it-IT" b="1" i="1">
                <a:latin typeface="Times New Roman" charset="0"/>
              </a:rPr>
              <a:t>s,u</a:t>
            </a:r>
            <a:r>
              <a:rPr lang="it-IT" b="1">
                <a:latin typeface="Times New Roman" charset="0"/>
              </a:rPr>
              <a:t>) = </a:t>
            </a:r>
            <a:r>
              <a:rPr lang="it-IT" b="1">
                <a:latin typeface="Times New Roman" charset="0"/>
                <a:sym typeface="Symbol" charset="0"/>
              </a:rPr>
              <a:t></a:t>
            </a:r>
            <a:r>
              <a:rPr lang="it-IT" b="1" i="1" baseline="-25000">
                <a:latin typeface="Times New Roman" charset="0"/>
                <a:sym typeface="Symbol" charset="0"/>
              </a:rPr>
              <a:t>g</a:t>
            </a:r>
            <a:r>
              <a:rPr lang="it-IT" b="1">
                <a:latin typeface="Times New Roman" charset="0"/>
              </a:rPr>
              <a:t>(</a:t>
            </a:r>
            <a:r>
              <a:rPr lang="it-IT" b="1" i="1">
                <a:latin typeface="Times New Roman" charset="0"/>
              </a:rPr>
              <a:t>s,v</a:t>
            </a:r>
            <a:r>
              <a:rPr lang="it-IT" b="1">
                <a:latin typeface="Times New Roman" charset="0"/>
              </a:rPr>
              <a:t>) + </a:t>
            </a:r>
            <a:r>
              <a:rPr lang="it-IT">
                <a:latin typeface="Times New Roman" charset="0"/>
              </a:rPr>
              <a:t>1 e quando l’arco </a:t>
            </a:r>
            <a:r>
              <a:rPr lang="it-IT" b="1" i="1">
                <a:latin typeface="Times New Roman" charset="0"/>
              </a:rPr>
              <a:t>uv</a:t>
            </a:r>
            <a:r>
              <a:rPr lang="it-IT">
                <a:latin typeface="Times New Roman" charset="0"/>
              </a:rPr>
              <a:t> ridiventa critico </a:t>
            </a:r>
            <a:r>
              <a:rPr lang="it-IT" b="1">
                <a:latin typeface="Times New Roman" charset="0"/>
                <a:sym typeface="Symbol" charset="0"/>
              </a:rPr>
              <a:t></a:t>
            </a:r>
            <a:r>
              <a:rPr lang="it-IT" b="1" i="1" baseline="-25000">
                <a:latin typeface="Times New Roman" charset="0"/>
                <a:sym typeface="Symbol" charset="0"/>
              </a:rPr>
              <a:t>h</a:t>
            </a:r>
            <a:r>
              <a:rPr lang="it-IT" b="1">
                <a:latin typeface="Times New Roman" charset="0"/>
              </a:rPr>
              <a:t>(</a:t>
            </a:r>
            <a:r>
              <a:rPr lang="it-IT" b="1" i="1">
                <a:latin typeface="Times New Roman" charset="0"/>
              </a:rPr>
              <a:t>s,v</a:t>
            </a:r>
            <a:r>
              <a:rPr lang="it-IT" b="1">
                <a:latin typeface="Times New Roman" charset="0"/>
              </a:rPr>
              <a:t>) = </a:t>
            </a:r>
            <a:r>
              <a:rPr lang="it-IT" b="1">
                <a:latin typeface="Times New Roman" charset="0"/>
                <a:sym typeface="Symbol" charset="0"/>
              </a:rPr>
              <a:t></a:t>
            </a:r>
            <a:r>
              <a:rPr lang="it-IT" b="1" i="1" baseline="-25000">
                <a:latin typeface="Times New Roman" charset="0"/>
                <a:sym typeface="Symbol" charset="0"/>
              </a:rPr>
              <a:t>h</a:t>
            </a:r>
            <a:r>
              <a:rPr lang="it-IT" b="1">
                <a:latin typeface="Times New Roman" charset="0"/>
              </a:rPr>
              <a:t>(</a:t>
            </a:r>
            <a:r>
              <a:rPr lang="it-IT" b="1" i="1">
                <a:latin typeface="Times New Roman" charset="0"/>
              </a:rPr>
              <a:t>s,u</a:t>
            </a:r>
            <a:r>
              <a:rPr lang="it-IT" b="1">
                <a:latin typeface="Times New Roman" charset="0"/>
              </a:rPr>
              <a:t>) + </a:t>
            </a:r>
            <a:r>
              <a:rPr lang="it-IT">
                <a:latin typeface="Times New Roman" charset="0"/>
              </a:rPr>
              <a:t>1.</a:t>
            </a:r>
          </a:p>
          <a:p>
            <a:pPr eaLnBrk="0" hangingPunct="0">
              <a:spcBef>
                <a:spcPct val="20000"/>
              </a:spcBef>
            </a:pPr>
            <a:r>
              <a:rPr lang="it-IT">
                <a:latin typeface="Times New Roman" charset="0"/>
              </a:rPr>
              <a:t>Ma le distanze non possono diminuire e quindi</a:t>
            </a:r>
          </a:p>
        </p:txBody>
      </p:sp>
      <p:graphicFrame>
        <p:nvGraphicFramePr>
          <p:cNvPr id="738307" name="Object 3"/>
          <p:cNvGraphicFramePr>
            <a:graphicFrameLocks noChangeAspect="1"/>
          </p:cNvGraphicFramePr>
          <p:nvPr/>
        </p:nvGraphicFramePr>
        <p:xfrm>
          <a:off x="2514600" y="3733800"/>
          <a:ext cx="3344863" cy="2527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596" name="Equation" r:id="rId4" imgW="1308496" imgH="965597" progId="Equation.3">
                  <p:embed/>
                </p:oleObj>
              </mc:Choice>
              <mc:Fallback>
                <p:oleObj name="Equation" r:id="rId4" imgW="1308496" imgH="96559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0" y="3733800"/>
                        <a:ext cx="3344863" cy="2527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354" name="Text Box 2"/>
          <p:cNvSpPr txBox="1">
            <a:spLocks noChangeArrowheads="1"/>
          </p:cNvSpPr>
          <p:nvPr/>
        </p:nvSpPr>
        <p:spPr bwMode="auto">
          <a:xfrm>
            <a:off x="533400" y="685800"/>
            <a:ext cx="8229600" cy="2041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20000"/>
              </a:spcBef>
            </a:pPr>
            <a:r>
              <a:rPr lang="it-IT" dirty="0">
                <a:latin typeface="Times New Roman" charset="0"/>
              </a:rPr>
              <a:t>Siccome le distanze finite sono tutte minori di </a:t>
            </a:r>
            <a:br>
              <a:rPr lang="it-IT" dirty="0">
                <a:latin typeface="Times New Roman" charset="0"/>
              </a:rPr>
            </a:br>
            <a:r>
              <a:rPr lang="it-IT" b="1" dirty="0">
                <a:latin typeface="Times New Roman" charset="0"/>
              </a:rPr>
              <a:t>|</a:t>
            </a:r>
            <a:r>
              <a:rPr lang="it-IT" b="1" i="1" dirty="0">
                <a:latin typeface="Times New Roman" charset="0"/>
              </a:rPr>
              <a:t>V </a:t>
            </a:r>
            <a:r>
              <a:rPr lang="it-IT" b="1" dirty="0">
                <a:latin typeface="Times New Roman" charset="0"/>
              </a:rPr>
              <a:t>|</a:t>
            </a:r>
            <a:r>
              <a:rPr lang="it-IT" dirty="0">
                <a:latin typeface="Times New Roman" charset="0"/>
              </a:rPr>
              <a:t> e tra due volte successive in cui l’arco </a:t>
            </a:r>
            <a:r>
              <a:rPr lang="it-IT" b="1" i="1" dirty="0" err="1">
                <a:latin typeface="Times New Roman" charset="0"/>
              </a:rPr>
              <a:t>uv</a:t>
            </a:r>
            <a:r>
              <a:rPr lang="it-IT" dirty="0">
                <a:latin typeface="Times New Roman" charset="0"/>
              </a:rPr>
              <a:t> diventa critico la distanza </a:t>
            </a:r>
            <a:r>
              <a:rPr lang="it-IT" b="1" dirty="0">
                <a:latin typeface="Times New Roman" charset="0"/>
                <a:sym typeface="Symbol" charset="0"/>
              </a:rPr>
              <a:t></a:t>
            </a:r>
            <a:r>
              <a:rPr lang="it-IT" b="1" dirty="0">
                <a:latin typeface="Times New Roman" charset="0"/>
              </a:rPr>
              <a:t>(</a:t>
            </a:r>
            <a:r>
              <a:rPr lang="it-IT" b="1" i="1" dirty="0" err="1">
                <a:latin typeface="Times New Roman" charset="0"/>
              </a:rPr>
              <a:t>s,v</a:t>
            </a:r>
            <a:r>
              <a:rPr lang="it-IT" b="1" dirty="0">
                <a:latin typeface="Times New Roman" charset="0"/>
              </a:rPr>
              <a:t>) </a:t>
            </a:r>
            <a:r>
              <a:rPr lang="it-IT" dirty="0">
                <a:latin typeface="Times New Roman" charset="0"/>
              </a:rPr>
              <a:t>aumenta di </a:t>
            </a:r>
            <a:r>
              <a:rPr lang="it-IT" b="1" dirty="0">
                <a:latin typeface="Times New Roman" charset="0"/>
              </a:rPr>
              <a:t>2</a:t>
            </a:r>
            <a:r>
              <a:rPr lang="it-IT" dirty="0">
                <a:latin typeface="Times New Roman" charset="0"/>
              </a:rPr>
              <a:t> l’arco </a:t>
            </a:r>
            <a:r>
              <a:rPr lang="it-IT" b="1" i="1" dirty="0" err="1">
                <a:latin typeface="Times New Roman" charset="0"/>
              </a:rPr>
              <a:t>uv</a:t>
            </a:r>
            <a:r>
              <a:rPr lang="it-IT" dirty="0">
                <a:latin typeface="Times New Roman" charset="0"/>
              </a:rPr>
              <a:t> può diventare critico al più </a:t>
            </a:r>
            <a:r>
              <a:rPr lang="it-IT" b="1" dirty="0">
                <a:latin typeface="Times New Roman" charset="0"/>
              </a:rPr>
              <a:t>|</a:t>
            </a:r>
            <a:r>
              <a:rPr lang="it-IT" b="1" i="1" dirty="0">
                <a:latin typeface="Times New Roman" charset="0"/>
              </a:rPr>
              <a:t>V </a:t>
            </a:r>
            <a:r>
              <a:rPr lang="it-IT" b="1" dirty="0">
                <a:latin typeface="Times New Roman" charset="0"/>
              </a:rPr>
              <a:t>|/2</a:t>
            </a:r>
            <a:r>
              <a:rPr lang="it-IT" dirty="0">
                <a:latin typeface="Times New Roman" charset="0"/>
              </a:rPr>
              <a:t> volte.</a:t>
            </a:r>
          </a:p>
        </p:txBody>
      </p:sp>
      <p:sp>
        <p:nvSpPr>
          <p:cNvPr id="740355" name="Text Box 3"/>
          <p:cNvSpPr txBox="1">
            <a:spLocks noChangeArrowheads="1"/>
          </p:cNvSpPr>
          <p:nvPr/>
        </p:nvSpPr>
        <p:spPr bwMode="auto">
          <a:xfrm>
            <a:off x="492125" y="2895600"/>
            <a:ext cx="8229600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20000"/>
              </a:spcBef>
            </a:pPr>
            <a:r>
              <a:rPr lang="it-IT">
                <a:latin typeface="Times New Roman" charset="0"/>
              </a:rPr>
              <a:t>La complessità di Ford-Fulkerson nella versione di Edmonds-Karp è dunque </a:t>
            </a:r>
            <a:r>
              <a:rPr lang="it-IT" b="1" i="1">
                <a:latin typeface="Times New Roman" charset="0"/>
              </a:rPr>
              <a:t>O</a:t>
            </a:r>
            <a:r>
              <a:rPr lang="it-IT" b="1">
                <a:latin typeface="Times New Roman" charset="0"/>
              </a:rPr>
              <a:t>(|</a:t>
            </a:r>
            <a:r>
              <a:rPr lang="it-IT" b="1" i="1">
                <a:latin typeface="Times New Roman" charset="0"/>
              </a:rPr>
              <a:t>E</a:t>
            </a:r>
            <a:r>
              <a:rPr lang="it-IT" b="1">
                <a:latin typeface="Times New Roman" charset="0"/>
              </a:rPr>
              <a:t>|</a:t>
            </a:r>
            <a:r>
              <a:rPr lang="it-IT" b="1" baseline="30000">
                <a:latin typeface="Times New Roman" charset="0"/>
              </a:rPr>
              <a:t>2</a:t>
            </a:r>
            <a:r>
              <a:rPr lang="it-IT" b="1">
                <a:latin typeface="Times New Roman" charset="0"/>
              </a:rPr>
              <a:t> |</a:t>
            </a:r>
            <a:r>
              <a:rPr lang="it-IT" b="1" i="1">
                <a:latin typeface="Times New Roman" charset="0"/>
              </a:rPr>
              <a:t>V |</a:t>
            </a:r>
            <a:r>
              <a:rPr lang="it-IT" b="1">
                <a:latin typeface="Times New Roman" charset="0"/>
              </a:rPr>
              <a:t>)</a:t>
            </a:r>
            <a:r>
              <a:rPr lang="it-IT">
                <a:latin typeface="Times New Roman" charset="0"/>
              </a:rPr>
              <a:t>.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402" name="Text Box 2"/>
          <p:cNvSpPr txBox="1">
            <a:spLocks noChangeArrowheads="1"/>
          </p:cNvSpPr>
          <p:nvPr/>
        </p:nvSpPr>
        <p:spPr bwMode="auto">
          <a:xfrm>
            <a:off x="539552" y="1412776"/>
            <a:ext cx="8229600" cy="42814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20000"/>
              </a:spcBef>
            </a:pPr>
            <a:r>
              <a:rPr lang="it-IT" dirty="0">
                <a:latin typeface="Times New Roman" charset="0"/>
              </a:rPr>
              <a:t>Vi è un’altra famiglia di algoritmi basati sulla tecnica dei </a:t>
            </a:r>
            <a:r>
              <a:rPr lang="it-IT" dirty="0" err="1">
                <a:latin typeface="Times New Roman" charset="0"/>
              </a:rPr>
              <a:t>preflussi</a:t>
            </a:r>
            <a:r>
              <a:rPr lang="it-IT" dirty="0">
                <a:latin typeface="Times New Roman" charset="0"/>
              </a:rPr>
              <a:t> dovuta a </a:t>
            </a:r>
            <a:r>
              <a:rPr lang="it-IT" dirty="0" err="1">
                <a:latin typeface="Times New Roman" charset="0"/>
              </a:rPr>
              <a:t>Karzanov</a:t>
            </a:r>
            <a:r>
              <a:rPr lang="it-IT" dirty="0">
                <a:latin typeface="Times New Roman" charset="0"/>
              </a:rPr>
              <a:t>. </a:t>
            </a:r>
          </a:p>
          <a:p>
            <a:pPr eaLnBrk="0" hangingPunct="0">
              <a:spcBef>
                <a:spcPct val="20000"/>
              </a:spcBef>
            </a:pPr>
            <a:r>
              <a:rPr lang="it-IT" dirty="0">
                <a:latin typeface="Times New Roman" charset="0"/>
              </a:rPr>
              <a:t>A questa famiglia appartiene l’algoritmo detto del “sollevamento del fronte” che ha complessità </a:t>
            </a:r>
            <a:r>
              <a:rPr lang="it-IT" b="1" i="1" dirty="0">
                <a:latin typeface="Times New Roman" charset="0"/>
              </a:rPr>
              <a:t>O</a:t>
            </a:r>
            <a:r>
              <a:rPr lang="it-IT" b="1" dirty="0">
                <a:latin typeface="Times New Roman" charset="0"/>
              </a:rPr>
              <a:t>(|</a:t>
            </a:r>
            <a:r>
              <a:rPr lang="it-IT" b="1" i="1" dirty="0">
                <a:latin typeface="Times New Roman" charset="0"/>
              </a:rPr>
              <a:t>V</a:t>
            </a:r>
            <a:r>
              <a:rPr lang="it-IT" b="1" dirty="0">
                <a:latin typeface="Times New Roman" charset="0"/>
              </a:rPr>
              <a:t>|</a:t>
            </a:r>
            <a:r>
              <a:rPr lang="it-IT" b="1" baseline="30000" dirty="0">
                <a:latin typeface="Times New Roman" charset="0"/>
              </a:rPr>
              <a:t>3</a:t>
            </a:r>
            <a:r>
              <a:rPr lang="it-IT" b="1" dirty="0">
                <a:latin typeface="Times New Roman" charset="0"/>
              </a:rPr>
              <a:t>)</a:t>
            </a:r>
            <a:r>
              <a:rPr lang="it-IT" dirty="0">
                <a:latin typeface="Times New Roman" charset="0"/>
              </a:rPr>
              <a:t>.</a:t>
            </a:r>
          </a:p>
          <a:p>
            <a:pPr eaLnBrk="0" hangingPunct="0">
              <a:spcBef>
                <a:spcPct val="20000"/>
              </a:spcBef>
            </a:pPr>
            <a:r>
              <a:rPr lang="it-IT" dirty="0">
                <a:latin typeface="Times New Roman" charset="0"/>
              </a:rPr>
              <a:t>Il miglior algoritmo della famiglia è dovuto a </a:t>
            </a:r>
            <a:r>
              <a:rPr lang="it-IT" dirty="0" err="1">
                <a:latin typeface="Times New Roman" charset="0"/>
              </a:rPr>
              <a:t>Goldberg</a:t>
            </a:r>
            <a:r>
              <a:rPr lang="it-IT" dirty="0">
                <a:latin typeface="Times New Roman" charset="0"/>
              </a:rPr>
              <a:t> e </a:t>
            </a:r>
            <a:r>
              <a:rPr lang="it-IT" dirty="0" err="1">
                <a:latin typeface="Times New Roman" charset="0"/>
              </a:rPr>
              <a:t>Tarjan</a:t>
            </a:r>
            <a:r>
              <a:rPr lang="it-IT" dirty="0">
                <a:latin typeface="Times New Roman" charset="0"/>
              </a:rPr>
              <a:t> ed ha complessità</a:t>
            </a:r>
          </a:p>
          <a:p>
            <a:pPr algn="ctr" eaLnBrk="0" hangingPunct="0">
              <a:spcBef>
                <a:spcPct val="20000"/>
              </a:spcBef>
            </a:pPr>
            <a:r>
              <a:rPr lang="it-IT" dirty="0">
                <a:latin typeface="Times New Roman" charset="0"/>
              </a:rPr>
              <a:t> </a:t>
            </a:r>
            <a:r>
              <a:rPr lang="it-IT" b="1" i="1" dirty="0">
                <a:latin typeface="Times New Roman" charset="0"/>
              </a:rPr>
              <a:t>O</a:t>
            </a:r>
            <a:r>
              <a:rPr lang="it-IT" b="1" dirty="0">
                <a:latin typeface="Times New Roman" charset="0"/>
              </a:rPr>
              <a:t>(|</a:t>
            </a:r>
            <a:r>
              <a:rPr lang="it-IT" b="1" i="1" dirty="0">
                <a:latin typeface="Times New Roman" charset="0"/>
              </a:rPr>
              <a:t>V</a:t>
            </a:r>
            <a:r>
              <a:rPr lang="it-IT" b="1" dirty="0">
                <a:latin typeface="Times New Roman" charset="0"/>
              </a:rPr>
              <a:t>||</a:t>
            </a:r>
            <a:r>
              <a:rPr lang="it-IT" b="1" i="1" dirty="0">
                <a:latin typeface="Times New Roman" charset="0"/>
              </a:rPr>
              <a:t>E</a:t>
            </a:r>
            <a:r>
              <a:rPr lang="it-IT" b="1" dirty="0">
                <a:latin typeface="Times New Roman" charset="0"/>
              </a:rPr>
              <a:t>| log(|</a:t>
            </a:r>
            <a:r>
              <a:rPr lang="it-IT" b="1" i="1" dirty="0">
                <a:latin typeface="Times New Roman" charset="0"/>
              </a:rPr>
              <a:t>V</a:t>
            </a:r>
            <a:r>
              <a:rPr lang="it-IT" b="1" dirty="0">
                <a:latin typeface="Times New Roman" charset="0"/>
              </a:rPr>
              <a:t>|</a:t>
            </a:r>
            <a:r>
              <a:rPr lang="it-IT" b="1" baseline="30000" dirty="0">
                <a:latin typeface="Times New Roman" charset="0"/>
              </a:rPr>
              <a:t>2</a:t>
            </a:r>
            <a:r>
              <a:rPr lang="it-IT" b="1" dirty="0">
                <a:latin typeface="Times New Roman" charset="0"/>
              </a:rPr>
              <a:t>/|</a:t>
            </a:r>
            <a:r>
              <a:rPr lang="it-IT" b="1" i="1" dirty="0">
                <a:latin typeface="Times New Roman" charset="0"/>
              </a:rPr>
              <a:t>E</a:t>
            </a:r>
            <a:r>
              <a:rPr lang="it-IT" b="1" dirty="0">
                <a:latin typeface="Times New Roman" charset="0"/>
              </a:rPr>
              <a:t>|))</a:t>
            </a:r>
            <a:endParaRPr lang="it-IT" dirty="0">
              <a:latin typeface="Times New Roman" charset="0"/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450" name="Text Box 2"/>
          <p:cNvSpPr txBox="1">
            <a:spLocks noChangeArrowheads="1"/>
          </p:cNvSpPr>
          <p:nvPr/>
        </p:nvSpPr>
        <p:spPr bwMode="auto">
          <a:xfrm>
            <a:off x="395536" y="1340768"/>
            <a:ext cx="8229600" cy="47212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20000"/>
              </a:spcBef>
            </a:pPr>
            <a:r>
              <a:rPr lang="it-IT" dirty="0" smtClean="0">
                <a:latin typeface="Times New Roman" charset="0"/>
              </a:rPr>
              <a:t>Un </a:t>
            </a:r>
            <a:r>
              <a:rPr lang="it-IT" dirty="0">
                <a:latin typeface="Times New Roman" charset="0"/>
              </a:rPr>
              <a:t>grafo non orientato </a:t>
            </a:r>
            <a:r>
              <a:rPr lang="it-IT" b="1" i="1" dirty="0">
                <a:latin typeface="Times New Roman" charset="0"/>
              </a:rPr>
              <a:t>G</a:t>
            </a:r>
            <a:r>
              <a:rPr lang="it-IT" b="1" dirty="0">
                <a:latin typeface="Times New Roman" charset="0"/>
              </a:rPr>
              <a:t> = (</a:t>
            </a:r>
            <a:r>
              <a:rPr lang="it-IT" b="1" i="1" dirty="0">
                <a:latin typeface="Times New Roman" charset="0"/>
              </a:rPr>
              <a:t>V</a:t>
            </a:r>
            <a:r>
              <a:rPr lang="it-IT" b="1" dirty="0">
                <a:latin typeface="Times New Roman" charset="0"/>
              </a:rPr>
              <a:t>,</a:t>
            </a:r>
            <a:r>
              <a:rPr lang="it-IT" b="1" i="1" dirty="0">
                <a:latin typeface="Times New Roman" charset="0"/>
              </a:rPr>
              <a:t>E</a:t>
            </a:r>
            <a:r>
              <a:rPr lang="it-IT" b="1" dirty="0">
                <a:latin typeface="Times New Roman" charset="0"/>
              </a:rPr>
              <a:t>)</a:t>
            </a:r>
            <a:r>
              <a:rPr lang="it-IT" dirty="0">
                <a:latin typeface="Times New Roman" charset="0"/>
              </a:rPr>
              <a:t> si dice bipartito se i suoi vertici si possono ripartire in due sottoinsiemi </a:t>
            </a:r>
            <a:r>
              <a:rPr lang="it-IT" b="1" i="1" dirty="0" err="1">
                <a:latin typeface="Times New Roman" charset="0"/>
              </a:rPr>
              <a:t>S</a:t>
            </a:r>
            <a:r>
              <a:rPr lang="it-IT" dirty="0">
                <a:latin typeface="Times New Roman" charset="0"/>
              </a:rPr>
              <a:t> e </a:t>
            </a:r>
            <a:r>
              <a:rPr lang="it-IT" b="1" i="1" dirty="0">
                <a:latin typeface="Times New Roman" charset="0"/>
              </a:rPr>
              <a:t>D</a:t>
            </a:r>
            <a:r>
              <a:rPr lang="it-IT" dirty="0">
                <a:latin typeface="Times New Roman" charset="0"/>
              </a:rPr>
              <a:t> tali che ogni arco abbia estremi appartenenti a sottoinsiemi distinti (</a:t>
            </a:r>
            <a:r>
              <a:rPr lang="it-IT" b="1" i="1" dirty="0">
                <a:latin typeface="Times New Roman" charset="0"/>
              </a:rPr>
              <a:t>E</a:t>
            </a:r>
            <a:r>
              <a:rPr lang="it-IT" b="1" dirty="0">
                <a:latin typeface="Times New Roman" charset="0"/>
              </a:rPr>
              <a:t> </a:t>
            </a:r>
            <a:r>
              <a:rPr lang="it-IT" b="1" dirty="0">
                <a:latin typeface="Times New Roman" charset="0"/>
                <a:sym typeface="Symbol" charset="0"/>
              </a:rPr>
              <a:t></a:t>
            </a:r>
            <a:r>
              <a:rPr lang="it-IT" b="1" dirty="0">
                <a:latin typeface="Times New Roman" charset="0"/>
              </a:rPr>
              <a:t> </a:t>
            </a:r>
            <a:r>
              <a:rPr lang="it-IT" b="1" i="1" dirty="0">
                <a:latin typeface="Times New Roman" charset="0"/>
              </a:rPr>
              <a:t>S</a:t>
            </a:r>
            <a:r>
              <a:rPr lang="it-IT" b="1" dirty="0">
                <a:latin typeface="Times New Roman" charset="0"/>
                <a:sym typeface="Symbol" charset="0"/>
              </a:rPr>
              <a:t></a:t>
            </a:r>
            <a:r>
              <a:rPr lang="it-IT" b="1" i="1" dirty="0">
                <a:latin typeface="Times New Roman" charset="0"/>
              </a:rPr>
              <a:t>D</a:t>
            </a:r>
            <a:r>
              <a:rPr lang="it-IT" dirty="0">
                <a:latin typeface="Times New Roman" charset="0"/>
              </a:rPr>
              <a:t>).</a:t>
            </a:r>
          </a:p>
          <a:p>
            <a:pPr eaLnBrk="0" hangingPunct="0">
              <a:spcBef>
                <a:spcPct val="20000"/>
              </a:spcBef>
            </a:pPr>
            <a:r>
              <a:rPr lang="it-IT" dirty="0">
                <a:latin typeface="Times New Roman" charset="0"/>
              </a:rPr>
              <a:t>Se </a:t>
            </a:r>
            <a:r>
              <a:rPr lang="it-IT" b="1" i="1" dirty="0" err="1">
                <a:latin typeface="Times New Roman" charset="0"/>
              </a:rPr>
              <a:t>xy</a:t>
            </a:r>
            <a:r>
              <a:rPr lang="it-IT" dirty="0">
                <a:latin typeface="Times New Roman" charset="0"/>
              </a:rPr>
              <a:t> è un arco diciamo che </a:t>
            </a:r>
            <a:r>
              <a:rPr lang="it-IT" b="1" i="1" dirty="0">
                <a:latin typeface="Times New Roman" charset="0"/>
              </a:rPr>
              <a:t>x</a:t>
            </a:r>
            <a:r>
              <a:rPr lang="it-IT" dirty="0">
                <a:latin typeface="Times New Roman" charset="0"/>
              </a:rPr>
              <a:t> e </a:t>
            </a:r>
            <a:r>
              <a:rPr lang="it-IT" b="1" i="1" dirty="0">
                <a:latin typeface="Times New Roman" charset="0"/>
              </a:rPr>
              <a:t>y</a:t>
            </a:r>
            <a:r>
              <a:rPr lang="it-IT" dirty="0">
                <a:latin typeface="Times New Roman" charset="0"/>
              </a:rPr>
              <a:t> si possono accoppiare.</a:t>
            </a:r>
          </a:p>
          <a:p>
            <a:pPr eaLnBrk="0" hangingPunct="0">
              <a:spcBef>
                <a:spcPct val="20000"/>
              </a:spcBef>
            </a:pPr>
            <a:r>
              <a:rPr lang="it-IT" dirty="0">
                <a:latin typeface="Times New Roman" charset="0"/>
              </a:rPr>
              <a:t>Il problema chiede di trovare un insieme massimo di coppie distinte.</a:t>
            </a:r>
          </a:p>
        </p:txBody>
      </p:sp>
      <p:sp>
        <p:nvSpPr>
          <p:cNvPr id="744451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smtClean="0"/>
              <a:t>Problema del massimo numero di coppie</a:t>
            </a:r>
            <a:endParaRPr lang="it-IT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6498" name="Group 2"/>
          <p:cNvGrpSpPr>
            <a:grpSpLocks/>
          </p:cNvGrpSpPr>
          <p:nvPr/>
        </p:nvGrpSpPr>
        <p:grpSpPr bwMode="auto">
          <a:xfrm>
            <a:off x="5486400" y="1828800"/>
            <a:ext cx="1476375" cy="3048000"/>
            <a:chOff x="3744" y="1152"/>
            <a:chExt cx="1008" cy="1920"/>
          </a:xfrm>
        </p:grpSpPr>
        <p:sp>
          <p:nvSpPr>
            <p:cNvPr id="746499" name="Line 3"/>
            <p:cNvSpPr>
              <a:spLocks noChangeShapeType="1"/>
            </p:cNvSpPr>
            <p:nvPr/>
          </p:nvSpPr>
          <p:spPr bwMode="auto">
            <a:xfrm flipV="1">
              <a:off x="3744" y="1152"/>
              <a:ext cx="1008" cy="288"/>
            </a:xfrm>
            <a:prstGeom prst="line">
              <a:avLst/>
            </a:prstGeom>
            <a:noFill/>
            <a:ln w="76200">
              <a:solidFill>
                <a:srgbClr val="66FF6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6500" name="Line 4"/>
            <p:cNvSpPr>
              <a:spLocks noChangeShapeType="1"/>
            </p:cNvSpPr>
            <p:nvPr/>
          </p:nvSpPr>
          <p:spPr bwMode="auto">
            <a:xfrm flipV="1">
              <a:off x="3744" y="1728"/>
              <a:ext cx="1008" cy="240"/>
            </a:xfrm>
            <a:prstGeom prst="line">
              <a:avLst/>
            </a:prstGeom>
            <a:noFill/>
            <a:ln w="76200">
              <a:solidFill>
                <a:srgbClr val="66FF6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6501" name="Line 5"/>
            <p:cNvSpPr>
              <a:spLocks noChangeShapeType="1"/>
            </p:cNvSpPr>
            <p:nvPr/>
          </p:nvSpPr>
          <p:spPr bwMode="auto">
            <a:xfrm flipV="1">
              <a:off x="3744" y="2256"/>
              <a:ext cx="1008" cy="816"/>
            </a:xfrm>
            <a:prstGeom prst="line">
              <a:avLst/>
            </a:prstGeom>
            <a:noFill/>
            <a:ln w="76200">
              <a:solidFill>
                <a:srgbClr val="66FF6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46502" name="Group 6"/>
          <p:cNvGrpSpPr>
            <a:grpSpLocks/>
          </p:cNvGrpSpPr>
          <p:nvPr/>
        </p:nvGrpSpPr>
        <p:grpSpPr bwMode="auto">
          <a:xfrm>
            <a:off x="1687513" y="1447800"/>
            <a:ext cx="1477962" cy="2133600"/>
            <a:chOff x="1056" y="960"/>
            <a:chExt cx="1008" cy="1344"/>
          </a:xfrm>
        </p:grpSpPr>
        <p:sp>
          <p:nvSpPr>
            <p:cNvPr id="746503" name="Line 7"/>
            <p:cNvSpPr>
              <a:spLocks noChangeShapeType="1"/>
            </p:cNvSpPr>
            <p:nvPr/>
          </p:nvSpPr>
          <p:spPr bwMode="auto">
            <a:xfrm>
              <a:off x="1056" y="960"/>
              <a:ext cx="1008" cy="240"/>
            </a:xfrm>
            <a:prstGeom prst="line">
              <a:avLst/>
            </a:prstGeom>
            <a:noFill/>
            <a:ln w="76200">
              <a:solidFill>
                <a:srgbClr val="66FF6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6504" name="Line 8"/>
            <p:cNvSpPr>
              <a:spLocks noChangeShapeType="1"/>
            </p:cNvSpPr>
            <p:nvPr/>
          </p:nvSpPr>
          <p:spPr bwMode="auto">
            <a:xfrm>
              <a:off x="1056" y="2016"/>
              <a:ext cx="1008" cy="288"/>
            </a:xfrm>
            <a:prstGeom prst="line">
              <a:avLst/>
            </a:prstGeom>
            <a:noFill/>
            <a:ln w="76200">
              <a:solidFill>
                <a:srgbClr val="66FF6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46505" name="Group 9"/>
          <p:cNvGrpSpPr>
            <a:grpSpLocks/>
          </p:cNvGrpSpPr>
          <p:nvPr/>
        </p:nvGrpSpPr>
        <p:grpSpPr bwMode="auto">
          <a:xfrm>
            <a:off x="1547813" y="1295400"/>
            <a:ext cx="1757362" cy="3733800"/>
            <a:chOff x="720" y="624"/>
            <a:chExt cx="1200" cy="2352"/>
          </a:xfrm>
        </p:grpSpPr>
        <p:sp>
          <p:nvSpPr>
            <p:cNvPr id="746506" name="Line 10"/>
            <p:cNvSpPr>
              <a:spLocks noChangeShapeType="1"/>
            </p:cNvSpPr>
            <p:nvPr/>
          </p:nvSpPr>
          <p:spPr bwMode="auto">
            <a:xfrm>
              <a:off x="816" y="1776"/>
              <a:ext cx="1008" cy="2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6507" name="Line 11"/>
            <p:cNvSpPr>
              <a:spLocks noChangeShapeType="1"/>
            </p:cNvSpPr>
            <p:nvPr/>
          </p:nvSpPr>
          <p:spPr bwMode="auto">
            <a:xfrm>
              <a:off x="816" y="720"/>
              <a:ext cx="1008" cy="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6508" name="Line 12"/>
            <p:cNvSpPr>
              <a:spLocks noChangeShapeType="1"/>
            </p:cNvSpPr>
            <p:nvPr/>
          </p:nvSpPr>
          <p:spPr bwMode="auto">
            <a:xfrm flipV="1">
              <a:off x="816" y="960"/>
              <a:ext cx="1008" cy="2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6509" name="Line 13"/>
            <p:cNvSpPr>
              <a:spLocks noChangeShapeType="1"/>
            </p:cNvSpPr>
            <p:nvPr/>
          </p:nvSpPr>
          <p:spPr bwMode="auto">
            <a:xfrm flipV="1">
              <a:off x="816" y="1536"/>
              <a:ext cx="1008" cy="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6510" name="Line 14"/>
            <p:cNvSpPr>
              <a:spLocks noChangeShapeType="1"/>
            </p:cNvSpPr>
            <p:nvPr/>
          </p:nvSpPr>
          <p:spPr bwMode="auto">
            <a:xfrm>
              <a:off x="816" y="1776"/>
              <a:ext cx="1008" cy="81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6511" name="Line 15"/>
            <p:cNvSpPr>
              <a:spLocks noChangeShapeType="1"/>
            </p:cNvSpPr>
            <p:nvPr/>
          </p:nvSpPr>
          <p:spPr bwMode="auto">
            <a:xfrm>
              <a:off x="816" y="1248"/>
              <a:ext cx="1008" cy="81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6512" name="Line 16"/>
            <p:cNvSpPr>
              <a:spLocks noChangeShapeType="1"/>
            </p:cNvSpPr>
            <p:nvPr/>
          </p:nvSpPr>
          <p:spPr bwMode="auto">
            <a:xfrm flipV="1">
              <a:off x="816" y="2064"/>
              <a:ext cx="1008" cy="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6513" name="Line 17"/>
            <p:cNvSpPr>
              <a:spLocks noChangeShapeType="1"/>
            </p:cNvSpPr>
            <p:nvPr/>
          </p:nvSpPr>
          <p:spPr bwMode="auto">
            <a:xfrm flipV="1">
              <a:off x="816" y="2064"/>
              <a:ext cx="1008" cy="81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6514" name="Oval 18"/>
            <p:cNvSpPr>
              <a:spLocks noChangeArrowheads="1"/>
            </p:cNvSpPr>
            <p:nvPr/>
          </p:nvSpPr>
          <p:spPr bwMode="auto">
            <a:xfrm>
              <a:off x="720" y="624"/>
              <a:ext cx="192" cy="19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46515" name="Oval 19"/>
            <p:cNvSpPr>
              <a:spLocks noChangeArrowheads="1"/>
            </p:cNvSpPr>
            <p:nvPr/>
          </p:nvSpPr>
          <p:spPr bwMode="auto">
            <a:xfrm>
              <a:off x="1728" y="864"/>
              <a:ext cx="192" cy="192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46516" name="Oval 20"/>
            <p:cNvSpPr>
              <a:spLocks noChangeArrowheads="1"/>
            </p:cNvSpPr>
            <p:nvPr/>
          </p:nvSpPr>
          <p:spPr bwMode="auto">
            <a:xfrm>
              <a:off x="720" y="1152"/>
              <a:ext cx="192" cy="19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46517" name="Oval 21"/>
            <p:cNvSpPr>
              <a:spLocks noChangeArrowheads="1"/>
            </p:cNvSpPr>
            <p:nvPr/>
          </p:nvSpPr>
          <p:spPr bwMode="auto">
            <a:xfrm>
              <a:off x="720" y="1680"/>
              <a:ext cx="192" cy="19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46518" name="Oval 22"/>
            <p:cNvSpPr>
              <a:spLocks noChangeArrowheads="1"/>
            </p:cNvSpPr>
            <p:nvPr/>
          </p:nvSpPr>
          <p:spPr bwMode="auto">
            <a:xfrm>
              <a:off x="720" y="2208"/>
              <a:ext cx="192" cy="19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46519" name="Oval 23"/>
            <p:cNvSpPr>
              <a:spLocks noChangeArrowheads="1"/>
            </p:cNvSpPr>
            <p:nvPr/>
          </p:nvSpPr>
          <p:spPr bwMode="auto">
            <a:xfrm>
              <a:off x="720" y="2784"/>
              <a:ext cx="192" cy="19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46520" name="Oval 24"/>
            <p:cNvSpPr>
              <a:spLocks noChangeArrowheads="1"/>
            </p:cNvSpPr>
            <p:nvPr/>
          </p:nvSpPr>
          <p:spPr bwMode="auto">
            <a:xfrm>
              <a:off x="1728" y="1440"/>
              <a:ext cx="192" cy="192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46521" name="Oval 25"/>
            <p:cNvSpPr>
              <a:spLocks noChangeArrowheads="1"/>
            </p:cNvSpPr>
            <p:nvPr/>
          </p:nvSpPr>
          <p:spPr bwMode="auto">
            <a:xfrm>
              <a:off x="1728" y="2496"/>
              <a:ext cx="192" cy="192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46522" name="Oval 26"/>
            <p:cNvSpPr>
              <a:spLocks noChangeArrowheads="1"/>
            </p:cNvSpPr>
            <p:nvPr/>
          </p:nvSpPr>
          <p:spPr bwMode="auto">
            <a:xfrm>
              <a:off x="1728" y="1968"/>
              <a:ext cx="192" cy="192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746523" name="Group 27"/>
          <p:cNvGrpSpPr>
            <a:grpSpLocks/>
          </p:cNvGrpSpPr>
          <p:nvPr/>
        </p:nvGrpSpPr>
        <p:grpSpPr bwMode="auto">
          <a:xfrm>
            <a:off x="5345113" y="1295400"/>
            <a:ext cx="1758950" cy="3733800"/>
            <a:chOff x="720" y="624"/>
            <a:chExt cx="1200" cy="2352"/>
          </a:xfrm>
        </p:grpSpPr>
        <p:sp>
          <p:nvSpPr>
            <p:cNvPr id="746524" name="Line 28"/>
            <p:cNvSpPr>
              <a:spLocks noChangeShapeType="1"/>
            </p:cNvSpPr>
            <p:nvPr/>
          </p:nvSpPr>
          <p:spPr bwMode="auto">
            <a:xfrm>
              <a:off x="816" y="1776"/>
              <a:ext cx="1008" cy="2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6525" name="Line 29"/>
            <p:cNvSpPr>
              <a:spLocks noChangeShapeType="1"/>
            </p:cNvSpPr>
            <p:nvPr/>
          </p:nvSpPr>
          <p:spPr bwMode="auto">
            <a:xfrm>
              <a:off x="816" y="720"/>
              <a:ext cx="1008" cy="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6526" name="Line 30"/>
            <p:cNvSpPr>
              <a:spLocks noChangeShapeType="1"/>
            </p:cNvSpPr>
            <p:nvPr/>
          </p:nvSpPr>
          <p:spPr bwMode="auto">
            <a:xfrm flipV="1">
              <a:off x="816" y="960"/>
              <a:ext cx="1008" cy="2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6527" name="Line 31"/>
            <p:cNvSpPr>
              <a:spLocks noChangeShapeType="1"/>
            </p:cNvSpPr>
            <p:nvPr/>
          </p:nvSpPr>
          <p:spPr bwMode="auto">
            <a:xfrm flipV="1">
              <a:off x="816" y="1536"/>
              <a:ext cx="1008" cy="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6528" name="Line 32"/>
            <p:cNvSpPr>
              <a:spLocks noChangeShapeType="1"/>
            </p:cNvSpPr>
            <p:nvPr/>
          </p:nvSpPr>
          <p:spPr bwMode="auto">
            <a:xfrm>
              <a:off x="816" y="1776"/>
              <a:ext cx="1008" cy="81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6529" name="Line 33"/>
            <p:cNvSpPr>
              <a:spLocks noChangeShapeType="1"/>
            </p:cNvSpPr>
            <p:nvPr/>
          </p:nvSpPr>
          <p:spPr bwMode="auto">
            <a:xfrm>
              <a:off x="816" y="1248"/>
              <a:ext cx="1008" cy="81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6530" name="Line 34"/>
            <p:cNvSpPr>
              <a:spLocks noChangeShapeType="1"/>
            </p:cNvSpPr>
            <p:nvPr/>
          </p:nvSpPr>
          <p:spPr bwMode="auto">
            <a:xfrm flipV="1">
              <a:off x="816" y="2064"/>
              <a:ext cx="1008" cy="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6531" name="Line 35"/>
            <p:cNvSpPr>
              <a:spLocks noChangeShapeType="1"/>
            </p:cNvSpPr>
            <p:nvPr/>
          </p:nvSpPr>
          <p:spPr bwMode="auto">
            <a:xfrm flipV="1">
              <a:off x="816" y="2064"/>
              <a:ext cx="1008" cy="81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6532" name="Oval 36"/>
            <p:cNvSpPr>
              <a:spLocks noChangeArrowheads="1"/>
            </p:cNvSpPr>
            <p:nvPr/>
          </p:nvSpPr>
          <p:spPr bwMode="auto">
            <a:xfrm>
              <a:off x="720" y="624"/>
              <a:ext cx="192" cy="19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46533" name="Oval 37"/>
            <p:cNvSpPr>
              <a:spLocks noChangeArrowheads="1"/>
            </p:cNvSpPr>
            <p:nvPr/>
          </p:nvSpPr>
          <p:spPr bwMode="auto">
            <a:xfrm>
              <a:off x="1728" y="864"/>
              <a:ext cx="192" cy="192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46534" name="Oval 38"/>
            <p:cNvSpPr>
              <a:spLocks noChangeArrowheads="1"/>
            </p:cNvSpPr>
            <p:nvPr/>
          </p:nvSpPr>
          <p:spPr bwMode="auto">
            <a:xfrm>
              <a:off x="720" y="1152"/>
              <a:ext cx="192" cy="19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46535" name="Oval 39"/>
            <p:cNvSpPr>
              <a:spLocks noChangeArrowheads="1"/>
            </p:cNvSpPr>
            <p:nvPr/>
          </p:nvSpPr>
          <p:spPr bwMode="auto">
            <a:xfrm>
              <a:off x="720" y="1680"/>
              <a:ext cx="192" cy="19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46536" name="Oval 40"/>
            <p:cNvSpPr>
              <a:spLocks noChangeArrowheads="1"/>
            </p:cNvSpPr>
            <p:nvPr/>
          </p:nvSpPr>
          <p:spPr bwMode="auto">
            <a:xfrm>
              <a:off x="720" y="2208"/>
              <a:ext cx="192" cy="19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46537" name="Oval 41"/>
            <p:cNvSpPr>
              <a:spLocks noChangeArrowheads="1"/>
            </p:cNvSpPr>
            <p:nvPr/>
          </p:nvSpPr>
          <p:spPr bwMode="auto">
            <a:xfrm>
              <a:off x="720" y="2784"/>
              <a:ext cx="192" cy="19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46538" name="Oval 42"/>
            <p:cNvSpPr>
              <a:spLocks noChangeArrowheads="1"/>
            </p:cNvSpPr>
            <p:nvPr/>
          </p:nvSpPr>
          <p:spPr bwMode="auto">
            <a:xfrm>
              <a:off x="1728" y="1440"/>
              <a:ext cx="192" cy="192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46539" name="Oval 43"/>
            <p:cNvSpPr>
              <a:spLocks noChangeArrowheads="1"/>
            </p:cNvSpPr>
            <p:nvPr/>
          </p:nvSpPr>
          <p:spPr bwMode="auto">
            <a:xfrm>
              <a:off x="1728" y="2496"/>
              <a:ext cx="192" cy="192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46540" name="Oval 44"/>
            <p:cNvSpPr>
              <a:spLocks noChangeArrowheads="1"/>
            </p:cNvSpPr>
            <p:nvPr/>
          </p:nvSpPr>
          <p:spPr bwMode="auto">
            <a:xfrm>
              <a:off x="1728" y="1968"/>
              <a:ext cx="192" cy="192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6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6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6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8546" name="Group 2"/>
          <p:cNvGrpSpPr>
            <a:grpSpLocks/>
          </p:cNvGrpSpPr>
          <p:nvPr/>
        </p:nvGrpSpPr>
        <p:grpSpPr bwMode="auto">
          <a:xfrm>
            <a:off x="1038870" y="2276872"/>
            <a:ext cx="1758950" cy="3733800"/>
            <a:chOff x="720" y="624"/>
            <a:chExt cx="1200" cy="2352"/>
          </a:xfrm>
        </p:grpSpPr>
        <p:sp>
          <p:nvSpPr>
            <p:cNvPr id="748547" name="Line 3"/>
            <p:cNvSpPr>
              <a:spLocks noChangeShapeType="1"/>
            </p:cNvSpPr>
            <p:nvPr/>
          </p:nvSpPr>
          <p:spPr bwMode="auto">
            <a:xfrm>
              <a:off x="816" y="1776"/>
              <a:ext cx="1008" cy="2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8548" name="Line 4"/>
            <p:cNvSpPr>
              <a:spLocks noChangeShapeType="1"/>
            </p:cNvSpPr>
            <p:nvPr/>
          </p:nvSpPr>
          <p:spPr bwMode="auto">
            <a:xfrm>
              <a:off x="816" y="720"/>
              <a:ext cx="1008" cy="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8549" name="Line 5"/>
            <p:cNvSpPr>
              <a:spLocks noChangeShapeType="1"/>
            </p:cNvSpPr>
            <p:nvPr/>
          </p:nvSpPr>
          <p:spPr bwMode="auto">
            <a:xfrm flipV="1">
              <a:off x="816" y="960"/>
              <a:ext cx="1008" cy="2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8550" name="Line 6"/>
            <p:cNvSpPr>
              <a:spLocks noChangeShapeType="1"/>
            </p:cNvSpPr>
            <p:nvPr/>
          </p:nvSpPr>
          <p:spPr bwMode="auto">
            <a:xfrm flipV="1">
              <a:off x="816" y="1536"/>
              <a:ext cx="1008" cy="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8551" name="Line 7"/>
            <p:cNvSpPr>
              <a:spLocks noChangeShapeType="1"/>
            </p:cNvSpPr>
            <p:nvPr/>
          </p:nvSpPr>
          <p:spPr bwMode="auto">
            <a:xfrm>
              <a:off x="816" y="1776"/>
              <a:ext cx="1008" cy="81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8552" name="Line 8"/>
            <p:cNvSpPr>
              <a:spLocks noChangeShapeType="1"/>
            </p:cNvSpPr>
            <p:nvPr/>
          </p:nvSpPr>
          <p:spPr bwMode="auto">
            <a:xfrm>
              <a:off x="816" y="1248"/>
              <a:ext cx="1008" cy="81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8553" name="Line 9"/>
            <p:cNvSpPr>
              <a:spLocks noChangeShapeType="1"/>
            </p:cNvSpPr>
            <p:nvPr/>
          </p:nvSpPr>
          <p:spPr bwMode="auto">
            <a:xfrm flipV="1">
              <a:off x="816" y="2064"/>
              <a:ext cx="1008" cy="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8554" name="Line 10"/>
            <p:cNvSpPr>
              <a:spLocks noChangeShapeType="1"/>
            </p:cNvSpPr>
            <p:nvPr/>
          </p:nvSpPr>
          <p:spPr bwMode="auto">
            <a:xfrm flipV="1">
              <a:off x="816" y="2064"/>
              <a:ext cx="1008" cy="81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8555" name="Oval 11"/>
            <p:cNvSpPr>
              <a:spLocks noChangeArrowheads="1"/>
            </p:cNvSpPr>
            <p:nvPr/>
          </p:nvSpPr>
          <p:spPr bwMode="auto">
            <a:xfrm>
              <a:off x="720" y="624"/>
              <a:ext cx="192" cy="19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48556" name="Oval 12"/>
            <p:cNvSpPr>
              <a:spLocks noChangeArrowheads="1"/>
            </p:cNvSpPr>
            <p:nvPr/>
          </p:nvSpPr>
          <p:spPr bwMode="auto">
            <a:xfrm>
              <a:off x="1728" y="864"/>
              <a:ext cx="192" cy="192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48557" name="Oval 13"/>
            <p:cNvSpPr>
              <a:spLocks noChangeArrowheads="1"/>
            </p:cNvSpPr>
            <p:nvPr/>
          </p:nvSpPr>
          <p:spPr bwMode="auto">
            <a:xfrm>
              <a:off x="720" y="1152"/>
              <a:ext cx="192" cy="19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48558" name="Oval 14"/>
            <p:cNvSpPr>
              <a:spLocks noChangeArrowheads="1"/>
            </p:cNvSpPr>
            <p:nvPr/>
          </p:nvSpPr>
          <p:spPr bwMode="auto">
            <a:xfrm>
              <a:off x="720" y="1680"/>
              <a:ext cx="192" cy="19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48559" name="Oval 15"/>
            <p:cNvSpPr>
              <a:spLocks noChangeArrowheads="1"/>
            </p:cNvSpPr>
            <p:nvPr/>
          </p:nvSpPr>
          <p:spPr bwMode="auto">
            <a:xfrm>
              <a:off x="720" y="2208"/>
              <a:ext cx="192" cy="19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48560" name="Oval 16"/>
            <p:cNvSpPr>
              <a:spLocks noChangeArrowheads="1"/>
            </p:cNvSpPr>
            <p:nvPr/>
          </p:nvSpPr>
          <p:spPr bwMode="auto">
            <a:xfrm>
              <a:off x="720" y="2784"/>
              <a:ext cx="192" cy="19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48561" name="Oval 17"/>
            <p:cNvSpPr>
              <a:spLocks noChangeArrowheads="1"/>
            </p:cNvSpPr>
            <p:nvPr/>
          </p:nvSpPr>
          <p:spPr bwMode="auto">
            <a:xfrm>
              <a:off x="1728" y="1440"/>
              <a:ext cx="192" cy="192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48562" name="Oval 18"/>
            <p:cNvSpPr>
              <a:spLocks noChangeArrowheads="1"/>
            </p:cNvSpPr>
            <p:nvPr/>
          </p:nvSpPr>
          <p:spPr bwMode="auto">
            <a:xfrm>
              <a:off x="1728" y="2496"/>
              <a:ext cx="192" cy="192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48563" name="Oval 19"/>
            <p:cNvSpPr>
              <a:spLocks noChangeArrowheads="1"/>
            </p:cNvSpPr>
            <p:nvPr/>
          </p:nvSpPr>
          <p:spPr bwMode="auto">
            <a:xfrm>
              <a:off x="1728" y="1968"/>
              <a:ext cx="192" cy="192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748565" name="Group 21"/>
          <p:cNvGrpSpPr>
            <a:grpSpLocks/>
          </p:cNvGrpSpPr>
          <p:nvPr/>
        </p:nvGrpSpPr>
        <p:grpSpPr bwMode="auto">
          <a:xfrm>
            <a:off x="3851920" y="2276872"/>
            <a:ext cx="4852987" cy="3733800"/>
            <a:chOff x="2688" y="1104"/>
            <a:chExt cx="3312" cy="2352"/>
          </a:xfrm>
        </p:grpSpPr>
        <p:sp>
          <p:nvSpPr>
            <p:cNvPr id="748566" name="Line 22"/>
            <p:cNvSpPr>
              <a:spLocks noChangeShapeType="1"/>
            </p:cNvSpPr>
            <p:nvPr/>
          </p:nvSpPr>
          <p:spPr bwMode="auto">
            <a:xfrm>
              <a:off x="3792" y="1200"/>
              <a:ext cx="912" cy="19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8567" name="Line 23"/>
            <p:cNvSpPr>
              <a:spLocks noChangeShapeType="1"/>
            </p:cNvSpPr>
            <p:nvPr/>
          </p:nvSpPr>
          <p:spPr bwMode="auto">
            <a:xfrm flipV="1">
              <a:off x="3792" y="1488"/>
              <a:ext cx="912" cy="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8568" name="Line 24"/>
            <p:cNvSpPr>
              <a:spLocks noChangeShapeType="1"/>
            </p:cNvSpPr>
            <p:nvPr/>
          </p:nvSpPr>
          <p:spPr bwMode="auto">
            <a:xfrm>
              <a:off x="3792" y="1728"/>
              <a:ext cx="912" cy="72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8569" name="Line 25"/>
            <p:cNvSpPr>
              <a:spLocks noChangeShapeType="1"/>
            </p:cNvSpPr>
            <p:nvPr/>
          </p:nvSpPr>
          <p:spPr bwMode="auto">
            <a:xfrm flipV="1">
              <a:off x="3792" y="2016"/>
              <a:ext cx="912" cy="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8570" name="Line 26"/>
            <p:cNvSpPr>
              <a:spLocks noChangeShapeType="1"/>
            </p:cNvSpPr>
            <p:nvPr/>
          </p:nvSpPr>
          <p:spPr bwMode="auto">
            <a:xfrm>
              <a:off x="3792" y="2256"/>
              <a:ext cx="912" cy="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8571" name="Line 27"/>
            <p:cNvSpPr>
              <a:spLocks noChangeShapeType="1"/>
            </p:cNvSpPr>
            <p:nvPr/>
          </p:nvSpPr>
          <p:spPr bwMode="auto">
            <a:xfrm>
              <a:off x="3792" y="2256"/>
              <a:ext cx="912" cy="72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8572" name="Line 28"/>
            <p:cNvSpPr>
              <a:spLocks noChangeShapeType="1"/>
            </p:cNvSpPr>
            <p:nvPr/>
          </p:nvSpPr>
          <p:spPr bwMode="auto">
            <a:xfrm flipV="1">
              <a:off x="3792" y="2544"/>
              <a:ext cx="912" cy="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8573" name="Line 29"/>
            <p:cNvSpPr>
              <a:spLocks noChangeShapeType="1"/>
            </p:cNvSpPr>
            <p:nvPr/>
          </p:nvSpPr>
          <p:spPr bwMode="auto">
            <a:xfrm flipV="1">
              <a:off x="3792" y="2592"/>
              <a:ext cx="912" cy="76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8574" name="Line 30"/>
            <p:cNvSpPr>
              <a:spLocks noChangeShapeType="1"/>
            </p:cNvSpPr>
            <p:nvPr/>
          </p:nvSpPr>
          <p:spPr bwMode="auto">
            <a:xfrm flipV="1">
              <a:off x="3024" y="1200"/>
              <a:ext cx="672" cy="105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8575" name="Line 31"/>
            <p:cNvSpPr>
              <a:spLocks noChangeShapeType="1"/>
            </p:cNvSpPr>
            <p:nvPr/>
          </p:nvSpPr>
          <p:spPr bwMode="auto">
            <a:xfrm flipV="1">
              <a:off x="3024" y="1776"/>
              <a:ext cx="672" cy="48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8576" name="Line 32"/>
            <p:cNvSpPr>
              <a:spLocks noChangeShapeType="1"/>
            </p:cNvSpPr>
            <p:nvPr/>
          </p:nvSpPr>
          <p:spPr bwMode="auto">
            <a:xfrm flipV="1">
              <a:off x="3024" y="2256"/>
              <a:ext cx="67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8577" name="Line 33"/>
            <p:cNvSpPr>
              <a:spLocks noChangeShapeType="1"/>
            </p:cNvSpPr>
            <p:nvPr/>
          </p:nvSpPr>
          <p:spPr bwMode="auto">
            <a:xfrm>
              <a:off x="3024" y="2256"/>
              <a:ext cx="672" cy="48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8578" name="Line 34"/>
            <p:cNvSpPr>
              <a:spLocks noChangeShapeType="1"/>
            </p:cNvSpPr>
            <p:nvPr/>
          </p:nvSpPr>
          <p:spPr bwMode="auto">
            <a:xfrm>
              <a:off x="3024" y="2256"/>
              <a:ext cx="672" cy="105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8579" name="Line 35"/>
            <p:cNvSpPr>
              <a:spLocks noChangeShapeType="1"/>
            </p:cNvSpPr>
            <p:nvPr/>
          </p:nvSpPr>
          <p:spPr bwMode="auto">
            <a:xfrm>
              <a:off x="4800" y="1440"/>
              <a:ext cx="624" cy="67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8580" name="Line 36"/>
            <p:cNvSpPr>
              <a:spLocks noChangeShapeType="1"/>
            </p:cNvSpPr>
            <p:nvPr/>
          </p:nvSpPr>
          <p:spPr bwMode="auto">
            <a:xfrm>
              <a:off x="4800" y="2016"/>
              <a:ext cx="624" cy="1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8581" name="Line 37"/>
            <p:cNvSpPr>
              <a:spLocks noChangeShapeType="1"/>
            </p:cNvSpPr>
            <p:nvPr/>
          </p:nvSpPr>
          <p:spPr bwMode="auto">
            <a:xfrm flipV="1">
              <a:off x="4800" y="2256"/>
              <a:ext cx="624" cy="2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8582" name="Line 38"/>
            <p:cNvSpPr>
              <a:spLocks noChangeShapeType="1"/>
            </p:cNvSpPr>
            <p:nvPr/>
          </p:nvSpPr>
          <p:spPr bwMode="auto">
            <a:xfrm flipV="1">
              <a:off x="4800" y="2304"/>
              <a:ext cx="672" cy="76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8583" name="Oval 39"/>
            <p:cNvSpPr>
              <a:spLocks noChangeArrowheads="1"/>
            </p:cNvSpPr>
            <p:nvPr/>
          </p:nvSpPr>
          <p:spPr bwMode="auto">
            <a:xfrm>
              <a:off x="3696" y="1104"/>
              <a:ext cx="192" cy="19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48584" name="Oval 40"/>
            <p:cNvSpPr>
              <a:spLocks noChangeArrowheads="1"/>
            </p:cNvSpPr>
            <p:nvPr/>
          </p:nvSpPr>
          <p:spPr bwMode="auto">
            <a:xfrm>
              <a:off x="4704" y="1344"/>
              <a:ext cx="192" cy="192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48585" name="Oval 41"/>
            <p:cNvSpPr>
              <a:spLocks noChangeArrowheads="1"/>
            </p:cNvSpPr>
            <p:nvPr/>
          </p:nvSpPr>
          <p:spPr bwMode="auto">
            <a:xfrm>
              <a:off x="3696" y="1632"/>
              <a:ext cx="192" cy="19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48586" name="Oval 42"/>
            <p:cNvSpPr>
              <a:spLocks noChangeArrowheads="1"/>
            </p:cNvSpPr>
            <p:nvPr/>
          </p:nvSpPr>
          <p:spPr bwMode="auto">
            <a:xfrm>
              <a:off x="3696" y="2160"/>
              <a:ext cx="192" cy="19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48587" name="Oval 43"/>
            <p:cNvSpPr>
              <a:spLocks noChangeArrowheads="1"/>
            </p:cNvSpPr>
            <p:nvPr/>
          </p:nvSpPr>
          <p:spPr bwMode="auto">
            <a:xfrm>
              <a:off x="3696" y="2688"/>
              <a:ext cx="192" cy="19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48588" name="Oval 44"/>
            <p:cNvSpPr>
              <a:spLocks noChangeArrowheads="1"/>
            </p:cNvSpPr>
            <p:nvPr/>
          </p:nvSpPr>
          <p:spPr bwMode="auto">
            <a:xfrm>
              <a:off x="3696" y="3264"/>
              <a:ext cx="192" cy="19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48589" name="Oval 45"/>
            <p:cNvSpPr>
              <a:spLocks noChangeArrowheads="1"/>
            </p:cNvSpPr>
            <p:nvPr/>
          </p:nvSpPr>
          <p:spPr bwMode="auto">
            <a:xfrm>
              <a:off x="4704" y="1920"/>
              <a:ext cx="192" cy="192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48590" name="Oval 46"/>
            <p:cNvSpPr>
              <a:spLocks noChangeArrowheads="1"/>
            </p:cNvSpPr>
            <p:nvPr/>
          </p:nvSpPr>
          <p:spPr bwMode="auto">
            <a:xfrm>
              <a:off x="4704" y="2976"/>
              <a:ext cx="192" cy="192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48591" name="Oval 47"/>
            <p:cNvSpPr>
              <a:spLocks noChangeArrowheads="1"/>
            </p:cNvSpPr>
            <p:nvPr/>
          </p:nvSpPr>
          <p:spPr bwMode="auto">
            <a:xfrm>
              <a:off x="4704" y="2448"/>
              <a:ext cx="192" cy="192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48592" name="Oval 48"/>
            <p:cNvSpPr>
              <a:spLocks noChangeArrowheads="1"/>
            </p:cNvSpPr>
            <p:nvPr/>
          </p:nvSpPr>
          <p:spPr bwMode="auto">
            <a:xfrm>
              <a:off x="2928" y="2160"/>
              <a:ext cx="192" cy="19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48593" name="Oval 49"/>
            <p:cNvSpPr>
              <a:spLocks noChangeArrowheads="1"/>
            </p:cNvSpPr>
            <p:nvPr/>
          </p:nvSpPr>
          <p:spPr bwMode="auto">
            <a:xfrm>
              <a:off x="5424" y="2112"/>
              <a:ext cx="192" cy="192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48594" name="Text Box 50"/>
            <p:cNvSpPr txBox="1">
              <a:spLocks noChangeArrowheads="1"/>
            </p:cNvSpPr>
            <p:nvPr/>
          </p:nvSpPr>
          <p:spPr bwMode="auto">
            <a:xfrm>
              <a:off x="2688" y="2064"/>
              <a:ext cx="38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hangingPunct="0">
                <a:spcBef>
                  <a:spcPct val="20000"/>
                </a:spcBef>
              </a:pPr>
              <a:r>
                <a:rPr lang="it-IT">
                  <a:latin typeface="Times New Roman" charset="0"/>
                </a:rPr>
                <a:t>s</a:t>
              </a:r>
            </a:p>
          </p:txBody>
        </p:sp>
        <p:sp>
          <p:nvSpPr>
            <p:cNvPr id="748595" name="Text Box 51"/>
            <p:cNvSpPr txBox="1">
              <a:spLocks noChangeArrowheads="1"/>
            </p:cNvSpPr>
            <p:nvPr/>
          </p:nvSpPr>
          <p:spPr bwMode="auto">
            <a:xfrm>
              <a:off x="5616" y="2016"/>
              <a:ext cx="38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hangingPunct="0">
                <a:spcBef>
                  <a:spcPct val="20000"/>
                </a:spcBef>
              </a:pPr>
              <a:r>
                <a:rPr lang="it-IT">
                  <a:latin typeface="Times New Roman" charset="0"/>
                </a:rPr>
                <a:t>t</a:t>
              </a:r>
            </a:p>
          </p:txBody>
        </p:sp>
      </p:grp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>
                <a:latin typeface="Times New Roman" charset="0"/>
              </a:rPr>
              <a:t>Soluzione: trasformarlo in un problema di flusso massimo!</a:t>
            </a:r>
            <a:r>
              <a:rPr lang="it-IT" dirty="0" smtClean="0">
                <a:latin typeface="Times New Roman" charset="0"/>
              </a:rPr>
              <a:t>!</a:t>
            </a:r>
            <a:endParaRPr lang="it-IT" dirty="0">
              <a:latin typeface="Times New Roman" charset="0"/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8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594" name="Text Box 2"/>
          <p:cNvSpPr txBox="1">
            <a:spLocks noChangeArrowheads="1"/>
          </p:cNvSpPr>
          <p:nvPr/>
        </p:nvSpPr>
        <p:spPr bwMode="auto">
          <a:xfrm>
            <a:off x="395536" y="5085184"/>
            <a:ext cx="8229600" cy="11757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20000"/>
              </a:spcBef>
            </a:pPr>
            <a:r>
              <a:rPr lang="it-IT" dirty="0" smtClean="0">
                <a:latin typeface="Times New Roman" charset="0"/>
              </a:rPr>
              <a:t>.</a:t>
            </a:r>
            <a:endParaRPr lang="it-IT" dirty="0">
              <a:latin typeface="Times New Roman" charset="0"/>
            </a:endParaRPr>
          </a:p>
          <a:p>
            <a:pPr eaLnBrk="0" hangingPunct="0">
              <a:spcBef>
                <a:spcPct val="20000"/>
              </a:spcBef>
            </a:pPr>
            <a:r>
              <a:rPr lang="it-IT" dirty="0" smtClean="0">
                <a:latin typeface="Times New Roman" charset="0"/>
              </a:rPr>
              <a:t>.</a:t>
            </a:r>
            <a:endParaRPr lang="it-IT" dirty="0">
              <a:latin typeface="Times New Roman" charset="0"/>
            </a:endParaRPr>
          </a:p>
        </p:txBody>
      </p:sp>
      <p:sp>
        <p:nvSpPr>
          <p:cNvPr id="750595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Problema delle vie di fuga</a:t>
            </a:r>
            <a:endParaRPr lang="it-IT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smtClean="0"/>
              <a:t>Data una griglia rettangolare n</a:t>
            </a:r>
            <a:r>
              <a:rPr lang="it-IT" smtClean="0">
                <a:sym typeface="Symbol" charset="0"/>
              </a:rPr>
              <a:t></a:t>
            </a:r>
            <a:r>
              <a:rPr lang="it-IT" smtClean="0"/>
              <a:t>m ed un insieme di k vertici di tale griglia trovare k cammini disgiunti sui vertici che congiungono i k vertici dati a k vertici distinti sul contorno della griglia</a:t>
            </a:r>
            <a:endParaRPr lang="en-US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2642" name="Group 2"/>
          <p:cNvGrpSpPr>
            <a:grpSpLocks/>
          </p:cNvGrpSpPr>
          <p:nvPr/>
        </p:nvGrpSpPr>
        <p:grpSpPr bwMode="auto">
          <a:xfrm>
            <a:off x="2362200" y="1295400"/>
            <a:ext cx="4572000" cy="4572000"/>
            <a:chOff x="1488" y="816"/>
            <a:chExt cx="2880" cy="2880"/>
          </a:xfrm>
        </p:grpSpPr>
        <p:sp>
          <p:nvSpPr>
            <p:cNvPr id="752643" name="Line 3"/>
            <p:cNvSpPr>
              <a:spLocks noChangeShapeType="1"/>
            </p:cNvSpPr>
            <p:nvPr/>
          </p:nvSpPr>
          <p:spPr bwMode="auto">
            <a:xfrm>
              <a:off x="4368" y="816"/>
              <a:ext cx="0" cy="1152"/>
            </a:xfrm>
            <a:prstGeom prst="line">
              <a:avLst/>
            </a:prstGeom>
            <a:noFill/>
            <a:ln w="635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2644" name="Line 4"/>
            <p:cNvSpPr>
              <a:spLocks noChangeShapeType="1"/>
            </p:cNvSpPr>
            <p:nvPr/>
          </p:nvSpPr>
          <p:spPr bwMode="auto">
            <a:xfrm>
              <a:off x="3216" y="1968"/>
              <a:ext cx="0" cy="1728"/>
            </a:xfrm>
            <a:prstGeom prst="line">
              <a:avLst/>
            </a:prstGeom>
            <a:noFill/>
            <a:ln w="635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2645" name="Line 5"/>
            <p:cNvSpPr>
              <a:spLocks noChangeShapeType="1"/>
            </p:cNvSpPr>
            <p:nvPr/>
          </p:nvSpPr>
          <p:spPr bwMode="auto">
            <a:xfrm>
              <a:off x="2640" y="1968"/>
              <a:ext cx="576" cy="0"/>
            </a:xfrm>
            <a:prstGeom prst="line">
              <a:avLst/>
            </a:prstGeom>
            <a:noFill/>
            <a:ln w="635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2646" name="Line 6"/>
            <p:cNvSpPr>
              <a:spLocks noChangeShapeType="1"/>
            </p:cNvSpPr>
            <p:nvPr/>
          </p:nvSpPr>
          <p:spPr bwMode="auto">
            <a:xfrm>
              <a:off x="3792" y="1968"/>
              <a:ext cx="576" cy="0"/>
            </a:xfrm>
            <a:prstGeom prst="line">
              <a:avLst/>
            </a:prstGeom>
            <a:noFill/>
            <a:ln w="635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2647" name="Line 7"/>
            <p:cNvSpPr>
              <a:spLocks noChangeShapeType="1"/>
            </p:cNvSpPr>
            <p:nvPr/>
          </p:nvSpPr>
          <p:spPr bwMode="auto">
            <a:xfrm>
              <a:off x="3792" y="2544"/>
              <a:ext cx="0" cy="1152"/>
            </a:xfrm>
            <a:prstGeom prst="line">
              <a:avLst/>
            </a:prstGeom>
            <a:noFill/>
            <a:ln w="635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2648" name="Line 8"/>
            <p:cNvSpPr>
              <a:spLocks noChangeShapeType="1"/>
            </p:cNvSpPr>
            <p:nvPr/>
          </p:nvSpPr>
          <p:spPr bwMode="auto">
            <a:xfrm>
              <a:off x="3792" y="816"/>
              <a:ext cx="0" cy="576"/>
            </a:xfrm>
            <a:prstGeom prst="line">
              <a:avLst/>
            </a:prstGeom>
            <a:noFill/>
            <a:ln w="635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2649" name="Line 9"/>
            <p:cNvSpPr>
              <a:spLocks noChangeShapeType="1"/>
            </p:cNvSpPr>
            <p:nvPr/>
          </p:nvSpPr>
          <p:spPr bwMode="auto">
            <a:xfrm>
              <a:off x="2640" y="2544"/>
              <a:ext cx="0" cy="1152"/>
            </a:xfrm>
            <a:prstGeom prst="line">
              <a:avLst/>
            </a:prstGeom>
            <a:noFill/>
            <a:ln w="635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2650" name="Line 10"/>
            <p:cNvSpPr>
              <a:spLocks noChangeShapeType="1"/>
            </p:cNvSpPr>
            <p:nvPr/>
          </p:nvSpPr>
          <p:spPr bwMode="auto">
            <a:xfrm>
              <a:off x="2640" y="816"/>
              <a:ext cx="0" cy="576"/>
            </a:xfrm>
            <a:prstGeom prst="line">
              <a:avLst/>
            </a:prstGeom>
            <a:noFill/>
            <a:ln w="635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2651" name="Line 11"/>
            <p:cNvSpPr>
              <a:spLocks noChangeShapeType="1"/>
            </p:cNvSpPr>
            <p:nvPr/>
          </p:nvSpPr>
          <p:spPr bwMode="auto">
            <a:xfrm>
              <a:off x="1488" y="1968"/>
              <a:ext cx="576" cy="0"/>
            </a:xfrm>
            <a:prstGeom prst="line">
              <a:avLst/>
            </a:prstGeom>
            <a:noFill/>
            <a:ln w="635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2652" name="Line 12"/>
            <p:cNvSpPr>
              <a:spLocks noChangeShapeType="1"/>
            </p:cNvSpPr>
            <p:nvPr/>
          </p:nvSpPr>
          <p:spPr bwMode="auto">
            <a:xfrm>
              <a:off x="2064" y="816"/>
              <a:ext cx="0" cy="1152"/>
            </a:xfrm>
            <a:prstGeom prst="line">
              <a:avLst/>
            </a:prstGeom>
            <a:noFill/>
            <a:ln w="635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2653" name="Line 13"/>
            <p:cNvSpPr>
              <a:spLocks noChangeShapeType="1"/>
            </p:cNvSpPr>
            <p:nvPr/>
          </p:nvSpPr>
          <p:spPr bwMode="auto">
            <a:xfrm>
              <a:off x="1488" y="2544"/>
              <a:ext cx="0" cy="1152"/>
            </a:xfrm>
            <a:prstGeom prst="line">
              <a:avLst/>
            </a:prstGeom>
            <a:noFill/>
            <a:ln w="635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2654" name="Line 14"/>
            <p:cNvSpPr>
              <a:spLocks noChangeShapeType="1"/>
            </p:cNvSpPr>
            <p:nvPr/>
          </p:nvSpPr>
          <p:spPr bwMode="auto">
            <a:xfrm>
              <a:off x="1488" y="816"/>
              <a:ext cx="0" cy="576"/>
            </a:xfrm>
            <a:prstGeom prst="line">
              <a:avLst/>
            </a:prstGeom>
            <a:noFill/>
            <a:ln w="635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52655" name="Text Box 15"/>
          <p:cNvSpPr txBox="1">
            <a:spLocks noChangeArrowheads="1"/>
          </p:cNvSpPr>
          <p:nvPr/>
        </p:nvSpPr>
        <p:spPr bwMode="auto">
          <a:xfrm>
            <a:off x="457200" y="304800"/>
            <a:ext cx="82296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20000"/>
              </a:spcBef>
            </a:pPr>
            <a:r>
              <a:rPr lang="it-IT">
                <a:latin typeface="Times New Roman" charset="0"/>
              </a:rPr>
              <a:t>Esempio:</a:t>
            </a:r>
          </a:p>
        </p:txBody>
      </p:sp>
      <p:grpSp>
        <p:nvGrpSpPr>
          <p:cNvPr id="752656" name="Group 16"/>
          <p:cNvGrpSpPr>
            <a:grpSpLocks/>
          </p:cNvGrpSpPr>
          <p:nvPr/>
        </p:nvGrpSpPr>
        <p:grpSpPr bwMode="auto">
          <a:xfrm>
            <a:off x="1371600" y="1219200"/>
            <a:ext cx="6553200" cy="4724400"/>
            <a:chOff x="816" y="720"/>
            <a:chExt cx="4128" cy="2976"/>
          </a:xfrm>
        </p:grpSpPr>
        <p:sp>
          <p:nvSpPr>
            <p:cNvPr id="752657" name="Line 17"/>
            <p:cNvSpPr>
              <a:spLocks noChangeShapeType="1"/>
            </p:cNvSpPr>
            <p:nvPr/>
          </p:nvSpPr>
          <p:spPr bwMode="auto">
            <a:xfrm>
              <a:off x="864" y="768"/>
              <a:ext cx="40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2658" name="Line 18"/>
            <p:cNvSpPr>
              <a:spLocks noChangeShapeType="1"/>
            </p:cNvSpPr>
            <p:nvPr/>
          </p:nvSpPr>
          <p:spPr bwMode="auto">
            <a:xfrm>
              <a:off x="864" y="1344"/>
              <a:ext cx="40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2659" name="Line 19"/>
            <p:cNvSpPr>
              <a:spLocks noChangeShapeType="1"/>
            </p:cNvSpPr>
            <p:nvPr/>
          </p:nvSpPr>
          <p:spPr bwMode="auto">
            <a:xfrm>
              <a:off x="864" y="3648"/>
              <a:ext cx="40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2660" name="Line 20"/>
            <p:cNvSpPr>
              <a:spLocks noChangeShapeType="1"/>
            </p:cNvSpPr>
            <p:nvPr/>
          </p:nvSpPr>
          <p:spPr bwMode="auto">
            <a:xfrm>
              <a:off x="864" y="1920"/>
              <a:ext cx="40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2661" name="Line 21"/>
            <p:cNvSpPr>
              <a:spLocks noChangeShapeType="1"/>
            </p:cNvSpPr>
            <p:nvPr/>
          </p:nvSpPr>
          <p:spPr bwMode="auto">
            <a:xfrm>
              <a:off x="864" y="3072"/>
              <a:ext cx="40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2662" name="Line 22"/>
            <p:cNvSpPr>
              <a:spLocks noChangeShapeType="1"/>
            </p:cNvSpPr>
            <p:nvPr/>
          </p:nvSpPr>
          <p:spPr bwMode="auto">
            <a:xfrm>
              <a:off x="864" y="2496"/>
              <a:ext cx="40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2663" name="Line 23"/>
            <p:cNvSpPr>
              <a:spLocks noChangeShapeType="1"/>
            </p:cNvSpPr>
            <p:nvPr/>
          </p:nvSpPr>
          <p:spPr bwMode="auto">
            <a:xfrm>
              <a:off x="864" y="768"/>
              <a:ext cx="0" cy="28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2664" name="Line 24"/>
            <p:cNvSpPr>
              <a:spLocks noChangeShapeType="1"/>
            </p:cNvSpPr>
            <p:nvPr/>
          </p:nvSpPr>
          <p:spPr bwMode="auto">
            <a:xfrm>
              <a:off x="1440" y="768"/>
              <a:ext cx="0" cy="28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2665" name="Line 25"/>
            <p:cNvSpPr>
              <a:spLocks noChangeShapeType="1"/>
            </p:cNvSpPr>
            <p:nvPr/>
          </p:nvSpPr>
          <p:spPr bwMode="auto">
            <a:xfrm>
              <a:off x="4320" y="768"/>
              <a:ext cx="0" cy="28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2666" name="Line 26"/>
            <p:cNvSpPr>
              <a:spLocks noChangeShapeType="1"/>
            </p:cNvSpPr>
            <p:nvPr/>
          </p:nvSpPr>
          <p:spPr bwMode="auto">
            <a:xfrm>
              <a:off x="2016" y="768"/>
              <a:ext cx="0" cy="28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2667" name="Line 27"/>
            <p:cNvSpPr>
              <a:spLocks noChangeShapeType="1"/>
            </p:cNvSpPr>
            <p:nvPr/>
          </p:nvSpPr>
          <p:spPr bwMode="auto">
            <a:xfrm>
              <a:off x="3744" y="768"/>
              <a:ext cx="0" cy="28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2668" name="Line 28"/>
            <p:cNvSpPr>
              <a:spLocks noChangeShapeType="1"/>
            </p:cNvSpPr>
            <p:nvPr/>
          </p:nvSpPr>
          <p:spPr bwMode="auto">
            <a:xfrm>
              <a:off x="2592" y="768"/>
              <a:ext cx="0" cy="28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2669" name="Line 29"/>
            <p:cNvSpPr>
              <a:spLocks noChangeShapeType="1"/>
            </p:cNvSpPr>
            <p:nvPr/>
          </p:nvSpPr>
          <p:spPr bwMode="auto">
            <a:xfrm>
              <a:off x="3168" y="768"/>
              <a:ext cx="0" cy="28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2670" name="Line 30"/>
            <p:cNvSpPr>
              <a:spLocks noChangeShapeType="1"/>
            </p:cNvSpPr>
            <p:nvPr/>
          </p:nvSpPr>
          <p:spPr bwMode="auto">
            <a:xfrm>
              <a:off x="4896" y="768"/>
              <a:ext cx="0" cy="28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2671" name="Oval 31"/>
            <p:cNvSpPr>
              <a:spLocks noChangeArrowheads="1"/>
            </p:cNvSpPr>
            <p:nvPr/>
          </p:nvSpPr>
          <p:spPr bwMode="auto">
            <a:xfrm>
              <a:off x="2544" y="1296"/>
              <a:ext cx="96" cy="96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2672" name="Oval 32"/>
            <p:cNvSpPr>
              <a:spLocks noChangeArrowheads="1"/>
            </p:cNvSpPr>
            <p:nvPr/>
          </p:nvSpPr>
          <p:spPr bwMode="auto">
            <a:xfrm>
              <a:off x="1392" y="1296"/>
              <a:ext cx="96" cy="96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2673" name="Oval 33"/>
            <p:cNvSpPr>
              <a:spLocks noChangeArrowheads="1"/>
            </p:cNvSpPr>
            <p:nvPr/>
          </p:nvSpPr>
          <p:spPr bwMode="auto">
            <a:xfrm>
              <a:off x="816" y="1296"/>
              <a:ext cx="96" cy="96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2674" name="Oval 34"/>
            <p:cNvSpPr>
              <a:spLocks noChangeArrowheads="1"/>
            </p:cNvSpPr>
            <p:nvPr/>
          </p:nvSpPr>
          <p:spPr bwMode="auto">
            <a:xfrm>
              <a:off x="4848" y="720"/>
              <a:ext cx="96" cy="96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2675" name="Oval 35"/>
            <p:cNvSpPr>
              <a:spLocks noChangeArrowheads="1"/>
            </p:cNvSpPr>
            <p:nvPr/>
          </p:nvSpPr>
          <p:spPr bwMode="auto">
            <a:xfrm>
              <a:off x="4272" y="720"/>
              <a:ext cx="96" cy="96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2676" name="Oval 36"/>
            <p:cNvSpPr>
              <a:spLocks noChangeArrowheads="1"/>
            </p:cNvSpPr>
            <p:nvPr/>
          </p:nvSpPr>
          <p:spPr bwMode="auto">
            <a:xfrm>
              <a:off x="3696" y="720"/>
              <a:ext cx="96" cy="96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2677" name="Oval 37"/>
            <p:cNvSpPr>
              <a:spLocks noChangeArrowheads="1"/>
            </p:cNvSpPr>
            <p:nvPr/>
          </p:nvSpPr>
          <p:spPr bwMode="auto">
            <a:xfrm>
              <a:off x="3120" y="720"/>
              <a:ext cx="96" cy="96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2678" name="Oval 38"/>
            <p:cNvSpPr>
              <a:spLocks noChangeArrowheads="1"/>
            </p:cNvSpPr>
            <p:nvPr/>
          </p:nvSpPr>
          <p:spPr bwMode="auto">
            <a:xfrm>
              <a:off x="1968" y="720"/>
              <a:ext cx="96" cy="96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2679" name="Oval 39"/>
            <p:cNvSpPr>
              <a:spLocks noChangeArrowheads="1"/>
            </p:cNvSpPr>
            <p:nvPr/>
          </p:nvSpPr>
          <p:spPr bwMode="auto">
            <a:xfrm>
              <a:off x="2544" y="720"/>
              <a:ext cx="96" cy="96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2680" name="Oval 40"/>
            <p:cNvSpPr>
              <a:spLocks noChangeArrowheads="1"/>
            </p:cNvSpPr>
            <p:nvPr/>
          </p:nvSpPr>
          <p:spPr bwMode="auto">
            <a:xfrm>
              <a:off x="1392" y="720"/>
              <a:ext cx="96" cy="96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2681" name="Oval 41"/>
            <p:cNvSpPr>
              <a:spLocks noChangeArrowheads="1"/>
            </p:cNvSpPr>
            <p:nvPr/>
          </p:nvSpPr>
          <p:spPr bwMode="auto">
            <a:xfrm>
              <a:off x="816" y="720"/>
              <a:ext cx="96" cy="96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2682" name="Oval 42"/>
            <p:cNvSpPr>
              <a:spLocks noChangeArrowheads="1"/>
            </p:cNvSpPr>
            <p:nvPr/>
          </p:nvSpPr>
          <p:spPr bwMode="auto">
            <a:xfrm>
              <a:off x="4272" y="3600"/>
              <a:ext cx="96" cy="96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2683" name="Oval 43"/>
            <p:cNvSpPr>
              <a:spLocks noChangeArrowheads="1"/>
            </p:cNvSpPr>
            <p:nvPr/>
          </p:nvSpPr>
          <p:spPr bwMode="auto">
            <a:xfrm>
              <a:off x="4848" y="3600"/>
              <a:ext cx="96" cy="96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2684" name="Oval 44"/>
            <p:cNvSpPr>
              <a:spLocks noChangeArrowheads="1"/>
            </p:cNvSpPr>
            <p:nvPr/>
          </p:nvSpPr>
          <p:spPr bwMode="auto">
            <a:xfrm>
              <a:off x="4272" y="3024"/>
              <a:ext cx="96" cy="96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2685" name="Oval 45"/>
            <p:cNvSpPr>
              <a:spLocks noChangeArrowheads="1"/>
            </p:cNvSpPr>
            <p:nvPr/>
          </p:nvSpPr>
          <p:spPr bwMode="auto">
            <a:xfrm>
              <a:off x="4848" y="3024"/>
              <a:ext cx="96" cy="96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2686" name="Oval 46"/>
            <p:cNvSpPr>
              <a:spLocks noChangeArrowheads="1"/>
            </p:cNvSpPr>
            <p:nvPr/>
          </p:nvSpPr>
          <p:spPr bwMode="auto">
            <a:xfrm>
              <a:off x="4848" y="2448"/>
              <a:ext cx="96" cy="96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2687" name="Oval 47"/>
            <p:cNvSpPr>
              <a:spLocks noChangeArrowheads="1"/>
            </p:cNvSpPr>
            <p:nvPr/>
          </p:nvSpPr>
          <p:spPr bwMode="auto">
            <a:xfrm>
              <a:off x="4272" y="2448"/>
              <a:ext cx="96" cy="96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2688" name="Oval 48"/>
            <p:cNvSpPr>
              <a:spLocks noChangeArrowheads="1"/>
            </p:cNvSpPr>
            <p:nvPr/>
          </p:nvSpPr>
          <p:spPr bwMode="auto">
            <a:xfrm>
              <a:off x="3696" y="3600"/>
              <a:ext cx="96" cy="96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2689" name="Oval 49"/>
            <p:cNvSpPr>
              <a:spLocks noChangeArrowheads="1"/>
            </p:cNvSpPr>
            <p:nvPr/>
          </p:nvSpPr>
          <p:spPr bwMode="auto">
            <a:xfrm>
              <a:off x="3696" y="3024"/>
              <a:ext cx="96" cy="96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2690" name="Oval 50"/>
            <p:cNvSpPr>
              <a:spLocks noChangeArrowheads="1"/>
            </p:cNvSpPr>
            <p:nvPr/>
          </p:nvSpPr>
          <p:spPr bwMode="auto">
            <a:xfrm>
              <a:off x="3696" y="2448"/>
              <a:ext cx="96" cy="96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2691" name="Oval 51"/>
            <p:cNvSpPr>
              <a:spLocks noChangeArrowheads="1"/>
            </p:cNvSpPr>
            <p:nvPr/>
          </p:nvSpPr>
          <p:spPr bwMode="auto">
            <a:xfrm>
              <a:off x="3120" y="1872"/>
              <a:ext cx="96" cy="96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2692" name="Oval 52"/>
            <p:cNvSpPr>
              <a:spLocks noChangeArrowheads="1"/>
            </p:cNvSpPr>
            <p:nvPr/>
          </p:nvSpPr>
          <p:spPr bwMode="auto">
            <a:xfrm>
              <a:off x="2544" y="2448"/>
              <a:ext cx="96" cy="96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2693" name="Oval 53"/>
            <p:cNvSpPr>
              <a:spLocks noChangeArrowheads="1"/>
            </p:cNvSpPr>
            <p:nvPr/>
          </p:nvSpPr>
          <p:spPr bwMode="auto">
            <a:xfrm>
              <a:off x="2544" y="1872"/>
              <a:ext cx="96" cy="96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2694" name="Oval 54"/>
            <p:cNvSpPr>
              <a:spLocks noChangeArrowheads="1"/>
            </p:cNvSpPr>
            <p:nvPr/>
          </p:nvSpPr>
          <p:spPr bwMode="auto">
            <a:xfrm>
              <a:off x="2544" y="3024"/>
              <a:ext cx="96" cy="96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2695" name="Oval 55"/>
            <p:cNvSpPr>
              <a:spLocks noChangeArrowheads="1"/>
            </p:cNvSpPr>
            <p:nvPr/>
          </p:nvSpPr>
          <p:spPr bwMode="auto">
            <a:xfrm>
              <a:off x="2544" y="3600"/>
              <a:ext cx="96" cy="96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2696" name="Oval 56"/>
            <p:cNvSpPr>
              <a:spLocks noChangeArrowheads="1"/>
            </p:cNvSpPr>
            <p:nvPr/>
          </p:nvSpPr>
          <p:spPr bwMode="auto">
            <a:xfrm>
              <a:off x="1968" y="2448"/>
              <a:ext cx="96" cy="96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2697" name="Oval 57"/>
            <p:cNvSpPr>
              <a:spLocks noChangeArrowheads="1"/>
            </p:cNvSpPr>
            <p:nvPr/>
          </p:nvSpPr>
          <p:spPr bwMode="auto">
            <a:xfrm>
              <a:off x="1968" y="1872"/>
              <a:ext cx="96" cy="96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2698" name="Oval 58"/>
            <p:cNvSpPr>
              <a:spLocks noChangeArrowheads="1"/>
            </p:cNvSpPr>
            <p:nvPr/>
          </p:nvSpPr>
          <p:spPr bwMode="auto">
            <a:xfrm>
              <a:off x="1968" y="3024"/>
              <a:ext cx="96" cy="96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2699" name="Oval 59"/>
            <p:cNvSpPr>
              <a:spLocks noChangeArrowheads="1"/>
            </p:cNvSpPr>
            <p:nvPr/>
          </p:nvSpPr>
          <p:spPr bwMode="auto">
            <a:xfrm>
              <a:off x="1968" y="3600"/>
              <a:ext cx="96" cy="96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2700" name="Oval 60"/>
            <p:cNvSpPr>
              <a:spLocks noChangeArrowheads="1"/>
            </p:cNvSpPr>
            <p:nvPr/>
          </p:nvSpPr>
          <p:spPr bwMode="auto">
            <a:xfrm>
              <a:off x="3120" y="3600"/>
              <a:ext cx="96" cy="96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2701" name="Oval 61"/>
            <p:cNvSpPr>
              <a:spLocks noChangeArrowheads="1"/>
            </p:cNvSpPr>
            <p:nvPr/>
          </p:nvSpPr>
          <p:spPr bwMode="auto">
            <a:xfrm>
              <a:off x="3120" y="3024"/>
              <a:ext cx="96" cy="96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2702" name="Oval 62"/>
            <p:cNvSpPr>
              <a:spLocks noChangeArrowheads="1"/>
            </p:cNvSpPr>
            <p:nvPr/>
          </p:nvSpPr>
          <p:spPr bwMode="auto">
            <a:xfrm>
              <a:off x="3120" y="2448"/>
              <a:ext cx="96" cy="96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2703" name="Oval 63"/>
            <p:cNvSpPr>
              <a:spLocks noChangeArrowheads="1"/>
            </p:cNvSpPr>
            <p:nvPr/>
          </p:nvSpPr>
          <p:spPr bwMode="auto">
            <a:xfrm>
              <a:off x="816" y="3600"/>
              <a:ext cx="96" cy="96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2704" name="Oval 64"/>
            <p:cNvSpPr>
              <a:spLocks noChangeArrowheads="1"/>
            </p:cNvSpPr>
            <p:nvPr/>
          </p:nvSpPr>
          <p:spPr bwMode="auto">
            <a:xfrm>
              <a:off x="4848" y="1296"/>
              <a:ext cx="96" cy="96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2705" name="Oval 65"/>
            <p:cNvSpPr>
              <a:spLocks noChangeArrowheads="1"/>
            </p:cNvSpPr>
            <p:nvPr/>
          </p:nvSpPr>
          <p:spPr bwMode="auto">
            <a:xfrm>
              <a:off x="1392" y="1872"/>
              <a:ext cx="96" cy="96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2706" name="Oval 66"/>
            <p:cNvSpPr>
              <a:spLocks noChangeArrowheads="1"/>
            </p:cNvSpPr>
            <p:nvPr/>
          </p:nvSpPr>
          <p:spPr bwMode="auto">
            <a:xfrm>
              <a:off x="1392" y="3024"/>
              <a:ext cx="96" cy="96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2707" name="Oval 67"/>
            <p:cNvSpPr>
              <a:spLocks noChangeArrowheads="1"/>
            </p:cNvSpPr>
            <p:nvPr/>
          </p:nvSpPr>
          <p:spPr bwMode="auto">
            <a:xfrm>
              <a:off x="1392" y="3600"/>
              <a:ext cx="96" cy="96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2708" name="Oval 68"/>
            <p:cNvSpPr>
              <a:spLocks noChangeArrowheads="1"/>
            </p:cNvSpPr>
            <p:nvPr/>
          </p:nvSpPr>
          <p:spPr bwMode="auto">
            <a:xfrm>
              <a:off x="816" y="2448"/>
              <a:ext cx="96" cy="96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2709" name="Oval 69"/>
            <p:cNvSpPr>
              <a:spLocks noChangeArrowheads="1"/>
            </p:cNvSpPr>
            <p:nvPr/>
          </p:nvSpPr>
          <p:spPr bwMode="auto">
            <a:xfrm>
              <a:off x="816" y="3024"/>
              <a:ext cx="96" cy="96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2710" name="Oval 70"/>
            <p:cNvSpPr>
              <a:spLocks noChangeArrowheads="1"/>
            </p:cNvSpPr>
            <p:nvPr/>
          </p:nvSpPr>
          <p:spPr bwMode="auto">
            <a:xfrm>
              <a:off x="816" y="1872"/>
              <a:ext cx="96" cy="96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2711" name="Oval 71"/>
            <p:cNvSpPr>
              <a:spLocks noChangeArrowheads="1"/>
            </p:cNvSpPr>
            <p:nvPr/>
          </p:nvSpPr>
          <p:spPr bwMode="auto">
            <a:xfrm>
              <a:off x="3696" y="1872"/>
              <a:ext cx="96" cy="96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2712" name="Oval 72"/>
            <p:cNvSpPr>
              <a:spLocks noChangeArrowheads="1"/>
            </p:cNvSpPr>
            <p:nvPr/>
          </p:nvSpPr>
          <p:spPr bwMode="auto">
            <a:xfrm>
              <a:off x="4272" y="1872"/>
              <a:ext cx="96" cy="96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2713" name="Oval 73"/>
            <p:cNvSpPr>
              <a:spLocks noChangeArrowheads="1"/>
            </p:cNvSpPr>
            <p:nvPr/>
          </p:nvSpPr>
          <p:spPr bwMode="auto">
            <a:xfrm>
              <a:off x="4848" y="1872"/>
              <a:ext cx="96" cy="96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2714" name="Oval 74"/>
            <p:cNvSpPr>
              <a:spLocks noChangeArrowheads="1"/>
            </p:cNvSpPr>
            <p:nvPr/>
          </p:nvSpPr>
          <p:spPr bwMode="auto">
            <a:xfrm>
              <a:off x="4272" y="1296"/>
              <a:ext cx="96" cy="96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2715" name="Oval 75"/>
            <p:cNvSpPr>
              <a:spLocks noChangeArrowheads="1"/>
            </p:cNvSpPr>
            <p:nvPr/>
          </p:nvSpPr>
          <p:spPr bwMode="auto">
            <a:xfrm>
              <a:off x="3696" y="1296"/>
              <a:ext cx="96" cy="96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2716" name="Oval 76"/>
            <p:cNvSpPr>
              <a:spLocks noChangeArrowheads="1"/>
            </p:cNvSpPr>
            <p:nvPr/>
          </p:nvSpPr>
          <p:spPr bwMode="auto">
            <a:xfrm>
              <a:off x="3120" y="1296"/>
              <a:ext cx="96" cy="96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2717" name="Oval 77"/>
            <p:cNvSpPr>
              <a:spLocks noChangeArrowheads="1"/>
            </p:cNvSpPr>
            <p:nvPr/>
          </p:nvSpPr>
          <p:spPr bwMode="auto">
            <a:xfrm>
              <a:off x="1968" y="1296"/>
              <a:ext cx="96" cy="96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2718" name="Oval 78"/>
            <p:cNvSpPr>
              <a:spLocks noChangeArrowheads="1"/>
            </p:cNvSpPr>
            <p:nvPr/>
          </p:nvSpPr>
          <p:spPr bwMode="auto">
            <a:xfrm>
              <a:off x="1392" y="2448"/>
              <a:ext cx="96" cy="96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752719" name="Group 79"/>
          <p:cNvGrpSpPr>
            <a:grpSpLocks/>
          </p:cNvGrpSpPr>
          <p:nvPr/>
        </p:nvGrpSpPr>
        <p:grpSpPr bwMode="auto">
          <a:xfrm>
            <a:off x="1371600" y="2133600"/>
            <a:ext cx="6553200" cy="1981200"/>
            <a:chOff x="816" y="1296"/>
            <a:chExt cx="4128" cy="1248"/>
          </a:xfrm>
        </p:grpSpPr>
        <p:sp>
          <p:nvSpPr>
            <p:cNvPr id="752720" name="Oval 80"/>
            <p:cNvSpPr>
              <a:spLocks noChangeArrowheads="1"/>
            </p:cNvSpPr>
            <p:nvPr/>
          </p:nvSpPr>
          <p:spPr bwMode="auto">
            <a:xfrm>
              <a:off x="3696" y="2448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2721" name="Oval 81"/>
            <p:cNvSpPr>
              <a:spLocks noChangeArrowheads="1"/>
            </p:cNvSpPr>
            <p:nvPr/>
          </p:nvSpPr>
          <p:spPr bwMode="auto">
            <a:xfrm>
              <a:off x="3696" y="1872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2722" name="Oval 82"/>
            <p:cNvSpPr>
              <a:spLocks noChangeArrowheads="1"/>
            </p:cNvSpPr>
            <p:nvPr/>
          </p:nvSpPr>
          <p:spPr bwMode="auto">
            <a:xfrm>
              <a:off x="3696" y="1296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2723" name="Oval 83"/>
            <p:cNvSpPr>
              <a:spLocks noChangeArrowheads="1"/>
            </p:cNvSpPr>
            <p:nvPr/>
          </p:nvSpPr>
          <p:spPr bwMode="auto">
            <a:xfrm>
              <a:off x="2544" y="2448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2724" name="Oval 84"/>
            <p:cNvSpPr>
              <a:spLocks noChangeArrowheads="1"/>
            </p:cNvSpPr>
            <p:nvPr/>
          </p:nvSpPr>
          <p:spPr bwMode="auto">
            <a:xfrm>
              <a:off x="2544" y="1872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2725" name="Oval 85"/>
            <p:cNvSpPr>
              <a:spLocks noChangeArrowheads="1"/>
            </p:cNvSpPr>
            <p:nvPr/>
          </p:nvSpPr>
          <p:spPr bwMode="auto">
            <a:xfrm>
              <a:off x="2544" y="1296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2726" name="Oval 86"/>
            <p:cNvSpPr>
              <a:spLocks noChangeArrowheads="1"/>
            </p:cNvSpPr>
            <p:nvPr/>
          </p:nvSpPr>
          <p:spPr bwMode="auto">
            <a:xfrm>
              <a:off x="1392" y="2448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2727" name="Oval 87"/>
            <p:cNvSpPr>
              <a:spLocks noChangeArrowheads="1"/>
            </p:cNvSpPr>
            <p:nvPr/>
          </p:nvSpPr>
          <p:spPr bwMode="auto">
            <a:xfrm>
              <a:off x="1392" y="1872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2728" name="Oval 88"/>
            <p:cNvSpPr>
              <a:spLocks noChangeArrowheads="1"/>
            </p:cNvSpPr>
            <p:nvPr/>
          </p:nvSpPr>
          <p:spPr bwMode="auto">
            <a:xfrm>
              <a:off x="1392" y="1296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2729" name="Oval 89"/>
            <p:cNvSpPr>
              <a:spLocks noChangeArrowheads="1"/>
            </p:cNvSpPr>
            <p:nvPr/>
          </p:nvSpPr>
          <p:spPr bwMode="auto">
            <a:xfrm>
              <a:off x="816" y="1872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2730" name="Oval 90"/>
            <p:cNvSpPr>
              <a:spLocks noChangeArrowheads="1"/>
            </p:cNvSpPr>
            <p:nvPr/>
          </p:nvSpPr>
          <p:spPr bwMode="auto">
            <a:xfrm>
              <a:off x="4848" y="2448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2731" name="Oval 91"/>
            <p:cNvSpPr>
              <a:spLocks noChangeArrowheads="1"/>
            </p:cNvSpPr>
            <p:nvPr/>
          </p:nvSpPr>
          <p:spPr bwMode="auto">
            <a:xfrm>
              <a:off x="4848" y="1872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2732" name="Oval 92"/>
            <p:cNvSpPr>
              <a:spLocks noChangeArrowheads="1"/>
            </p:cNvSpPr>
            <p:nvPr/>
          </p:nvSpPr>
          <p:spPr bwMode="auto">
            <a:xfrm>
              <a:off x="4848" y="1296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52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52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690" name="Text Box 2"/>
          <p:cNvSpPr txBox="1">
            <a:spLocks noChangeArrowheads="1"/>
          </p:cNvSpPr>
          <p:nvPr/>
        </p:nvSpPr>
        <p:spPr bwMode="auto">
          <a:xfrm>
            <a:off x="457200" y="304800"/>
            <a:ext cx="82296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20000"/>
              </a:spcBef>
            </a:pPr>
            <a:r>
              <a:rPr lang="it-IT">
                <a:latin typeface="Times New Roman" charset="0"/>
              </a:rPr>
              <a:t>Questo problema invece non ha soluzioni:</a:t>
            </a:r>
          </a:p>
        </p:txBody>
      </p:sp>
      <p:grpSp>
        <p:nvGrpSpPr>
          <p:cNvPr id="754691" name="Group 3"/>
          <p:cNvGrpSpPr>
            <a:grpSpLocks/>
          </p:cNvGrpSpPr>
          <p:nvPr/>
        </p:nvGrpSpPr>
        <p:grpSpPr bwMode="auto">
          <a:xfrm>
            <a:off x="1371600" y="1219200"/>
            <a:ext cx="6553200" cy="4724400"/>
            <a:chOff x="816" y="720"/>
            <a:chExt cx="4128" cy="2976"/>
          </a:xfrm>
        </p:grpSpPr>
        <p:sp>
          <p:nvSpPr>
            <p:cNvPr id="754692" name="Line 4"/>
            <p:cNvSpPr>
              <a:spLocks noChangeShapeType="1"/>
            </p:cNvSpPr>
            <p:nvPr/>
          </p:nvSpPr>
          <p:spPr bwMode="auto">
            <a:xfrm>
              <a:off x="864" y="768"/>
              <a:ext cx="40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4693" name="Line 5"/>
            <p:cNvSpPr>
              <a:spLocks noChangeShapeType="1"/>
            </p:cNvSpPr>
            <p:nvPr/>
          </p:nvSpPr>
          <p:spPr bwMode="auto">
            <a:xfrm>
              <a:off x="864" y="1344"/>
              <a:ext cx="40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4694" name="Line 6"/>
            <p:cNvSpPr>
              <a:spLocks noChangeShapeType="1"/>
            </p:cNvSpPr>
            <p:nvPr/>
          </p:nvSpPr>
          <p:spPr bwMode="auto">
            <a:xfrm>
              <a:off x="864" y="3648"/>
              <a:ext cx="40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4695" name="Line 7"/>
            <p:cNvSpPr>
              <a:spLocks noChangeShapeType="1"/>
            </p:cNvSpPr>
            <p:nvPr/>
          </p:nvSpPr>
          <p:spPr bwMode="auto">
            <a:xfrm>
              <a:off x="864" y="1920"/>
              <a:ext cx="40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4696" name="Line 8"/>
            <p:cNvSpPr>
              <a:spLocks noChangeShapeType="1"/>
            </p:cNvSpPr>
            <p:nvPr/>
          </p:nvSpPr>
          <p:spPr bwMode="auto">
            <a:xfrm>
              <a:off x="864" y="3072"/>
              <a:ext cx="40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4697" name="Line 9"/>
            <p:cNvSpPr>
              <a:spLocks noChangeShapeType="1"/>
            </p:cNvSpPr>
            <p:nvPr/>
          </p:nvSpPr>
          <p:spPr bwMode="auto">
            <a:xfrm>
              <a:off x="864" y="2496"/>
              <a:ext cx="40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4698" name="Line 10"/>
            <p:cNvSpPr>
              <a:spLocks noChangeShapeType="1"/>
            </p:cNvSpPr>
            <p:nvPr/>
          </p:nvSpPr>
          <p:spPr bwMode="auto">
            <a:xfrm>
              <a:off x="864" y="768"/>
              <a:ext cx="0" cy="28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4699" name="Line 11"/>
            <p:cNvSpPr>
              <a:spLocks noChangeShapeType="1"/>
            </p:cNvSpPr>
            <p:nvPr/>
          </p:nvSpPr>
          <p:spPr bwMode="auto">
            <a:xfrm>
              <a:off x="1440" y="768"/>
              <a:ext cx="0" cy="28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4700" name="Line 12"/>
            <p:cNvSpPr>
              <a:spLocks noChangeShapeType="1"/>
            </p:cNvSpPr>
            <p:nvPr/>
          </p:nvSpPr>
          <p:spPr bwMode="auto">
            <a:xfrm>
              <a:off x="4320" y="768"/>
              <a:ext cx="0" cy="28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4701" name="Line 13"/>
            <p:cNvSpPr>
              <a:spLocks noChangeShapeType="1"/>
            </p:cNvSpPr>
            <p:nvPr/>
          </p:nvSpPr>
          <p:spPr bwMode="auto">
            <a:xfrm>
              <a:off x="2016" y="768"/>
              <a:ext cx="0" cy="28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4702" name="Line 14"/>
            <p:cNvSpPr>
              <a:spLocks noChangeShapeType="1"/>
            </p:cNvSpPr>
            <p:nvPr/>
          </p:nvSpPr>
          <p:spPr bwMode="auto">
            <a:xfrm>
              <a:off x="3744" y="768"/>
              <a:ext cx="0" cy="28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4703" name="Line 15"/>
            <p:cNvSpPr>
              <a:spLocks noChangeShapeType="1"/>
            </p:cNvSpPr>
            <p:nvPr/>
          </p:nvSpPr>
          <p:spPr bwMode="auto">
            <a:xfrm>
              <a:off x="2592" y="768"/>
              <a:ext cx="0" cy="28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4704" name="Line 16"/>
            <p:cNvSpPr>
              <a:spLocks noChangeShapeType="1"/>
            </p:cNvSpPr>
            <p:nvPr/>
          </p:nvSpPr>
          <p:spPr bwMode="auto">
            <a:xfrm>
              <a:off x="3168" y="768"/>
              <a:ext cx="0" cy="28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4705" name="Line 17"/>
            <p:cNvSpPr>
              <a:spLocks noChangeShapeType="1"/>
            </p:cNvSpPr>
            <p:nvPr/>
          </p:nvSpPr>
          <p:spPr bwMode="auto">
            <a:xfrm>
              <a:off x="4896" y="768"/>
              <a:ext cx="0" cy="28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4706" name="Oval 18"/>
            <p:cNvSpPr>
              <a:spLocks noChangeArrowheads="1"/>
            </p:cNvSpPr>
            <p:nvPr/>
          </p:nvSpPr>
          <p:spPr bwMode="auto">
            <a:xfrm>
              <a:off x="2544" y="1296"/>
              <a:ext cx="96" cy="96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4707" name="Oval 19"/>
            <p:cNvSpPr>
              <a:spLocks noChangeArrowheads="1"/>
            </p:cNvSpPr>
            <p:nvPr/>
          </p:nvSpPr>
          <p:spPr bwMode="auto">
            <a:xfrm>
              <a:off x="1392" y="1296"/>
              <a:ext cx="96" cy="96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4708" name="Oval 20"/>
            <p:cNvSpPr>
              <a:spLocks noChangeArrowheads="1"/>
            </p:cNvSpPr>
            <p:nvPr/>
          </p:nvSpPr>
          <p:spPr bwMode="auto">
            <a:xfrm>
              <a:off x="816" y="1296"/>
              <a:ext cx="96" cy="96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4709" name="Oval 21"/>
            <p:cNvSpPr>
              <a:spLocks noChangeArrowheads="1"/>
            </p:cNvSpPr>
            <p:nvPr/>
          </p:nvSpPr>
          <p:spPr bwMode="auto">
            <a:xfrm>
              <a:off x="4848" y="720"/>
              <a:ext cx="96" cy="96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4710" name="Oval 22"/>
            <p:cNvSpPr>
              <a:spLocks noChangeArrowheads="1"/>
            </p:cNvSpPr>
            <p:nvPr/>
          </p:nvSpPr>
          <p:spPr bwMode="auto">
            <a:xfrm>
              <a:off x="4272" y="720"/>
              <a:ext cx="96" cy="96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4711" name="Oval 23"/>
            <p:cNvSpPr>
              <a:spLocks noChangeArrowheads="1"/>
            </p:cNvSpPr>
            <p:nvPr/>
          </p:nvSpPr>
          <p:spPr bwMode="auto">
            <a:xfrm>
              <a:off x="3696" y="720"/>
              <a:ext cx="96" cy="96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4712" name="Oval 24"/>
            <p:cNvSpPr>
              <a:spLocks noChangeArrowheads="1"/>
            </p:cNvSpPr>
            <p:nvPr/>
          </p:nvSpPr>
          <p:spPr bwMode="auto">
            <a:xfrm>
              <a:off x="3120" y="720"/>
              <a:ext cx="96" cy="96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4713" name="Oval 25"/>
            <p:cNvSpPr>
              <a:spLocks noChangeArrowheads="1"/>
            </p:cNvSpPr>
            <p:nvPr/>
          </p:nvSpPr>
          <p:spPr bwMode="auto">
            <a:xfrm>
              <a:off x="1968" y="720"/>
              <a:ext cx="96" cy="96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4714" name="Oval 26"/>
            <p:cNvSpPr>
              <a:spLocks noChangeArrowheads="1"/>
            </p:cNvSpPr>
            <p:nvPr/>
          </p:nvSpPr>
          <p:spPr bwMode="auto">
            <a:xfrm>
              <a:off x="2544" y="720"/>
              <a:ext cx="96" cy="96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4715" name="Oval 27"/>
            <p:cNvSpPr>
              <a:spLocks noChangeArrowheads="1"/>
            </p:cNvSpPr>
            <p:nvPr/>
          </p:nvSpPr>
          <p:spPr bwMode="auto">
            <a:xfrm>
              <a:off x="1392" y="720"/>
              <a:ext cx="96" cy="96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4716" name="Oval 28"/>
            <p:cNvSpPr>
              <a:spLocks noChangeArrowheads="1"/>
            </p:cNvSpPr>
            <p:nvPr/>
          </p:nvSpPr>
          <p:spPr bwMode="auto">
            <a:xfrm>
              <a:off x="816" y="720"/>
              <a:ext cx="96" cy="96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4717" name="Oval 29"/>
            <p:cNvSpPr>
              <a:spLocks noChangeArrowheads="1"/>
            </p:cNvSpPr>
            <p:nvPr/>
          </p:nvSpPr>
          <p:spPr bwMode="auto">
            <a:xfrm>
              <a:off x="4272" y="3600"/>
              <a:ext cx="96" cy="96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4718" name="Oval 30"/>
            <p:cNvSpPr>
              <a:spLocks noChangeArrowheads="1"/>
            </p:cNvSpPr>
            <p:nvPr/>
          </p:nvSpPr>
          <p:spPr bwMode="auto">
            <a:xfrm>
              <a:off x="4848" y="3600"/>
              <a:ext cx="96" cy="96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4719" name="Oval 31"/>
            <p:cNvSpPr>
              <a:spLocks noChangeArrowheads="1"/>
            </p:cNvSpPr>
            <p:nvPr/>
          </p:nvSpPr>
          <p:spPr bwMode="auto">
            <a:xfrm>
              <a:off x="4272" y="3024"/>
              <a:ext cx="96" cy="96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4720" name="Oval 32"/>
            <p:cNvSpPr>
              <a:spLocks noChangeArrowheads="1"/>
            </p:cNvSpPr>
            <p:nvPr/>
          </p:nvSpPr>
          <p:spPr bwMode="auto">
            <a:xfrm>
              <a:off x="4848" y="3024"/>
              <a:ext cx="96" cy="96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4721" name="Oval 33"/>
            <p:cNvSpPr>
              <a:spLocks noChangeArrowheads="1"/>
            </p:cNvSpPr>
            <p:nvPr/>
          </p:nvSpPr>
          <p:spPr bwMode="auto">
            <a:xfrm>
              <a:off x="4848" y="2448"/>
              <a:ext cx="96" cy="96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4722" name="Oval 34"/>
            <p:cNvSpPr>
              <a:spLocks noChangeArrowheads="1"/>
            </p:cNvSpPr>
            <p:nvPr/>
          </p:nvSpPr>
          <p:spPr bwMode="auto">
            <a:xfrm>
              <a:off x="4272" y="2448"/>
              <a:ext cx="96" cy="96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4723" name="Oval 35"/>
            <p:cNvSpPr>
              <a:spLocks noChangeArrowheads="1"/>
            </p:cNvSpPr>
            <p:nvPr/>
          </p:nvSpPr>
          <p:spPr bwMode="auto">
            <a:xfrm>
              <a:off x="3696" y="3600"/>
              <a:ext cx="96" cy="96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4724" name="Oval 36"/>
            <p:cNvSpPr>
              <a:spLocks noChangeArrowheads="1"/>
            </p:cNvSpPr>
            <p:nvPr/>
          </p:nvSpPr>
          <p:spPr bwMode="auto">
            <a:xfrm>
              <a:off x="3696" y="3024"/>
              <a:ext cx="96" cy="96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4725" name="Oval 37"/>
            <p:cNvSpPr>
              <a:spLocks noChangeArrowheads="1"/>
            </p:cNvSpPr>
            <p:nvPr/>
          </p:nvSpPr>
          <p:spPr bwMode="auto">
            <a:xfrm>
              <a:off x="3696" y="2448"/>
              <a:ext cx="96" cy="96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4726" name="Oval 38"/>
            <p:cNvSpPr>
              <a:spLocks noChangeArrowheads="1"/>
            </p:cNvSpPr>
            <p:nvPr/>
          </p:nvSpPr>
          <p:spPr bwMode="auto">
            <a:xfrm>
              <a:off x="3120" y="1872"/>
              <a:ext cx="96" cy="96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4727" name="Oval 39"/>
            <p:cNvSpPr>
              <a:spLocks noChangeArrowheads="1"/>
            </p:cNvSpPr>
            <p:nvPr/>
          </p:nvSpPr>
          <p:spPr bwMode="auto">
            <a:xfrm>
              <a:off x="2544" y="2448"/>
              <a:ext cx="96" cy="96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4728" name="Oval 40"/>
            <p:cNvSpPr>
              <a:spLocks noChangeArrowheads="1"/>
            </p:cNvSpPr>
            <p:nvPr/>
          </p:nvSpPr>
          <p:spPr bwMode="auto">
            <a:xfrm>
              <a:off x="2544" y="1872"/>
              <a:ext cx="96" cy="96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4729" name="Oval 41"/>
            <p:cNvSpPr>
              <a:spLocks noChangeArrowheads="1"/>
            </p:cNvSpPr>
            <p:nvPr/>
          </p:nvSpPr>
          <p:spPr bwMode="auto">
            <a:xfrm>
              <a:off x="2544" y="3024"/>
              <a:ext cx="96" cy="96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4730" name="Oval 42"/>
            <p:cNvSpPr>
              <a:spLocks noChangeArrowheads="1"/>
            </p:cNvSpPr>
            <p:nvPr/>
          </p:nvSpPr>
          <p:spPr bwMode="auto">
            <a:xfrm>
              <a:off x="2544" y="3600"/>
              <a:ext cx="96" cy="96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4731" name="Oval 43"/>
            <p:cNvSpPr>
              <a:spLocks noChangeArrowheads="1"/>
            </p:cNvSpPr>
            <p:nvPr/>
          </p:nvSpPr>
          <p:spPr bwMode="auto">
            <a:xfrm>
              <a:off x="1968" y="2448"/>
              <a:ext cx="96" cy="96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4732" name="Oval 44"/>
            <p:cNvSpPr>
              <a:spLocks noChangeArrowheads="1"/>
            </p:cNvSpPr>
            <p:nvPr/>
          </p:nvSpPr>
          <p:spPr bwMode="auto">
            <a:xfrm>
              <a:off x="1968" y="1872"/>
              <a:ext cx="96" cy="96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4733" name="Oval 45"/>
            <p:cNvSpPr>
              <a:spLocks noChangeArrowheads="1"/>
            </p:cNvSpPr>
            <p:nvPr/>
          </p:nvSpPr>
          <p:spPr bwMode="auto">
            <a:xfrm>
              <a:off x="1968" y="3024"/>
              <a:ext cx="96" cy="96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4734" name="Oval 46"/>
            <p:cNvSpPr>
              <a:spLocks noChangeArrowheads="1"/>
            </p:cNvSpPr>
            <p:nvPr/>
          </p:nvSpPr>
          <p:spPr bwMode="auto">
            <a:xfrm>
              <a:off x="1968" y="3600"/>
              <a:ext cx="96" cy="96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4735" name="Oval 47"/>
            <p:cNvSpPr>
              <a:spLocks noChangeArrowheads="1"/>
            </p:cNvSpPr>
            <p:nvPr/>
          </p:nvSpPr>
          <p:spPr bwMode="auto">
            <a:xfrm>
              <a:off x="3120" y="3600"/>
              <a:ext cx="96" cy="96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4736" name="Oval 48"/>
            <p:cNvSpPr>
              <a:spLocks noChangeArrowheads="1"/>
            </p:cNvSpPr>
            <p:nvPr/>
          </p:nvSpPr>
          <p:spPr bwMode="auto">
            <a:xfrm>
              <a:off x="3120" y="3024"/>
              <a:ext cx="96" cy="96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4737" name="Oval 49"/>
            <p:cNvSpPr>
              <a:spLocks noChangeArrowheads="1"/>
            </p:cNvSpPr>
            <p:nvPr/>
          </p:nvSpPr>
          <p:spPr bwMode="auto">
            <a:xfrm>
              <a:off x="3120" y="2448"/>
              <a:ext cx="96" cy="96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4738" name="Oval 50"/>
            <p:cNvSpPr>
              <a:spLocks noChangeArrowheads="1"/>
            </p:cNvSpPr>
            <p:nvPr/>
          </p:nvSpPr>
          <p:spPr bwMode="auto">
            <a:xfrm>
              <a:off x="816" y="3600"/>
              <a:ext cx="96" cy="96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4739" name="Oval 51"/>
            <p:cNvSpPr>
              <a:spLocks noChangeArrowheads="1"/>
            </p:cNvSpPr>
            <p:nvPr/>
          </p:nvSpPr>
          <p:spPr bwMode="auto">
            <a:xfrm>
              <a:off x="4848" y="1296"/>
              <a:ext cx="96" cy="96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4740" name="Oval 52"/>
            <p:cNvSpPr>
              <a:spLocks noChangeArrowheads="1"/>
            </p:cNvSpPr>
            <p:nvPr/>
          </p:nvSpPr>
          <p:spPr bwMode="auto">
            <a:xfrm>
              <a:off x="1392" y="1872"/>
              <a:ext cx="96" cy="96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4741" name="Oval 53"/>
            <p:cNvSpPr>
              <a:spLocks noChangeArrowheads="1"/>
            </p:cNvSpPr>
            <p:nvPr/>
          </p:nvSpPr>
          <p:spPr bwMode="auto">
            <a:xfrm>
              <a:off x="1392" y="3024"/>
              <a:ext cx="96" cy="96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4742" name="Oval 54"/>
            <p:cNvSpPr>
              <a:spLocks noChangeArrowheads="1"/>
            </p:cNvSpPr>
            <p:nvPr/>
          </p:nvSpPr>
          <p:spPr bwMode="auto">
            <a:xfrm>
              <a:off x="1392" y="3600"/>
              <a:ext cx="96" cy="96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4743" name="Oval 55"/>
            <p:cNvSpPr>
              <a:spLocks noChangeArrowheads="1"/>
            </p:cNvSpPr>
            <p:nvPr/>
          </p:nvSpPr>
          <p:spPr bwMode="auto">
            <a:xfrm>
              <a:off x="816" y="2448"/>
              <a:ext cx="96" cy="96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4744" name="Oval 56"/>
            <p:cNvSpPr>
              <a:spLocks noChangeArrowheads="1"/>
            </p:cNvSpPr>
            <p:nvPr/>
          </p:nvSpPr>
          <p:spPr bwMode="auto">
            <a:xfrm>
              <a:off x="816" y="3024"/>
              <a:ext cx="96" cy="96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4745" name="Oval 57"/>
            <p:cNvSpPr>
              <a:spLocks noChangeArrowheads="1"/>
            </p:cNvSpPr>
            <p:nvPr/>
          </p:nvSpPr>
          <p:spPr bwMode="auto">
            <a:xfrm>
              <a:off x="816" y="1872"/>
              <a:ext cx="96" cy="96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4746" name="Oval 58"/>
            <p:cNvSpPr>
              <a:spLocks noChangeArrowheads="1"/>
            </p:cNvSpPr>
            <p:nvPr/>
          </p:nvSpPr>
          <p:spPr bwMode="auto">
            <a:xfrm>
              <a:off x="3696" y="1872"/>
              <a:ext cx="96" cy="96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4747" name="Oval 59"/>
            <p:cNvSpPr>
              <a:spLocks noChangeArrowheads="1"/>
            </p:cNvSpPr>
            <p:nvPr/>
          </p:nvSpPr>
          <p:spPr bwMode="auto">
            <a:xfrm>
              <a:off x="4272" y="1872"/>
              <a:ext cx="96" cy="96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4748" name="Oval 60"/>
            <p:cNvSpPr>
              <a:spLocks noChangeArrowheads="1"/>
            </p:cNvSpPr>
            <p:nvPr/>
          </p:nvSpPr>
          <p:spPr bwMode="auto">
            <a:xfrm>
              <a:off x="4848" y="1872"/>
              <a:ext cx="96" cy="96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4749" name="Oval 61"/>
            <p:cNvSpPr>
              <a:spLocks noChangeArrowheads="1"/>
            </p:cNvSpPr>
            <p:nvPr/>
          </p:nvSpPr>
          <p:spPr bwMode="auto">
            <a:xfrm>
              <a:off x="4272" y="1296"/>
              <a:ext cx="96" cy="96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4750" name="Oval 62"/>
            <p:cNvSpPr>
              <a:spLocks noChangeArrowheads="1"/>
            </p:cNvSpPr>
            <p:nvPr/>
          </p:nvSpPr>
          <p:spPr bwMode="auto">
            <a:xfrm>
              <a:off x="3696" y="1296"/>
              <a:ext cx="96" cy="96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4751" name="Oval 63"/>
            <p:cNvSpPr>
              <a:spLocks noChangeArrowheads="1"/>
            </p:cNvSpPr>
            <p:nvPr/>
          </p:nvSpPr>
          <p:spPr bwMode="auto">
            <a:xfrm>
              <a:off x="3120" y="1296"/>
              <a:ext cx="96" cy="96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4752" name="Oval 64"/>
            <p:cNvSpPr>
              <a:spLocks noChangeArrowheads="1"/>
            </p:cNvSpPr>
            <p:nvPr/>
          </p:nvSpPr>
          <p:spPr bwMode="auto">
            <a:xfrm>
              <a:off x="1968" y="1296"/>
              <a:ext cx="96" cy="96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4753" name="Oval 65"/>
            <p:cNvSpPr>
              <a:spLocks noChangeArrowheads="1"/>
            </p:cNvSpPr>
            <p:nvPr/>
          </p:nvSpPr>
          <p:spPr bwMode="auto">
            <a:xfrm>
              <a:off x="1392" y="2448"/>
              <a:ext cx="96" cy="96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754754" name="Group 66"/>
          <p:cNvGrpSpPr>
            <a:grpSpLocks/>
          </p:cNvGrpSpPr>
          <p:nvPr/>
        </p:nvGrpSpPr>
        <p:grpSpPr bwMode="auto">
          <a:xfrm>
            <a:off x="1371600" y="2133600"/>
            <a:ext cx="6553200" cy="1981200"/>
            <a:chOff x="864" y="1344"/>
            <a:chExt cx="4128" cy="1248"/>
          </a:xfrm>
        </p:grpSpPr>
        <p:sp>
          <p:nvSpPr>
            <p:cNvPr id="754755" name="Oval 67"/>
            <p:cNvSpPr>
              <a:spLocks noChangeArrowheads="1"/>
            </p:cNvSpPr>
            <p:nvPr/>
          </p:nvSpPr>
          <p:spPr bwMode="auto">
            <a:xfrm>
              <a:off x="3744" y="2496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4756" name="Oval 68"/>
            <p:cNvSpPr>
              <a:spLocks noChangeArrowheads="1"/>
            </p:cNvSpPr>
            <p:nvPr/>
          </p:nvSpPr>
          <p:spPr bwMode="auto">
            <a:xfrm>
              <a:off x="3744" y="1920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4757" name="Oval 69"/>
            <p:cNvSpPr>
              <a:spLocks noChangeArrowheads="1"/>
            </p:cNvSpPr>
            <p:nvPr/>
          </p:nvSpPr>
          <p:spPr bwMode="auto">
            <a:xfrm>
              <a:off x="3744" y="1344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4758" name="Oval 70"/>
            <p:cNvSpPr>
              <a:spLocks noChangeArrowheads="1"/>
            </p:cNvSpPr>
            <p:nvPr/>
          </p:nvSpPr>
          <p:spPr bwMode="auto">
            <a:xfrm>
              <a:off x="2592" y="2496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4759" name="Oval 71"/>
            <p:cNvSpPr>
              <a:spLocks noChangeArrowheads="1"/>
            </p:cNvSpPr>
            <p:nvPr/>
          </p:nvSpPr>
          <p:spPr bwMode="auto">
            <a:xfrm>
              <a:off x="2592" y="1920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4760" name="Oval 72"/>
            <p:cNvSpPr>
              <a:spLocks noChangeArrowheads="1"/>
            </p:cNvSpPr>
            <p:nvPr/>
          </p:nvSpPr>
          <p:spPr bwMode="auto">
            <a:xfrm>
              <a:off x="2592" y="1344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4761" name="Oval 73"/>
            <p:cNvSpPr>
              <a:spLocks noChangeArrowheads="1"/>
            </p:cNvSpPr>
            <p:nvPr/>
          </p:nvSpPr>
          <p:spPr bwMode="auto">
            <a:xfrm>
              <a:off x="1440" y="2496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4762" name="Oval 74"/>
            <p:cNvSpPr>
              <a:spLocks noChangeArrowheads="1"/>
            </p:cNvSpPr>
            <p:nvPr/>
          </p:nvSpPr>
          <p:spPr bwMode="auto">
            <a:xfrm>
              <a:off x="1440" y="1920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4763" name="Oval 75"/>
            <p:cNvSpPr>
              <a:spLocks noChangeArrowheads="1"/>
            </p:cNvSpPr>
            <p:nvPr/>
          </p:nvSpPr>
          <p:spPr bwMode="auto">
            <a:xfrm>
              <a:off x="1440" y="1344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4764" name="Oval 76"/>
            <p:cNvSpPr>
              <a:spLocks noChangeArrowheads="1"/>
            </p:cNvSpPr>
            <p:nvPr/>
          </p:nvSpPr>
          <p:spPr bwMode="auto">
            <a:xfrm>
              <a:off x="864" y="1920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4765" name="Oval 77"/>
            <p:cNvSpPr>
              <a:spLocks noChangeArrowheads="1"/>
            </p:cNvSpPr>
            <p:nvPr/>
          </p:nvSpPr>
          <p:spPr bwMode="auto">
            <a:xfrm>
              <a:off x="4896" y="2496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4766" name="Oval 78"/>
            <p:cNvSpPr>
              <a:spLocks noChangeArrowheads="1"/>
            </p:cNvSpPr>
            <p:nvPr/>
          </p:nvSpPr>
          <p:spPr bwMode="auto">
            <a:xfrm>
              <a:off x="4896" y="1920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4767" name="Oval 79"/>
            <p:cNvSpPr>
              <a:spLocks noChangeArrowheads="1"/>
            </p:cNvSpPr>
            <p:nvPr/>
          </p:nvSpPr>
          <p:spPr bwMode="auto">
            <a:xfrm>
              <a:off x="4896" y="1344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4768" name="Oval 80"/>
            <p:cNvSpPr>
              <a:spLocks noChangeArrowheads="1"/>
            </p:cNvSpPr>
            <p:nvPr/>
          </p:nvSpPr>
          <p:spPr bwMode="auto">
            <a:xfrm>
              <a:off x="4320" y="1920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6738" name="Group 2"/>
          <p:cNvGrpSpPr>
            <a:grpSpLocks/>
          </p:cNvGrpSpPr>
          <p:nvPr/>
        </p:nvGrpSpPr>
        <p:grpSpPr bwMode="auto">
          <a:xfrm>
            <a:off x="304800" y="1219200"/>
            <a:ext cx="8610600" cy="4876800"/>
            <a:chOff x="576" y="4128"/>
            <a:chExt cx="5424" cy="3072"/>
          </a:xfrm>
        </p:grpSpPr>
        <p:sp>
          <p:nvSpPr>
            <p:cNvPr id="756739" name="Line 3"/>
            <p:cNvSpPr>
              <a:spLocks noChangeShapeType="1"/>
            </p:cNvSpPr>
            <p:nvPr/>
          </p:nvSpPr>
          <p:spPr bwMode="auto">
            <a:xfrm flipV="1">
              <a:off x="4032" y="7008"/>
              <a:ext cx="192" cy="192"/>
            </a:xfrm>
            <a:prstGeom prst="line">
              <a:avLst/>
            </a:prstGeom>
            <a:noFill/>
            <a:ln w="50800">
              <a:solidFill>
                <a:srgbClr val="00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6740" name="Line 4"/>
            <p:cNvSpPr>
              <a:spLocks noChangeShapeType="1"/>
            </p:cNvSpPr>
            <p:nvPr/>
          </p:nvSpPr>
          <p:spPr bwMode="auto">
            <a:xfrm flipH="1">
              <a:off x="4032" y="6432"/>
              <a:ext cx="192" cy="720"/>
            </a:xfrm>
            <a:prstGeom prst="line">
              <a:avLst/>
            </a:prstGeom>
            <a:noFill/>
            <a:ln w="50800">
              <a:solidFill>
                <a:srgbClr val="00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6741" name="Line 5"/>
            <p:cNvSpPr>
              <a:spLocks noChangeShapeType="1"/>
            </p:cNvSpPr>
            <p:nvPr/>
          </p:nvSpPr>
          <p:spPr bwMode="auto">
            <a:xfrm flipH="1">
              <a:off x="4032" y="5856"/>
              <a:ext cx="192" cy="768"/>
            </a:xfrm>
            <a:prstGeom prst="line">
              <a:avLst/>
            </a:prstGeom>
            <a:noFill/>
            <a:ln w="50800">
              <a:solidFill>
                <a:srgbClr val="00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6742" name="Line 6"/>
            <p:cNvSpPr>
              <a:spLocks noChangeShapeType="1"/>
            </p:cNvSpPr>
            <p:nvPr/>
          </p:nvSpPr>
          <p:spPr bwMode="auto">
            <a:xfrm flipV="1">
              <a:off x="4032" y="5856"/>
              <a:ext cx="192" cy="192"/>
            </a:xfrm>
            <a:prstGeom prst="line">
              <a:avLst/>
            </a:prstGeom>
            <a:noFill/>
            <a:ln w="50800">
              <a:solidFill>
                <a:srgbClr val="00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6743" name="Line 7"/>
            <p:cNvSpPr>
              <a:spLocks noChangeShapeType="1"/>
            </p:cNvSpPr>
            <p:nvPr/>
          </p:nvSpPr>
          <p:spPr bwMode="auto">
            <a:xfrm flipV="1">
              <a:off x="4032" y="6432"/>
              <a:ext cx="192" cy="192"/>
            </a:xfrm>
            <a:prstGeom prst="line">
              <a:avLst/>
            </a:prstGeom>
            <a:noFill/>
            <a:ln w="50800">
              <a:solidFill>
                <a:srgbClr val="00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6744" name="Line 8"/>
            <p:cNvSpPr>
              <a:spLocks noChangeShapeType="1"/>
            </p:cNvSpPr>
            <p:nvPr/>
          </p:nvSpPr>
          <p:spPr bwMode="auto">
            <a:xfrm flipV="1">
              <a:off x="4032" y="4128"/>
              <a:ext cx="192" cy="192"/>
            </a:xfrm>
            <a:prstGeom prst="line">
              <a:avLst/>
            </a:prstGeom>
            <a:noFill/>
            <a:ln w="50800">
              <a:solidFill>
                <a:srgbClr val="00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6745" name="Line 9"/>
            <p:cNvSpPr>
              <a:spLocks noChangeShapeType="1"/>
            </p:cNvSpPr>
            <p:nvPr/>
          </p:nvSpPr>
          <p:spPr bwMode="auto">
            <a:xfrm>
              <a:off x="4224" y="5280"/>
              <a:ext cx="336" cy="144"/>
            </a:xfrm>
            <a:prstGeom prst="line">
              <a:avLst/>
            </a:prstGeom>
            <a:noFill/>
            <a:ln w="50800">
              <a:solidFill>
                <a:srgbClr val="00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6746" name="Line 10"/>
            <p:cNvSpPr>
              <a:spLocks noChangeShapeType="1"/>
            </p:cNvSpPr>
            <p:nvPr/>
          </p:nvSpPr>
          <p:spPr bwMode="auto">
            <a:xfrm flipV="1">
              <a:off x="4608" y="4128"/>
              <a:ext cx="192" cy="192"/>
            </a:xfrm>
            <a:prstGeom prst="line">
              <a:avLst/>
            </a:prstGeom>
            <a:noFill/>
            <a:ln w="50800">
              <a:solidFill>
                <a:srgbClr val="00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6747" name="Line 11"/>
            <p:cNvSpPr>
              <a:spLocks noChangeShapeType="1"/>
            </p:cNvSpPr>
            <p:nvPr/>
          </p:nvSpPr>
          <p:spPr bwMode="auto">
            <a:xfrm flipV="1">
              <a:off x="4032" y="5280"/>
              <a:ext cx="192" cy="192"/>
            </a:xfrm>
            <a:prstGeom prst="line">
              <a:avLst/>
            </a:prstGeom>
            <a:noFill/>
            <a:ln w="50800">
              <a:solidFill>
                <a:srgbClr val="00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6748" name="Line 12"/>
            <p:cNvSpPr>
              <a:spLocks noChangeShapeType="1"/>
            </p:cNvSpPr>
            <p:nvPr/>
          </p:nvSpPr>
          <p:spPr bwMode="auto">
            <a:xfrm flipV="1">
              <a:off x="4032" y="4704"/>
              <a:ext cx="192" cy="192"/>
            </a:xfrm>
            <a:prstGeom prst="line">
              <a:avLst/>
            </a:prstGeom>
            <a:noFill/>
            <a:ln w="50800">
              <a:solidFill>
                <a:srgbClr val="00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6749" name="Line 13"/>
            <p:cNvSpPr>
              <a:spLocks noChangeShapeType="1"/>
            </p:cNvSpPr>
            <p:nvPr/>
          </p:nvSpPr>
          <p:spPr bwMode="auto">
            <a:xfrm flipV="1">
              <a:off x="4608" y="4704"/>
              <a:ext cx="192" cy="192"/>
            </a:xfrm>
            <a:prstGeom prst="line">
              <a:avLst/>
            </a:prstGeom>
            <a:noFill/>
            <a:ln w="50800">
              <a:solidFill>
                <a:srgbClr val="00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6750" name="Line 14"/>
            <p:cNvSpPr>
              <a:spLocks noChangeShapeType="1"/>
            </p:cNvSpPr>
            <p:nvPr/>
          </p:nvSpPr>
          <p:spPr bwMode="auto">
            <a:xfrm flipV="1">
              <a:off x="4608" y="5280"/>
              <a:ext cx="192" cy="192"/>
            </a:xfrm>
            <a:prstGeom prst="line">
              <a:avLst/>
            </a:prstGeom>
            <a:noFill/>
            <a:ln w="50800">
              <a:solidFill>
                <a:srgbClr val="00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6751" name="Line 15"/>
            <p:cNvSpPr>
              <a:spLocks noChangeShapeType="1"/>
            </p:cNvSpPr>
            <p:nvPr/>
          </p:nvSpPr>
          <p:spPr bwMode="auto">
            <a:xfrm flipH="1" flipV="1">
              <a:off x="4608" y="4944"/>
              <a:ext cx="192" cy="336"/>
            </a:xfrm>
            <a:prstGeom prst="line">
              <a:avLst/>
            </a:prstGeom>
            <a:noFill/>
            <a:ln w="50800">
              <a:solidFill>
                <a:srgbClr val="00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6752" name="Line 16"/>
            <p:cNvSpPr>
              <a:spLocks noChangeShapeType="1"/>
            </p:cNvSpPr>
            <p:nvPr/>
          </p:nvSpPr>
          <p:spPr bwMode="auto">
            <a:xfrm flipH="1" flipV="1">
              <a:off x="4608" y="4368"/>
              <a:ext cx="192" cy="336"/>
            </a:xfrm>
            <a:prstGeom prst="line">
              <a:avLst/>
            </a:prstGeom>
            <a:noFill/>
            <a:ln w="50800">
              <a:solidFill>
                <a:srgbClr val="00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6753" name="Line 17"/>
            <p:cNvSpPr>
              <a:spLocks noChangeShapeType="1"/>
            </p:cNvSpPr>
            <p:nvPr/>
          </p:nvSpPr>
          <p:spPr bwMode="auto">
            <a:xfrm flipH="1" flipV="1">
              <a:off x="4032" y="4368"/>
              <a:ext cx="192" cy="336"/>
            </a:xfrm>
            <a:prstGeom prst="line">
              <a:avLst/>
            </a:prstGeom>
            <a:noFill/>
            <a:ln w="50800">
              <a:solidFill>
                <a:srgbClr val="00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6754" name="Line 18"/>
            <p:cNvSpPr>
              <a:spLocks noChangeShapeType="1"/>
            </p:cNvSpPr>
            <p:nvPr/>
          </p:nvSpPr>
          <p:spPr bwMode="auto">
            <a:xfrm>
              <a:off x="576" y="4128"/>
              <a:ext cx="1104" cy="720"/>
            </a:xfrm>
            <a:prstGeom prst="line">
              <a:avLst/>
            </a:prstGeom>
            <a:noFill/>
            <a:ln w="50800">
              <a:solidFill>
                <a:srgbClr val="00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6755" name="Line 19"/>
            <p:cNvSpPr>
              <a:spLocks noChangeShapeType="1"/>
            </p:cNvSpPr>
            <p:nvPr/>
          </p:nvSpPr>
          <p:spPr bwMode="auto">
            <a:xfrm>
              <a:off x="576" y="4128"/>
              <a:ext cx="2256" cy="768"/>
            </a:xfrm>
            <a:prstGeom prst="line">
              <a:avLst/>
            </a:prstGeom>
            <a:noFill/>
            <a:ln w="50800">
              <a:solidFill>
                <a:srgbClr val="00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6756" name="Line 20"/>
            <p:cNvSpPr>
              <a:spLocks noChangeShapeType="1"/>
            </p:cNvSpPr>
            <p:nvPr/>
          </p:nvSpPr>
          <p:spPr bwMode="auto">
            <a:xfrm>
              <a:off x="576" y="4128"/>
              <a:ext cx="3408" cy="768"/>
            </a:xfrm>
            <a:prstGeom prst="line">
              <a:avLst/>
            </a:prstGeom>
            <a:noFill/>
            <a:ln w="50800">
              <a:solidFill>
                <a:srgbClr val="00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6757" name="Line 21"/>
            <p:cNvSpPr>
              <a:spLocks noChangeShapeType="1"/>
            </p:cNvSpPr>
            <p:nvPr/>
          </p:nvSpPr>
          <p:spPr bwMode="auto">
            <a:xfrm>
              <a:off x="576" y="4128"/>
              <a:ext cx="4560" cy="768"/>
            </a:xfrm>
            <a:prstGeom prst="line">
              <a:avLst/>
            </a:prstGeom>
            <a:noFill/>
            <a:ln w="50800">
              <a:solidFill>
                <a:srgbClr val="00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6758" name="Line 22"/>
            <p:cNvSpPr>
              <a:spLocks noChangeShapeType="1"/>
            </p:cNvSpPr>
            <p:nvPr/>
          </p:nvSpPr>
          <p:spPr bwMode="auto">
            <a:xfrm>
              <a:off x="576" y="4128"/>
              <a:ext cx="4560" cy="1296"/>
            </a:xfrm>
            <a:prstGeom prst="line">
              <a:avLst/>
            </a:prstGeom>
            <a:noFill/>
            <a:ln w="50800">
              <a:solidFill>
                <a:srgbClr val="00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6759" name="Line 23"/>
            <p:cNvSpPr>
              <a:spLocks noChangeShapeType="1"/>
            </p:cNvSpPr>
            <p:nvPr/>
          </p:nvSpPr>
          <p:spPr bwMode="auto">
            <a:xfrm>
              <a:off x="576" y="4128"/>
              <a:ext cx="3408" cy="1344"/>
            </a:xfrm>
            <a:prstGeom prst="line">
              <a:avLst/>
            </a:prstGeom>
            <a:noFill/>
            <a:ln w="50800">
              <a:solidFill>
                <a:srgbClr val="00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6760" name="Line 24"/>
            <p:cNvSpPr>
              <a:spLocks noChangeShapeType="1"/>
            </p:cNvSpPr>
            <p:nvPr/>
          </p:nvSpPr>
          <p:spPr bwMode="auto">
            <a:xfrm>
              <a:off x="576" y="4128"/>
              <a:ext cx="2256" cy="1296"/>
            </a:xfrm>
            <a:prstGeom prst="line">
              <a:avLst/>
            </a:prstGeom>
            <a:noFill/>
            <a:ln w="50800">
              <a:solidFill>
                <a:srgbClr val="00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6761" name="Line 25"/>
            <p:cNvSpPr>
              <a:spLocks noChangeShapeType="1"/>
            </p:cNvSpPr>
            <p:nvPr/>
          </p:nvSpPr>
          <p:spPr bwMode="auto">
            <a:xfrm>
              <a:off x="576" y="4128"/>
              <a:ext cx="1104" cy="1296"/>
            </a:xfrm>
            <a:prstGeom prst="line">
              <a:avLst/>
            </a:prstGeom>
            <a:noFill/>
            <a:ln w="50800">
              <a:solidFill>
                <a:srgbClr val="00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6762" name="Line 26"/>
            <p:cNvSpPr>
              <a:spLocks noChangeShapeType="1"/>
            </p:cNvSpPr>
            <p:nvPr/>
          </p:nvSpPr>
          <p:spPr bwMode="auto">
            <a:xfrm>
              <a:off x="576" y="4128"/>
              <a:ext cx="576" cy="1296"/>
            </a:xfrm>
            <a:prstGeom prst="line">
              <a:avLst/>
            </a:prstGeom>
            <a:noFill/>
            <a:ln w="50800">
              <a:solidFill>
                <a:srgbClr val="00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6763" name="Line 27"/>
            <p:cNvSpPr>
              <a:spLocks noChangeShapeType="1"/>
            </p:cNvSpPr>
            <p:nvPr/>
          </p:nvSpPr>
          <p:spPr bwMode="auto">
            <a:xfrm>
              <a:off x="576" y="4128"/>
              <a:ext cx="1104" cy="1872"/>
            </a:xfrm>
            <a:prstGeom prst="line">
              <a:avLst/>
            </a:prstGeom>
            <a:noFill/>
            <a:ln w="50800">
              <a:solidFill>
                <a:srgbClr val="00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6764" name="Line 28"/>
            <p:cNvSpPr>
              <a:spLocks noChangeShapeType="1"/>
            </p:cNvSpPr>
            <p:nvPr/>
          </p:nvSpPr>
          <p:spPr bwMode="auto">
            <a:xfrm>
              <a:off x="576" y="4128"/>
              <a:ext cx="2256" cy="1872"/>
            </a:xfrm>
            <a:prstGeom prst="line">
              <a:avLst/>
            </a:prstGeom>
            <a:noFill/>
            <a:ln w="50800">
              <a:solidFill>
                <a:srgbClr val="00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6765" name="Line 29"/>
            <p:cNvSpPr>
              <a:spLocks noChangeShapeType="1"/>
            </p:cNvSpPr>
            <p:nvPr/>
          </p:nvSpPr>
          <p:spPr bwMode="auto">
            <a:xfrm>
              <a:off x="576" y="4128"/>
              <a:ext cx="3408" cy="1872"/>
            </a:xfrm>
            <a:prstGeom prst="line">
              <a:avLst/>
            </a:prstGeom>
            <a:noFill/>
            <a:ln w="50800">
              <a:solidFill>
                <a:srgbClr val="00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6766" name="Line 30"/>
            <p:cNvSpPr>
              <a:spLocks noChangeShapeType="1"/>
            </p:cNvSpPr>
            <p:nvPr/>
          </p:nvSpPr>
          <p:spPr bwMode="auto">
            <a:xfrm>
              <a:off x="576" y="4128"/>
              <a:ext cx="4560" cy="1920"/>
            </a:xfrm>
            <a:prstGeom prst="line">
              <a:avLst/>
            </a:prstGeom>
            <a:noFill/>
            <a:ln w="50800">
              <a:solidFill>
                <a:srgbClr val="00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6767" name="Line 31"/>
            <p:cNvSpPr>
              <a:spLocks noChangeShapeType="1"/>
            </p:cNvSpPr>
            <p:nvPr/>
          </p:nvSpPr>
          <p:spPr bwMode="auto">
            <a:xfrm flipV="1">
              <a:off x="1728" y="7008"/>
              <a:ext cx="192" cy="192"/>
            </a:xfrm>
            <a:prstGeom prst="line">
              <a:avLst/>
            </a:prstGeom>
            <a:noFill/>
            <a:ln w="50800">
              <a:solidFill>
                <a:srgbClr val="00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6768" name="Line 32"/>
            <p:cNvSpPr>
              <a:spLocks noChangeShapeType="1"/>
            </p:cNvSpPr>
            <p:nvPr/>
          </p:nvSpPr>
          <p:spPr bwMode="auto">
            <a:xfrm flipH="1">
              <a:off x="1728" y="6432"/>
              <a:ext cx="192" cy="720"/>
            </a:xfrm>
            <a:prstGeom prst="line">
              <a:avLst/>
            </a:prstGeom>
            <a:noFill/>
            <a:ln w="50800">
              <a:solidFill>
                <a:srgbClr val="00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6769" name="Line 33"/>
            <p:cNvSpPr>
              <a:spLocks noChangeShapeType="1"/>
            </p:cNvSpPr>
            <p:nvPr/>
          </p:nvSpPr>
          <p:spPr bwMode="auto">
            <a:xfrm flipH="1">
              <a:off x="1728" y="5856"/>
              <a:ext cx="192" cy="768"/>
            </a:xfrm>
            <a:prstGeom prst="line">
              <a:avLst/>
            </a:prstGeom>
            <a:noFill/>
            <a:ln w="50800">
              <a:solidFill>
                <a:srgbClr val="00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6770" name="Line 34"/>
            <p:cNvSpPr>
              <a:spLocks noChangeShapeType="1"/>
            </p:cNvSpPr>
            <p:nvPr/>
          </p:nvSpPr>
          <p:spPr bwMode="auto">
            <a:xfrm flipV="1">
              <a:off x="1728" y="5856"/>
              <a:ext cx="192" cy="192"/>
            </a:xfrm>
            <a:prstGeom prst="line">
              <a:avLst/>
            </a:prstGeom>
            <a:noFill/>
            <a:ln w="50800">
              <a:solidFill>
                <a:srgbClr val="00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6771" name="Line 35"/>
            <p:cNvSpPr>
              <a:spLocks noChangeShapeType="1"/>
            </p:cNvSpPr>
            <p:nvPr/>
          </p:nvSpPr>
          <p:spPr bwMode="auto">
            <a:xfrm flipV="1">
              <a:off x="1728" y="6432"/>
              <a:ext cx="192" cy="192"/>
            </a:xfrm>
            <a:prstGeom prst="line">
              <a:avLst/>
            </a:prstGeom>
            <a:noFill/>
            <a:ln w="50800">
              <a:solidFill>
                <a:srgbClr val="00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6772" name="Line 36"/>
            <p:cNvSpPr>
              <a:spLocks noChangeShapeType="1"/>
            </p:cNvSpPr>
            <p:nvPr/>
          </p:nvSpPr>
          <p:spPr bwMode="auto">
            <a:xfrm flipV="1">
              <a:off x="1728" y="4128"/>
              <a:ext cx="192" cy="192"/>
            </a:xfrm>
            <a:prstGeom prst="line">
              <a:avLst/>
            </a:prstGeom>
            <a:noFill/>
            <a:ln w="50800">
              <a:solidFill>
                <a:srgbClr val="00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6773" name="Line 37"/>
            <p:cNvSpPr>
              <a:spLocks noChangeShapeType="1"/>
            </p:cNvSpPr>
            <p:nvPr/>
          </p:nvSpPr>
          <p:spPr bwMode="auto">
            <a:xfrm>
              <a:off x="1920" y="5280"/>
              <a:ext cx="336" cy="144"/>
            </a:xfrm>
            <a:prstGeom prst="line">
              <a:avLst/>
            </a:prstGeom>
            <a:noFill/>
            <a:ln w="50800">
              <a:solidFill>
                <a:srgbClr val="00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6774" name="Line 38"/>
            <p:cNvSpPr>
              <a:spLocks noChangeShapeType="1"/>
            </p:cNvSpPr>
            <p:nvPr/>
          </p:nvSpPr>
          <p:spPr bwMode="auto">
            <a:xfrm flipV="1">
              <a:off x="2304" y="4128"/>
              <a:ext cx="192" cy="192"/>
            </a:xfrm>
            <a:prstGeom prst="line">
              <a:avLst/>
            </a:prstGeom>
            <a:noFill/>
            <a:ln w="50800">
              <a:solidFill>
                <a:srgbClr val="00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6775" name="Line 39"/>
            <p:cNvSpPr>
              <a:spLocks noChangeShapeType="1"/>
            </p:cNvSpPr>
            <p:nvPr/>
          </p:nvSpPr>
          <p:spPr bwMode="auto">
            <a:xfrm flipV="1">
              <a:off x="1728" y="5280"/>
              <a:ext cx="192" cy="192"/>
            </a:xfrm>
            <a:prstGeom prst="line">
              <a:avLst/>
            </a:prstGeom>
            <a:noFill/>
            <a:ln w="50800">
              <a:solidFill>
                <a:srgbClr val="00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6776" name="Line 40"/>
            <p:cNvSpPr>
              <a:spLocks noChangeShapeType="1"/>
            </p:cNvSpPr>
            <p:nvPr/>
          </p:nvSpPr>
          <p:spPr bwMode="auto">
            <a:xfrm flipV="1">
              <a:off x="1728" y="4704"/>
              <a:ext cx="192" cy="192"/>
            </a:xfrm>
            <a:prstGeom prst="line">
              <a:avLst/>
            </a:prstGeom>
            <a:noFill/>
            <a:ln w="50800">
              <a:solidFill>
                <a:srgbClr val="00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6777" name="Line 41"/>
            <p:cNvSpPr>
              <a:spLocks noChangeShapeType="1"/>
            </p:cNvSpPr>
            <p:nvPr/>
          </p:nvSpPr>
          <p:spPr bwMode="auto">
            <a:xfrm flipV="1">
              <a:off x="2304" y="4704"/>
              <a:ext cx="192" cy="192"/>
            </a:xfrm>
            <a:prstGeom prst="line">
              <a:avLst/>
            </a:prstGeom>
            <a:noFill/>
            <a:ln w="50800">
              <a:solidFill>
                <a:srgbClr val="00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6778" name="Line 42"/>
            <p:cNvSpPr>
              <a:spLocks noChangeShapeType="1"/>
            </p:cNvSpPr>
            <p:nvPr/>
          </p:nvSpPr>
          <p:spPr bwMode="auto">
            <a:xfrm flipV="1">
              <a:off x="2304" y="5280"/>
              <a:ext cx="192" cy="192"/>
            </a:xfrm>
            <a:prstGeom prst="line">
              <a:avLst/>
            </a:prstGeom>
            <a:noFill/>
            <a:ln w="50800">
              <a:solidFill>
                <a:srgbClr val="00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6779" name="Line 43"/>
            <p:cNvSpPr>
              <a:spLocks noChangeShapeType="1"/>
            </p:cNvSpPr>
            <p:nvPr/>
          </p:nvSpPr>
          <p:spPr bwMode="auto">
            <a:xfrm flipH="1" flipV="1">
              <a:off x="2304" y="4944"/>
              <a:ext cx="192" cy="336"/>
            </a:xfrm>
            <a:prstGeom prst="line">
              <a:avLst/>
            </a:prstGeom>
            <a:noFill/>
            <a:ln w="50800">
              <a:solidFill>
                <a:srgbClr val="00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6780" name="Line 44"/>
            <p:cNvSpPr>
              <a:spLocks noChangeShapeType="1"/>
            </p:cNvSpPr>
            <p:nvPr/>
          </p:nvSpPr>
          <p:spPr bwMode="auto">
            <a:xfrm flipH="1" flipV="1">
              <a:off x="2304" y="4368"/>
              <a:ext cx="192" cy="336"/>
            </a:xfrm>
            <a:prstGeom prst="line">
              <a:avLst/>
            </a:prstGeom>
            <a:noFill/>
            <a:ln w="50800">
              <a:solidFill>
                <a:srgbClr val="00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6781" name="Line 45"/>
            <p:cNvSpPr>
              <a:spLocks noChangeShapeType="1"/>
            </p:cNvSpPr>
            <p:nvPr/>
          </p:nvSpPr>
          <p:spPr bwMode="auto">
            <a:xfrm flipH="1" flipV="1">
              <a:off x="1728" y="4368"/>
              <a:ext cx="192" cy="336"/>
            </a:xfrm>
            <a:prstGeom prst="line">
              <a:avLst/>
            </a:prstGeom>
            <a:noFill/>
            <a:ln w="50800">
              <a:solidFill>
                <a:srgbClr val="00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6782" name="Line 46"/>
            <p:cNvSpPr>
              <a:spLocks noChangeShapeType="1"/>
            </p:cNvSpPr>
            <p:nvPr/>
          </p:nvSpPr>
          <p:spPr bwMode="auto">
            <a:xfrm flipV="1">
              <a:off x="1152" y="5280"/>
              <a:ext cx="192" cy="192"/>
            </a:xfrm>
            <a:prstGeom prst="line">
              <a:avLst/>
            </a:prstGeom>
            <a:noFill/>
            <a:ln w="50800">
              <a:solidFill>
                <a:srgbClr val="00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6783" name="Line 47"/>
            <p:cNvSpPr>
              <a:spLocks noChangeShapeType="1"/>
            </p:cNvSpPr>
            <p:nvPr/>
          </p:nvSpPr>
          <p:spPr bwMode="auto">
            <a:xfrm>
              <a:off x="1344" y="5280"/>
              <a:ext cx="4560" cy="1872"/>
            </a:xfrm>
            <a:prstGeom prst="line">
              <a:avLst/>
            </a:prstGeom>
            <a:noFill/>
            <a:ln w="50800">
              <a:solidFill>
                <a:srgbClr val="00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6784" name="Line 48"/>
            <p:cNvSpPr>
              <a:spLocks noChangeShapeType="1"/>
            </p:cNvSpPr>
            <p:nvPr/>
          </p:nvSpPr>
          <p:spPr bwMode="auto">
            <a:xfrm>
              <a:off x="1920" y="4128"/>
              <a:ext cx="3984" cy="3024"/>
            </a:xfrm>
            <a:prstGeom prst="line">
              <a:avLst/>
            </a:prstGeom>
            <a:noFill/>
            <a:ln w="50800">
              <a:solidFill>
                <a:srgbClr val="00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6785" name="Line 49"/>
            <p:cNvSpPr>
              <a:spLocks noChangeShapeType="1"/>
            </p:cNvSpPr>
            <p:nvPr/>
          </p:nvSpPr>
          <p:spPr bwMode="auto">
            <a:xfrm>
              <a:off x="2496" y="4128"/>
              <a:ext cx="3408" cy="3024"/>
            </a:xfrm>
            <a:prstGeom prst="line">
              <a:avLst/>
            </a:prstGeom>
            <a:noFill/>
            <a:ln w="50800">
              <a:solidFill>
                <a:srgbClr val="00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6786" name="Line 50"/>
            <p:cNvSpPr>
              <a:spLocks noChangeShapeType="1"/>
            </p:cNvSpPr>
            <p:nvPr/>
          </p:nvSpPr>
          <p:spPr bwMode="auto">
            <a:xfrm>
              <a:off x="1920" y="7008"/>
              <a:ext cx="3984" cy="192"/>
            </a:xfrm>
            <a:prstGeom prst="line">
              <a:avLst/>
            </a:prstGeom>
            <a:noFill/>
            <a:ln w="50800">
              <a:solidFill>
                <a:srgbClr val="00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6787" name="Line 51"/>
            <p:cNvSpPr>
              <a:spLocks noChangeShapeType="1"/>
            </p:cNvSpPr>
            <p:nvPr/>
          </p:nvSpPr>
          <p:spPr bwMode="auto">
            <a:xfrm flipV="1">
              <a:off x="2880" y="4704"/>
              <a:ext cx="192" cy="192"/>
            </a:xfrm>
            <a:prstGeom prst="line">
              <a:avLst/>
            </a:prstGeom>
            <a:noFill/>
            <a:ln w="50800">
              <a:solidFill>
                <a:srgbClr val="00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6788" name="Line 52"/>
            <p:cNvSpPr>
              <a:spLocks noChangeShapeType="1"/>
            </p:cNvSpPr>
            <p:nvPr/>
          </p:nvSpPr>
          <p:spPr bwMode="auto">
            <a:xfrm flipH="1" flipV="1">
              <a:off x="2880" y="4368"/>
              <a:ext cx="192" cy="336"/>
            </a:xfrm>
            <a:prstGeom prst="line">
              <a:avLst/>
            </a:prstGeom>
            <a:noFill/>
            <a:ln w="50800">
              <a:solidFill>
                <a:srgbClr val="00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6789" name="Line 53"/>
            <p:cNvSpPr>
              <a:spLocks noChangeShapeType="1"/>
            </p:cNvSpPr>
            <p:nvPr/>
          </p:nvSpPr>
          <p:spPr bwMode="auto">
            <a:xfrm flipV="1">
              <a:off x="2880" y="4128"/>
              <a:ext cx="192" cy="192"/>
            </a:xfrm>
            <a:prstGeom prst="line">
              <a:avLst/>
            </a:prstGeom>
            <a:noFill/>
            <a:ln w="50800">
              <a:solidFill>
                <a:srgbClr val="00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6790" name="Line 54"/>
            <p:cNvSpPr>
              <a:spLocks noChangeShapeType="1"/>
            </p:cNvSpPr>
            <p:nvPr/>
          </p:nvSpPr>
          <p:spPr bwMode="auto">
            <a:xfrm>
              <a:off x="3072" y="4128"/>
              <a:ext cx="2832" cy="3024"/>
            </a:xfrm>
            <a:prstGeom prst="line">
              <a:avLst/>
            </a:prstGeom>
            <a:noFill/>
            <a:ln w="50800">
              <a:solidFill>
                <a:srgbClr val="00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6791" name="Line 55"/>
            <p:cNvSpPr>
              <a:spLocks noChangeShapeType="1"/>
            </p:cNvSpPr>
            <p:nvPr/>
          </p:nvSpPr>
          <p:spPr bwMode="auto">
            <a:xfrm flipV="1">
              <a:off x="2880" y="5280"/>
              <a:ext cx="192" cy="192"/>
            </a:xfrm>
            <a:prstGeom prst="line">
              <a:avLst/>
            </a:prstGeom>
            <a:noFill/>
            <a:ln w="50800">
              <a:solidFill>
                <a:srgbClr val="00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6792" name="Line 56"/>
            <p:cNvSpPr>
              <a:spLocks noChangeShapeType="1"/>
            </p:cNvSpPr>
            <p:nvPr/>
          </p:nvSpPr>
          <p:spPr bwMode="auto">
            <a:xfrm>
              <a:off x="3072" y="5280"/>
              <a:ext cx="336" cy="144"/>
            </a:xfrm>
            <a:prstGeom prst="line">
              <a:avLst/>
            </a:prstGeom>
            <a:noFill/>
            <a:ln w="50800">
              <a:solidFill>
                <a:srgbClr val="00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6793" name="Line 57"/>
            <p:cNvSpPr>
              <a:spLocks noChangeShapeType="1"/>
            </p:cNvSpPr>
            <p:nvPr/>
          </p:nvSpPr>
          <p:spPr bwMode="auto">
            <a:xfrm flipV="1">
              <a:off x="3456" y="5280"/>
              <a:ext cx="192" cy="192"/>
            </a:xfrm>
            <a:prstGeom prst="line">
              <a:avLst/>
            </a:prstGeom>
            <a:noFill/>
            <a:ln w="50800">
              <a:solidFill>
                <a:srgbClr val="00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6794" name="Line 58"/>
            <p:cNvSpPr>
              <a:spLocks noChangeShapeType="1"/>
            </p:cNvSpPr>
            <p:nvPr/>
          </p:nvSpPr>
          <p:spPr bwMode="auto">
            <a:xfrm flipH="1">
              <a:off x="3456" y="5280"/>
              <a:ext cx="192" cy="720"/>
            </a:xfrm>
            <a:prstGeom prst="line">
              <a:avLst/>
            </a:prstGeom>
            <a:noFill/>
            <a:ln w="50800">
              <a:solidFill>
                <a:srgbClr val="00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6795" name="Line 59"/>
            <p:cNvSpPr>
              <a:spLocks noChangeShapeType="1"/>
            </p:cNvSpPr>
            <p:nvPr/>
          </p:nvSpPr>
          <p:spPr bwMode="auto">
            <a:xfrm flipV="1">
              <a:off x="3456" y="5856"/>
              <a:ext cx="192" cy="192"/>
            </a:xfrm>
            <a:prstGeom prst="line">
              <a:avLst/>
            </a:prstGeom>
            <a:noFill/>
            <a:ln w="50800">
              <a:solidFill>
                <a:srgbClr val="00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6796" name="Line 60"/>
            <p:cNvSpPr>
              <a:spLocks noChangeShapeType="1"/>
            </p:cNvSpPr>
            <p:nvPr/>
          </p:nvSpPr>
          <p:spPr bwMode="auto">
            <a:xfrm flipH="1">
              <a:off x="3456" y="5856"/>
              <a:ext cx="192" cy="720"/>
            </a:xfrm>
            <a:prstGeom prst="line">
              <a:avLst/>
            </a:prstGeom>
            <a:noFill/>
            <a:ln w="50800">
              <a:solidFill>
                <a:srgbClr val="00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6797" name="Line 61"/>
            <p:cNvSpPr>
              <a:spLocks noChangeShapeType="1"/>
            </p:cNvSpPr>
            <p:nvPr/>
          </p:nvSpPr>
          <p:spPr bwMode="auto">
            <a:xfrm flipV="1">
              <a:off x="3456" y="6432"/>
              <a:ext cx="192" cy="192"/>
            </a:xfrm>
            <a:prstGeom prst="line">
              <a:avLst/>
            </a:prstGeom>
            <a:noFill/>
            <a:ln w="50800">
              <a:solidFill>
                <a:srgbClr val="00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6798" name="Line 62"/>
            <p:cNvSpPr>
              <a:spLocks noChangeShapeType="1"/>
            </p:cNvSpPr>
            <p:nvPr/>
          </p:nvSpPr>
          <p:spPr bwMode="auto">
            <a:xfrm flipH="1">
              <a:off x="3456" y="6432"/>
              <a:ext cx="192" cy="720"/>
            </a:xfrm>
            <a:prstGeom prst="line">
              <a:avLst/>
            </a:prstGeom>
            <a:noFill/>
            <a:ln w="50800">
              <a:solidFill>
                <a:srgbClr val="00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6799" name="Line 63"/>
            <p:cNvSpPr>
              <a:spLocks noChangeShapeType="1"/>
            </p:cNvSpPr>
            <p:nvPr/>
          </p:nvSpPr>
          <p:spPr bwMode="auto">
            <a:xfrm flipV="1">
              <a:off x="3456" y="7008"/>
              <a:ext cx="192" cy="192"/>
            </a:xfrm>
            <a:prstGeom prst="line">
              <a:avLst/>
            </a:prstGeom>
            <a:noFill/>
            <a:ln w="50800">
              <a:solidFill>
                <a:srgbClr val="00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6800" name="Line 64"/>
            <p:cNvSpPr>
              <a:spLocks noChangeShapeType="1"/>
            </p:cNvSpPr>
            <p:nvPr/>
          </p:nvSpPr>
          <p:spPr bwMode="auto">
            <a:xfrm>
              <a:off x="3648" y="7008"/>
              <a:ext cx="2256" cy="192"/>
            </a:xfrm>
            <a:prstGeom prst="line">
              <a:avLst/>
            </a:prstGeom>
            <a:noFill/>
            <a:ln w="50800">
              <a:solidFill>
                <a:srgbClr val="00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6801" name="Line 65"/>
            <p:cNvSpPr>
              <a:spLocks noChangeShapeType="1"/>
            </p:cNvSpPr>
            <p:nvPr/>
          </p:nvSpPr>
          <p:spPr bwMode="auto">
            <a:xfrm>
              <a:off x="4224" y="4128"/>
              <a:ext cx="1728" cy="3024"/>
            </a:xfrm>
            <a:prstGeom prst="line">
              <a:avLst/>
            </a:prstGeom>
            <a:noFill/>
            <a:ln w="50800">
              <a:solidFill>
                <a:srgbClr val="00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6802" name="Line 66"/>
            <p:cNvSpPr>
              <a:spLocks noChangeShapeType="1"/>
            </p:cNvSpPr>
            <p:nvPr/>
          </p:nvSpPr>
          <p:spPr bwMode="auto">
            <a:xfrm flipV="1">
              <a:off x="5184" y="4704"/>
              <a:ext cx="192" cy="192"/>
            </a:xfrm>
            <a:prstGeom prst="line">
              <a:avLst/>
            </a:prstGeom>
            <a:noFill/>
            <a:ln w="50800">
              <a:solidFill>
                <a:srgbClr val="00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6803" name="Line 67"/>
            <p:cNvSpPr>
              <a:spLocks noChangeShapeType="1"/>
            </p:cNvSpPr>
            <p:nvPr/>
          </p:nvSpPr>
          <p:spPr bwMode="auto">
            <a:xfrm flipV="1">
              <a:off x="5184" y="5280"/>
              <a:ext cx="192" cy="192"/>
            </a:xfrm>
            <a:prstGeom prst="line">
              <a:avLst/>
            </a:prstGeom>
            <a:noFill/>
            <a:ln w="50800">
              <a:solidFill>
                <a:srgbClr val="00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6804" name="Line 68"/>
            <p:cNvSpPr>
              <a:spLocks noChangeShapeType="1"/>
            </p:cNvSpPr>
            <p:nvPr/>
          </p:nvSpPr>
          <p:spPr bwMode="auto">
            <a:xfrm flipV="1">
              <a:off x="5184" y="5856"/>
              <a:ext cx="192" cy="192"/>
            </a:xfrm>
            <a:prstGeom prst="line">
              <a:avLst/>
            </a:prstGeom>
            <a:noFill/>
            <a:ln w="50800">
              <a:solidFill>
                <a:srgbClr val="00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6805" name="Line 69"/>
            <p:cNvSpPr>
              <a:spLocks noChangeShapeType="1"/>
            </p:cNvSpPr>
            <p:nvPr/>
          </p:nvSpPr>
          <p:spPr bwMode="auto">
            <a:xfrm>
              <a:off x="5376" y="4704"/>
              <a:ext cx="576" cy="2448"/>
            </a:xfrm>
            <a:prstGeom prst="line">
              <a:avLst/>
            </a:prstGeom>
            <a:noFill/>
            <a:ln w="50800">
              <a:solidFill>
                <a:srgbClr val="00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6806" name="Line 70"/>
            <p:cNvSpPr>
              <a:spLocks noChangeShapeType="1"/>
            </p:cNvSpPr>
            <p:nvPr/>
          </p:nvSpPr>
          <p:spPr bwMode="auto">
            <a:xfrm>
              <a:off x="5376" y="5280"/>
              <a:ext cx="576" cy="1872"/>
            </a:xfrm>
            <a:prstGeom prst="line">
              <a:avLst/>
            </a:prstGeom>
            <a:noFill/>
            <a:ln w="50800">
              <a:solidFill>
                <a:srgbClr val="00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6807" name="Line 71"/>
            <p:cNvSpPr>
              <a:spLocks noChangeShapeType="1"/>
            </p:cNvSpPr>
            <p:nvPr/>
          </p:nvSpPr>
          <p:spPr bwMode="auto">
            <a:xfrm>
              <a:off x="5376" y="5856"/>
              <a:ext cx="576" cy="1296"/>
            </a:xfrm>
            <a:prstGeom prst="line">
              <a:avLst/>
            </a:prstGeom>
            <a:noFill/>
            <a:ln w="50800">
              <a:solidFill>
                <a:srgbClr val="00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6808" name="Line 72"/>
            <p:cNvSpPr>
              <a:spLocks noChangeShapeType="1"/>
            </p:cNvSpPr>
            <p:nvPr/>
          </p:nvSpPr>
          <p:spPr bwMode="auto">
            <a:xfrm flipV="1">
              <a:off x="2880" y="7008"/>
              <a:ext cx="192" cy="192"/>
            </a:xfrm>
            <a:prstGeom prst="line">
              <a:avLst/>
            </a:prstGeom>
            <a:noFill/>
            <a:ln w="50800">
              <a:solidFill>
                <a:srgbClr val="00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6809" name="Line 73"/>
            <p:cNvSpPr>
              <a:spLocks noChangeShapeType="1"/>
            </p:cNvSpPr>
            <p:nvPr/>
          </p:nvSpPr>
          <p:spPr bwMode="auto">
            <a:xfrm flipH="1">
              <a:off x="2880" y="6432"/>
              <a:ext cx="192" cy="720"/>
            </a:xfrm>
            <a:prstGeom prst="line">
              <a:avLst/>
            </a:prstGeom>
            <a:noFill/>
            <a:ln w="50800">
              <a:solidFill>
                <a:srgbClr val="00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6810" name="Line 74"/>
            <p:cNvSpPr>
              <a:spLocks noChangeShapeType="1"/>
            </p:cNvSpPr>
            <p:nvPr/>
          </p:nvSpPr>
          <p:spPr bwMode="auto">
            <a:xfrm flipH="1">
              <a:off x="2880" y="5856"/>
              <a:ext cx="192" cy="768"/>
            </a:xfrm>
            <a:prstGeom prst="line">
              <a:avLst/>
            </a:prstGeom>
            <a:noFill/>
            <a:ln w="50800">
              <a:solidFill>
                <a:srgbClr val="00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6811" name="Line 75"/>
            <p:cNvSpPr>
              <a:spLocks noChangeShapeType="1"/>
            </p:cNvSpPr>
            <p:nvPr/>
          </p:nvSpPr>
          <p:spPr bwMode="auto">
            <a:xfrm flipV="1">
              <a:off x="2880" y="5856"/>
              <a:ext cx="192" cy="192"/>
            </a:xfrm>
            <a:prstGeom prst="line">
              <a:avLst/>
            </a:prstGeom>
            <a:noFill/>
            <a:ln w="50800">
              <a:solidFill>
                <a:srgbClr val="00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6812" name="Line 76"/>
            <p:cNvSpPr>
              <a:spLocks noChangeShapeType="1"/>
            </p:cNvSpPr>
            <p:nvPr/>
          </p:nvSpPr>
          <p:spPr bwMode="auto">
            <a:xfrm flipV="1">
              <a:off x="2880" y="6432"/>
              <a:ext cx="192" cy="192"/>
            </a:xfrm>
            <a:prstGeom prst="line">
              <a:avLst/>
            </a:prstGeom>
            <a:noFill/>
            <a:ln w="50800">
              <a:solidFill>
                <a:srgbClr val="00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6813" name="Line 77"/>
            <p:cNvSpPr>
              <a:spLocks noChangeShapeType="1"/>
            </p:cNvSpPr>
            <p:nvPr/>
          </p:nvSpPr>
          <p:spPr bwMode="auto">
            <a:xfrm>
              <a:off x="3072" y="7008"/>
              <a:ext cx="2832" cy="192"/>
            </a:xfrm>
            <a:prstGeom prst="line">
              <a:avLst/>
            </a:prstGeom>
            <a:noFill/>
            <a:ln w="50800">
              <a:solidFill>
                <a:srgbClr val="00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6814" name="Line 78"/>
            <p:cNvSpPr>
              <a:spLocks noChangeShapeType="1"/>
            </p:cNvSpPr>
            <p:nvPr/>
          </p:nvSpPr>
          <p:spPr bwMode="auto">
            <a:xfrm>
              <a:off x="4800" y="4128"/>
              <a:ext cx="1200" cy="3024"/>
            </a:xfrm>
            <a:prstGeom prst="line">
              <a:avLst/>
            </a:prstGeom>
            <a:noFill/>
            <a:ln w="50800">
              <a:solidFill>
                <a:srgbClr val="00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6815" name="Line 79"/>
            <p:cNvSpPr>
              <a:spLocks noChangeShapeType="1"/>
            </p:cNvSpPr>
            <p:nvPr/>
          </p:nvSpPr>
          <p:spPr bwMode="auto">
            <a:xfrm>
              <a:off x="4224" y="7008"/>
              <a:ext cx="1680" cy="192"/>
            </a:xfrm>
            <a:prstGeom prst="line">
              <a:avLst/>
            </a:prstGeom>
            <a:noFill/>
            <a:ln w="50800">
              <a:solidFill>
                <a:srgbClr val="00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56816" name="Group 80"/>
          <p:cNvGrpSpPr>
            <a:grpSpLocks/>
          </p:cNvGrpSpPr>
          <p:nvPr/>
        </p:nvGrpSpPr>
        <p:grpSpPr bwMode="auto">
          <a:xfrm>
            <a:off x="1219200" y="1219200"/>
            <a:ext cx="6705600" cy="4876800"/>
            <a:chOff x="720" y="768"/>
            <a:chExt cx="4224" cy="3072"/>
          </a:xfrm>
        </p:grpSpPr>
        <p:sp>
          <p:nvSpPr>
            <p:cNvPr id="756817" name="Line 81"/>
            <p:cNvSpPr>
              <a:spLocks noChangeShapeType="1"/>
            </p:cNvSpPr>
            <p:nvPr/>
          </p:nvSpPr>
          <p:spPr bwMode="auto">
            <a:xfrm flipH="1">
              <a:off x="1920" y="1920"/>
              <a:ext cx="72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6818" name="Line 82"/>
            <p:cNvSpPr>
              <a:spLocks noChangeShapeType="1"/>
            </p:cNvSpPr>
            <p:nvPr/>
          </p:nvSpPr>
          <p:spPr bwMode="auto">
            <a:xfrm flipH="1">
              <a:off x="2448" y="1920"/>
              <a:ext cx="192" cy="7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6819" name="Line 83"/>
            <p:cNvSpPr>
              <a:spLocks noChangeShapeType="1"/>
            </p:cNvSpPr>
            <p:nvPr/>
          </p:nvSpPr>
          <p:spPr bwMode="auto">
            <a:xfrm>
              <a:off x="2640" y="1920"/>
              <a:ext cx="336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6820" name="Line 84"/>
            <p:cNvSpPr>
              <a:spLocks noChangeShapeType="1"/>
            </p:cNvSpPr>
            <p:nvPr/>
          </p:nvSpPr>
          <p:spPr bwMode="auto">
            <a:xfrm flipH="1" flipV="1">
              <a:off x="2448" y="1584"/>
              <a:ext cx="192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6821" name="Line 85"/>
            <p:cNvSpPr>
              <a:spLocks noChangeShapeType="1"/>
            </p:cNvSpPr>
            <p:nvPr/>
          </p:nvSpPr>
          <p:spPr bwMode="auto">
            <a:xfrm flipH="1">
              <a:off x="720" y="768"/>
              <a:ext cx="192" cy="7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6822" name="Line 86"/>
            <p:cNvSpPr>
              <a:spLocks noChangeShapeType="1"/>
            </p:cNvSpPr>
            <p:nvPr/>
          </p:nvSpPr>
          <p:spPr bwMode="auto">
            <a:xfrm>
              <a:off x="912" y="768"/>
              <a:ext cx="336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6823" name="Line 87"/>
            <p:cNvSpPr>
              <a:spLocks noChangeShapeType="1"/>
            </p:cNvSpPr>
            <p:nvPr/>
          </p:nvSpPr>
          <p:spPr bwMode="auto">
            <a:xfrm flipH="1">
              <a:off x="768" y="768"/>
              <a:ext cx="72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6824" name="Line 88"/>
            <p:cNvSpPr>
              <a:spLocks noChangeShapeType="1"/>
            </p:cNvSpPr>
            <p:nvPr/>
          </p:nvSpPr>
          <p:spPr bwMode="auto">
            <a:xfrm flipH="1">
              <a:off x="1296" y="768"/>
              <a:ext cx="192" cy="7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6825" name="Line 89"/>
            <p:cNvSpPr>
              <a:spLocks noChangeShapeType="1"/>
            </p:cNvSpPr>
            <p:nvPr/>
          </p:nvSpPr>
          <p:spPr bwMode="auto">
            <a:xfrm>
              <a:off x="1488" y="768"/>
              <a:ext cx="336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6826" name="Line 90"/>
            <p:cNvSpPr>
              <a:spLocks noChangeShapeType="1"/>
            </p:cNvSpPr>
            <p:nvPr/>
          </p:nvSpPr>
          <p:spPr bwMode="auto">
            <a:xfrm flipH="1">
              <a:off x="1344" y="768"/>
              <a:ext cx="72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6827" name="Line 91"/>
            <p:cNvSpPr>
              <a:spLocks noChangeShapeType="1"/>
            </p:cNvSpPr>
            <p:nvPr/>
          </p:nvSpPr>
          <p:spPr bwMode="auto">
            <a:xfrm flipH="1">
              <a:off x="1872" y="768"/>
              <a:ext cx="192" cy="7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6828" name="Line 92"/>
            <p:cNvSpPr>
              <a:spLocks noChangeShapeType="1"/>
            </p:cNvSpPr>
            <p:nvPr/>
          </p:nvSpPr>
          <p:spPr bwMode="auto">
            <a:xfrm>
              <a:off x="2064" y="768"/>
              <a:ext cx="336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6829" name="Line 93"/>
            <p:cNvSpPr>
              <a:spLocks noChangeShapeType="1"/>
            </p:cNvSpPr>
            <p:nvPr/>
          </p:nvSpPr>
          <p:spPr bwMode="auto">
            <a:xfrm flipH="1">
              <a:off x="1920" y="768"/>
              <a:ext cx="72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6830" name="Line 94"/>
            <p:cNvSpPr>
              <a:spLocks noChangeShapeType="1"/>
            </p:cNvSpPr>
            <p:nvPr/>
          </p:nvSpPr>
          <p:spPr bwMode="auto">
            <a:xfrm flipH="1">
              <a:off x="2448" y="768"/>
              <a:ext cx="192" cy="7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6831" name="Line 95"/>
            <p:cNvSpPr>
              <a:spLocks noChangeShapeType="1"/>
            </p:cNvSpPr>
            <p:nvPr/>
          </p:nvSpPr>
          <p:spPr bwMode="auto">
            <a:xfrm>
              <a:off x="2640" y="768"/>
              <a:ext cx="336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6832" name="Line 96"/>
            <p:cNvSpPr>
              <a:spLocks noChangeShapeType="1"/>
            </p:cNvSpPr>
            <p:nvPr/>
          </p:nvSpPr>
          <p:spPr bwMode="auto">
            <a:xfrm flipH="1">
              <a:off x="2496" y="768"/>
              <a:ext cx="72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6833" name="Line 97"/>
            <p:cNvSpPr>
              <a:spLocks noChangeShapeType="1"/>
            </p:cNvSpPr>
            <p:nvPr/>
          </p:nvSpPr>
          <p:spPr bwMode="auto">
            <a:xfrm flipH="1">
              <a:off x="3024" y="768"/>
              <a:ext cx="192" cy="7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6834" name="Line 98"/>
            <p:cNvSpPr>
              <a:spLocks noChangeShapeType="1"/>
            </p:cNvSpPr>
            <p:nvPr/>
          </p:nvSpPr>
          <p:spPr bwMode="auto">
            <a:xfrm>
              <a:off x="3216" y="768"/>
              <a:ext cx="336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6835" name="Line 99"/>
            <p:cNvSpPr>
              <a:spLocks noChangeShapeType="1"/>
            </p:cNvSpPr>
            <p:nvPr/>
          </p:nvSpPr>
          <p:spPr bwMode="auto">
            <a:xfrm flipH="1">
              <a:off x="3072" y="768"/>
              <a:ext cx="72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6836" name="Line 100"/>
            <p:cNvSpPr>
              <a:spLocks noChangeShapeType="1"/>
            </p:cNvSpPr>
            <p:nvPr/>
          </p:nvSpPr>
          <p:spPr bwMode="auto">
            <a:xfrm flipH="1">
              <a:off x="3600" y="768"/>
              <a:ext cx="192" cy="7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6837" name="Line 101"/>
            <p:cNvSpPr>
              <a:spLocks noChangeShapeType="1"/>
            </p:cNvSpPr>
            <p:nvPr/>
          </p:nvSpPr>
          <p:spPr bwMode="auto">
            <a:xfrm>
              <a:off x="3792" y="768"/>
              <a:ext cx="336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6838" name="Line 102"/>
            <p:cNvSpPr>
              <a:spLocks noChangeShapeType="1"/>
            </p:cNvSpPr>
            <p:nvPr/>
          </p:nvSpPr>
          <p:spPr bwMode="auto">
            <a:xfrm flipH="1">
              <a:off x="3648" y="768"/>
              <a:ext cx="72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6839" name="Line 103"/>
            <p:cNvSpPr>
              <a:spLocks noChangeShapeType="1"/>
            </p:cNvSpPr>
            <p:nvPr/>
          </p:nvSpPr>
          <p:spPr bwMode="auto">
            <a:xfrm flipH="1">
              <a:off x="4176" y="768"/>
              <a:ext cx="192" cy="7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6840" name="Line 104"/>
            <p:cNvSpPr>
              <a:spLocks noChangeShapeType="1"/>
            </p:cNvSpPr>
            <p:nvPr/>
          </p:nvSpPr>
          <p:spPr bwMode="auto">
            <a:xfrm>
              <a:off x="4368" y="768"/>
              <a:ext cx="336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6841" name="Line 105"/>
            <p:cNvSpPr>
              <a:spLocks noChangeShapeType="1"/>
            </p:cNvSpPr>
            <p:nvPr/>
          </p:nvSpPr>
          <p:spPr bwMode="auto">
            <a:xfrm flipH="1">
              <a:off x="4224" y="768"/>
              <a:ext cx="72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6842" name="Line 106"/>
            <p:cNvSpPr>
              <a:spLocks noChangeShapeType="1"/>
            </p:cNvSpPr>
            <p:nvPr/>
          </p:nvSpPr>
          <p:spPr bwMode="auto">
            <a:xfrm flipH="1">
              <a:off x="4752" y="768"/>
              <a:ext cx="192" cy="7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6843" name="Line 107"/>
            <p:cNvSpPr>
              <a:spLocks noChangeShapeType="1"/>
            </p:cNvSpPr>
            <p:nvPr/>
          </p:nvSpPr>
          <p:spPr bwMode="auto">
            <a:xfrm flipH="1">
              <a:off x="4224" y="1344"/>
              <a:ext cx="72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6844" name="Line 108"/>
            <p:cNvSpPr>
              <a:spLocks noChangeShapeType="1"/>
            </p:cNvSpPr>
            <p:nvPr/>
          </p:nvSpPr>
          <p:spPr bwMode="auto">
            <a:xfrm flipH="1">
              <a:off x="4752" y="1344"/>
              <a:ext cx="192" cy="7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6845" name="Line 109"/>
            <p:cNvSpPr>
              <a:spLocks noChangeShapeType="1"/>
            </p:cNvSpPr>
            <p:nvPr/>
          </p:nvSpPr>
          <p:spPr bwMode="auto">
            <a:xfrm flipH="1" flipV="1">
              <a:off x="4752" y="1008"/>
              <a:ext cx="192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6846" name="Line 110"/>
            <p:cNvSpPr>
              <a:spLocks noChangeShapeType="1"/>
            </p:cNvSpPr>
            <p:nvPr/>
          </p:nvSpPr>
          <p:spPr bwMode="auto">
            <a:xfrm flipH="1">
              <a:off x="3648" y="1344"/>
              <a:ext cx="72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6847" name="Line 111"/>
            <p:cNvSpPr>
              <a:spLocks noChangeShapeType="1"/>
            </p:cNvSpPr>
            <p:nvPr/>
          </p:nvSpPr>
          <p:spPr bwMode="auto">
            <a:xfrm flipH="1">
              <a:off x="4176" y="1344"/>
              <a:ext cx="192" cy="7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6848" name="Line 112"/>
            <p:cNvSpPr>
              <a:spLocks noChangeShapeType="1"/>
            </p:cNvSpPr>
            <p:nvPr/>
          </p:nvSpPr>
          <p:spPr bwMode="auto">
            <a:xfrm>
              <a:off x="4368" y="1344"/>
              <a:ext cx="336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6849" name="Line 113"/>
            <p:cNvSpPr>
              <a:spLocks noChangeShapeType="1"/>
            </p:cNvSpPr>
            <p:nvPr/>
          </p:nvSpPr>
          <p:spPr bwMode="auto">
            <a:xfrm flipH="1" flipV="1">
              <a:off x="4176" y="1008"/>
              <a:ext cx="192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6850" name="Line 114"/>
            <p:cNvSpPr>
              <a:spLocks noChangeShapeType="1"/>
            </p:cNvSpPr>
            <p:nvPr/>
          </p:nvSpPr>
          <p:spPr bwMode="auto">
            <a:xfrm flipH="1">
              <a:off x="3072" y="1344"/>
              <a:ext cx="72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6851" name="Line 115"/>
            <p:cNvSpPr>
              <a:spLocks noChangeShapeType="1"/>
            </p:cNvSpPr>
            <p:nvPr/>
          </p:nvSpPr>
          <p:spPr bwMode="auto">
            <a:xfrm flipH="1">
              <a:off x="3600" y="1344"/>
              <a:ext cx="192" cy="7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6852" name="Line 116"/>
            <p:cNvSpPr>
              <a:spLocks noChangeShapeType="1"/>
            </p:cNvSpPr>
            <p:nvPr/>
          </p:nvSpPr>
          <p:spPr bwMode="auto">
            <a:xfrm>
              <a:off x="3792" y="1344"/>
              <a:ext cx="336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6853" name="Line 117"/>
            <p:cNvSpPr>
              <a:spLocks noChangeShapeType="1"/>
            </p:cNvSpPr>
            <p:nvPr/>
          </p:nvSpPr>
          <p:spPr bwMode="auto">
            <a:xfrm flipH="1" flipV="1">
              <a:off x="3600" y="1008"/>
              <a:ext cx="192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6854" name="Line 118"/>
            <p:cNvSpPr>
              <a:spLocks noChangeShapeType="1"/>
            </p:cNvSpPr>
            <p:nvPr/>
          </p:nvSpPr>
          <p:spPr bwMode="auto">
            <a:xfrm flipH="1">
              <a:off x="2496" y="1344"/>
              <a:ext cx="72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6855" name="Line 119"/>
            <p:cNvSpPr>
              <a:spLocks noChangeShapeType="1"/>
            </p:cNvSpPr>
            <p:nvPr/>
          </p:nvSpPr>
          <p:spPr bwMode="auto">
            <a:xfrm flipH="1">
              <a:off x="3024" y="1344"/>
              <a:ext cx="192" cy="7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6856" name="Line 120"/>
            <p:cNvSpPr>
              <a:spLocks noChangeShapeType="1"/>
            </p:cNvSpPr>
            <p:nvPr/>
          </p:nvSpPr>
          <p:spPr bwMode="auto">
            <a:xfrm>
              <a:off x="3216" y="1344"/>
              <a:ext cx="336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6857" name="Line 121"/>
            <p:cNvSpPr>
              <a:spLocks noChangeShapeType="1"/>
            </p:cNvSpPr>
            <p:nvPr/>
          </p:nvSpPr>
          <p:spPr bwMode="auto">
            <a:xfrm flipH="1" flipV="1">
              <a:off x="3024" y="1008"/>
              <a:ext cx="192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6858" name="Line 122"/>
            <p:cNvSpPr>
              <a:spLocks noChangeShapeType="1"/>
            </p:cNvSpPr>
            <p:nvPr/>
          </p:nvSpPr>
          <p:spPr bwMode="auto">
            <a:xfrm flipH="1">
              <a:off x="1920" y="1344"/>
              <a:ext cx="72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6859" name="Line 123"/>
            <p:cNvSpPr>
              <a:spLocks noChangeShapeType="1"/>
            </p:cNvSpPr>
            <p:nvPr/>
          </p:nvSpPr>
          <p:spPr bwMode="auto">
            <a:xfrm flipH="1">
              <a:off x="2448" y="1344"/>
              <a:ext cx="192" cy="7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6860" name="Line 124"/>
            <p:cNvSpPr>
              <a:spLocks noChangeShapeType="1"/>
            </p:cNvSpPr>
            <p:nvPr/>
          </p:nvSpPr>
          <p:spPr bwMode="auto">
            <a:xfrm>
              <a:off x="2640" y="1344"/>
              <a:ext cx="336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6861" name="Line 125"/>
            <p:cNvSpPr>
              <a:spLocks noChangeShapeType="1"/>
            </p:cNvSpPr>
            <p:nvPr/>
          </p:nvSpPr>
          <p:spPr bwMode="auto">
            <a:xfrm flipH="1" flipV="1">
              <a:off x="2448" y="1008"/>
              <a:ext cx="192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6862" name="Line 126"/>
            <p:cNvSpPr>
              <a:spLocks noChangeShapeType="1"/>
            </p:cNvSpPr>
            <p:nvPr/>
          </p:nvSpPr>
          <p:spPr bwMode="auto">
            <a:xfrm flipH="1">
              <a:off x="1344" y="1344"/>
              <a:ext cx="72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6863" name="Line 127"/>
            <p:cNvSpPr>
              <a:spLocks noChangeShapeType="1"/>
            </p:cNvSpPr>
            <p:nvPr/>
          </p:nvSpPr>
          <p:spPr bwMode="auto">
            <a:xfrm flipH="1">
              <a:off x="1872" y="1344"/>
              <a:ext cx="192" cy="7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6864" name="Line 128"/>
            <p:cNvSpPr>
              <a:spLocks noChangeShapeType="1"/>
            </p:cNvSpPr>
            <p:nvPr/>
          </p:nvSpPr>
          <p:spPr bwMode="auto">
            <a:xfrm>
              <a:off x="2064" y="1344"/>
              <a:ext cx="336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6865" name="Line 129"/>
            <p:cNvSpPr>
              <a:spLocks noChangeShapeType="1"/>
            </p:cNvSpPr>
            <p:nvPr/>
          </p:nvSpPr>
          <p:spPr bwMode="auto">
            <a:xfrm flipH="1" flipV="1">
              <a:off x="1872" y="1008"/>
              <a:ext cx="192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6866" name="Line 130"/>
            <p:cNvSpPr>
              <a:spLocks noChangeShapeType="1"/>
            </p:cNvSpPr>
            <p:nvPr/>
          </p:nvSpPr>
          <p:spPr bwMode="auto">
            <a:xfrm flipH="1">
              <a:off x="768" y="1344"/>
              <a:ext cx="72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6867" name="Line 131"/>
            <p:cNvSpPr>
              <a:spLocks noChangeShapeType="1"/>
            </p:cNvSpPr>
            <p:nvPr/>
          </p:nvSpPr>
          <p:spPr bwMode="auto">
            <a:xfrm flipH="1">
              <a:off x="1296" y="1344"/>
              <a:ext cx="192" cy="7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6868" name="Line 132"/>
            <p:cNvSpPr>
              <a:spLocks noChangeShapeType="1"/>
            </p:cNvSpPr>
            <p:nvPr/>
          </p:nvSpPr>
          <p:spPr bwMode="auto">
            <a:xfrm>
              <a:off x="1488" y="1344"/>
              <a:ext cx="336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6869" name="Line 133"/>
            <p:cNvSpPr>
              <a:spLocks noChangeShapeType="1"/>
            </p:cNvSpPr>
            <p:nvPr/>
          </p:nvSpPr>
          <p:spPr bwMode="auto">
            <a:xfrm flipH="1" flipV="1">
              <a:off x="1296" y="1008"/>
              <a:ext cx="192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6870" name="Line 134"/>
            <p:cNvSpPr>
              <a:spLocks noChangeShapeType="1"/>
            </p:cNvSpPr>
            <p:nvPr/>
          </p:nvSpPr>
          <p:spPr bwMode="auto">
            <a:xfrm flipH="1">
              <a:off x="720" y="1344"/>
              <a:ext cx="192" cy="7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6871" name="Line 135"/>
            <p:cNvSpPr>
              <a:spLocks noChangeShapeType="1"/>
            </p:cNvSpPr>
            <p:nvPr/>
          </p:nvSpPr>
          <p:spPr bwMode="auto">
            <a:xfrm>
              <a:off x="912" y="1344"/>
              <a:ext cx="336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6872" name="Line 136"/>
            <p:cNvSpPr>
              <a:spLocks noChangeShapeType="1"/>
            </p:cNvSpPr>
            <p:nvPr/>
          </p:nvSpPr>
          <p:spPr bwMode="auto">
            <a:xfrm flipH="1" flipV="1">
              <a:off x="720" y="1008"/>
              <a:ext cx="192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6873" name="Line 137"/>
            <p:cNvSpPr>
              <a:spLocks noChangeShapeType="1"/>
            </p:cNvSpPr>
            <p:nvPr/>
          </p:nvSpPr>
          <p:spPr bwMode="auto">
            <a:xfrm flipH="1">
              <a:off x="720" y="1920"/>
              <a:ext cx="192" cy="7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6874" name="Line 138"/>
            <p:cNvSpPr>
              <a:spLocks noChangeShapeType="1"/>
            </p:cNvSpPr>
            <p:nvPr/>
          </p:nvSpPr>
          <p:spPr bwMode="auto">
            <a:xfrm>
              <a:off x="912" y="1920"/>
              <a:ext cx="336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6875" name="Line 139"/>
            <p:cNvSpPr>
              <a:spLocks noChangeShapeType="1"/>
            </p:cNvSpPr>
            <p:nvPr/>
          </p:nvSpPr>
          <p:spPr bwMode="auto">
            <a:xfrm flipH="1" flipV="1">
              <a:off x="720" y="1584"/>
              <a:ext cx="192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6876" name="Line 140"/>
            <p:cNvSpPr>
              <a:spLocks noChangeShapeType="1"/>
            </p:cNvSpPr>
            <p:nvPr/>
          </p:nvSpPr>
          <p:spPr bwMode="auto">
            <a:xfrm flipH="1">
              <a:off x="768" y="1920"/>
              <a:ext cx="72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6877" name="Line 141"/>
            <p:cNvSpPr>
              <a:spLocks noChangeShapeType="1"/>
            </p:cNvSpPr>
            <p:nvPr/>
          </p:nvSpPr>
          <p:spPr bwMode="auto">
            <a:xfrm flipH="1">
              <a:off x="1296" y="1920"/>
              <a:ext cx="192" cy="7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6878" name="Line 142"/>
            <p:cNvSpPr>
              <a:spLocks noChangeShapeType="1"/>
            </p:cNvSpPr>
            <p:nvPr/>
          </p:nvSpPr>
          <p:spPr bwMode="auto">
            <a:xfrm>
              <a:off x="1488" y="1920"/>
              <a:ext cx="336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6879" name="Line 143"/>
            <p:cNvSpPr>
              <a:spLocks noChangeShapeType="1"/>
            </p:cNvSpPr>
            <p:nvPr/>
          </p:nvSpPr>
          <p:spPr bwMode="auto">
            <a:xfrm flipH="1" flipV="1">
              <a:off x="1296" y="1584"/>
              <a:ext cx="192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6880" name="Line 144"/>
            <p:cNvSpPr>
              <a:spLocks noChangeShapeType="1"/>
            </p:cNvSpPr>
            <p:nvPr/>
          </p:nvSpPr>
          <p:spPr bwMode="auto">
            <a:xfrm flipH="1">
              <a:off x="1344" y="1920"/>
              <a:ext cx="72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6881" name="Line 145"/>
            <p:cNvSpPr>
              <a:spLocks noChangeShapeType="1"/>
            </p:cNvSpPr>
            <p:nvPr/>
          </p:nvSpPr>
          <p:spPr bwMode="auto">
            <a:xfrm flipH="1">
              <a:off x="1872" y="1920"/>
              <a:ext cx="192" cy="7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6882" name="Line 146"/>
            <p:cNvSpPr>
              <a:spLocks noChangeShapeType="1"/>
            </p:cNvSpPr>
            <p:nvPr/>
          </p:nvSpPr>
          <p:spPr bwMode="auto">
            <a:xfrm>
              <a:off x="2064" y="1920"/>
              <a:ext cx="336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6883" name="Line 147"/>
            <p:cNvSpPr>
              <a:spLocks noChangeShapeType="1"/>
            </p:cNvSpPr>
            <p:nvPr/>
          </p:nvSpPr>
          <p:spPr bwMode="auto">
            <a:xfrm flipH="1" flipV="1">
              <a:off x="1872" y="1584"/>
              <a:ext cx="192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6884" name="Line 148"/>
            <p:cNvSpPr>
              <a:spLocks noChangeShapeType="1"/>
            </p:cNvSpPr>
            <p:nvPr/>
          </p:nvSpPr>
          <p:spPr bwMode="auto">
            <a:xfrm flipH="1">
              <a:off x="2496" y="1920"/>
              <a:ext cx="72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6885" name="Line 149"/>
            <p:cNvSpPr>
              <a:spLocks noChangeShapeType="1"/>
            </p:cNvSpPr>
            <p:nvPr/>
          </p:nvSpPr>
          <p:spPr bwMode="auto">
            <a:xfrm flipH="1">
              <a:off x="3024" y="1920"/>
              <a:ext cx="192" cy="7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6886" name="Line 150"/>
            <p:cNvSpPr>
              <a:spLocks noChangeShapeType="1"/>
            </p:cNvSpPr>
            <p:nvPr/>
          </p:nvSpPr>
          <p:spPr bwMode="auto">
            <a:xfrm>
              <a:off x="3216" y="1920"/>
              <a:ext cx="336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6887" name="Line 151"/>
            <p:cNvSpPr>
              <a:spLocks noChangeShapeType="1"/>
            </p:cNvSpPr>
            <p:nvPr/>
          </p:nvSpPr>
          <p:spPr bwMode="auto">
            <a:xfrm flipH="1" flipV="1">
              <a:off x="3024" y="1584"/>
              <a:ext cx="192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6888" name="Line 152"/>
            <p:cNvSpPr>
              <a:spLocks noChangeShapeType="1"/>
            </p:cNvSpPr>
            <p:nvPr/>
          </p:nvSpPr>
          <p:spPr bwMode="auto">
            <a:xfrm flipH="1">
              <a:off x="3072" y="1920"/>
              <a:ext cx="72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6889" name="Line 153"/>
            <p:cNvSpPr>
              <a:spLocks noChangeShapeType="1"/>
            </p:cNvSpPr>
            <p:nvPr/>
          </p:nvSpPr>
          <p:spPr bwMode="auto">
            <a:xfrm flipH="1">
              <a:off x="3600" y="1920"/>
              <a:ext cx="192" cy="7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6890" name="Line 154"/>
            <p:cNvSpPr>
              <a:spLocks noChangeShapeType="1"/>
            </p:cNvSpPr>
            <p:nvPr/>
          </p:nvSpPr>
          <p:spPr bwMode="auto">
            <a:xfrm>
              <a:off x="3792" y="1920"/>
              <a:ext cx="336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6891" name="Line 155"/>
            <p:cNvSpPr>
              <a:spLocks noChangeShapeType="1"/>
            </p:cNvSpPr>
            <p:nvPr/>
          </p:nvSpPr>
          <p:spPr bwMode="auto">
            <a:xfrm flipH="1" flipV="1">
              <a:off x="3600" y="1584"/>
              <a:ext cx="192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6892" name="Line 156"/>
            <p:cNvSpPr>
              <a:spLocks noChangeShapeType="1"/>
            </p:cNvSpPr>
            <p:nvPr/>
          </p:nvSpPr>
          <p:spPr bwMode="auto">
            <a:xfrm flipH="1">
              <a:off x="3648" y="1920"/>
              <a:ext cx="72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6893" name="Line 157"/>
            <p:cNvSpPr>
              <a:spLocks noChangeShapeType="1"/>
            </p:cNvSpPr>
            <p:nvPr/>
          </p:nvSpPr>
          <p:spPr bwMode="auto">
            <a:xfrm flipH="1">
              <a:off x="4176" y="1920"/>
              <a:ext cx="192" cy="7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6894" name="Line 158"/>
            <p:cNvSpPr>
              <a:spLocks noChangeShapeType="1"/>
            </p:cNvSpPr>
            <p:nvPr/>
          </p:nvSpPr>
          <p:spPr bwMode="auto">
            <a:xfrm>
              <a:off x="4368" y="1920"/>
              <a:ext cx="336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6895" name="Line 159"/>
            <p:cNvSpPr>
              <a:spLocks noChangeShapeType="1"/>
            </p:cNvSpPr>
            <p:nvPr/>
          </p:nvSpPr>
          <p:spPr bwMode="auto">
            <a:xfrm flipH="1" flipV="1">
              <a:off x="4176" y="1584"/>
              <a:ext cx="192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6896" name="Line 160"/>
            <p:cNvSpPr>
              <a:spLocks noChangeShapeType="1"/>
            </p:cNvSpPr>
            <p:nvPr/>
          </p:nvSpPr>
          <p:spPr bwMode="auto">
            <a:xfrm flipH="1">
              <a:off x="4224" y="1920"/>
              <a:ext cx="72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6897" name="Line 161"/>
            <p:cNvSpPr>
              <a:spLocks noChangeShapeType="1"/>
            </p:cNvSpPr>
            <p:nvPr/>
          </p:nvSpPr>
          <p:spPr bwMode="auto">
            <a:xfrm flipH="1">
              <a:off x="4752" y="1920"/>
              <a:ext cx="192" cy="7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6898" name="Line 162"/>
            <p:cNvSpPr>
              <a:spLocks noChangeShapeType="1"/>
            </p:cNvSpPr>
            <p:nvPr/>
          </p:nvSpPr>
          <p:spPr bwMode="auto">
            <a:xfrm flipH="1" flipV="1">
              <a:off x="4752" y="1584"/>
              <a:ext cx="192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6899" name="Line 163"/>
            <p:cNvSpPr>
              <a:spLocks noChangeShapeType="1"/>
            </p:cNvSpPr>
            <p:nvPr/>
          </p:nvSpPr>
          <p:spPr bwMode="auto">
            <a:xfrm flipH="1">
              <a:off x="4224" y="2496"/>
              <a:ext cx="72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6900" name="Line 164"/>
            <p:cNvSpPr>
              <a:spLocks noChangeShapeType="1"/>
            </p:cNvSpPr>
            <p:nvPr/>
          </p:nvSpPr>
          <p:spPr bwMode="auto">
            <a:xfrm flipH="1">
              <a:off x="4752" y="2496"/>
              <a:ext cx="192" cy="7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6901" name="Line 165"/>
            <p:cNvSpPr>
              <a:spLocks noChangeShapeType="1"/>
            </p:cNvSpPr>
            <p:nvPr/>
          </p:nvSpPr>
          <p:spPr bwMode="auto">
            <a:xfrm flipH="1" flipV="1">
              <a:off x="4752" y="2160"/>
              <a:ext cx="192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6902" name="Line 166"/>
            <p:cNvSpPr>
              <a:spLocks noChangeShapeType="1"/>
            </p:cNvSpPr>
            <p:nvPr/>
          </p:nvSpPr>
          <p:spPr bwMode="auto">
            <a:xfrm flipH="1">
              <a:off x="3648" y="2496"/>
              <a:ext cx="72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6903" name="Line 167"/>
            <p:cNvSpPr>
              <a:spLocks noChangeShapeType="1"/>
            </p:cNvSpPr>
            <p:nvPr/>
          </p:nvSpPr>
          <p:spPr bwMode="auto">
            <a:xfrm flipH="1">
              <a:off x="4176" y="2496"/>
              <a:ext cx="192" cy="7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6904" name="Line 168"/>
            <p:cNvSpPr>
              <a:spLocks noChangeShapeType="1"/>
            </p:cNvSpPr>
            <p:nvPr/>
          </p:nvSpPr>
          <p:spPr bwMode="auto">
            <a:xfrm>
              <a:off x="4368" y="2496"/>
              <a:ext cx="336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6905" name="Line 169"/>
            <p:cNvSpPr>
              <a:spLocks noChangeShapeType="1"/>
            </p:cNvSpPr>
            <p:nvPr/>
          </p:nvSpPr>
          <p:spPr bwMode="auto">
            <a:xfrm flipH="1" flipV="1">
              <a:off x="4176" y="2160"/>
              <a:ext cx="192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6906" name="Line 170"/>
            <p:cNvSpPr>
              <a:spLocks noChangeShapeType="1"/>
            </p:cNvSpPr>
            <p:nvPr/>
          </p:nvSpPr>
          <p:spPr bwMode="auto">
            <a:xfrm flipH="1">
              <a:off x="3072" y="2496"/>
              <a:ext cx="72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6907" name="Line 171"/>
            <p:cNvSpPr>
              <a:spLocks noChangeShapeType="1"/>
            </p:cNvSpPr>
            <p:nvPr/>
          </p:nvSpPr>
          <p:spPr bwMode="auto">
            <a:xfrm flipH="1">
              <a:off x="3600" y="2496"/>
              <a:ext cx="192" cy="7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6908" name="Line 172"/>
            <p:cNvSpPr>
              <a:spLocks noChangeShapeType="1"/>
            </p:cNvSpPr>
            <p:nvPr/>
          </p:nvSpPr>
          <p:spPr bwMode="auto">
            <a:xfrm>
              <a:off x="3792" y="2496"/>
              <a:ext cx="336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6909" name="Line 173"/>
            <p:cNvSpPr>
              <a:spLocks noChangeShapeType="1"/>
            </p:cNvSpPr>
            <p:nvPr/>
          </p:nvSpPr>
          <p:spPr bwMode="auto">
            <a:xfrm flipH="1" flipV="1">
              <a:off x="3600" y="2160"/>
              <a:ext cx="192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6910" name="Line 174"/>
            <p:cNvSpPr>
              <a:spLocks noChangeShapeType="1"/>
            </p:cNvSpPr>
            <p:nvPr/>
          </p:nvSpPr>
          <p:spPr bwMode="auto">
            <a:xfrm flipH="1">
              <a:off x="2496" y="2496"/>
              <a:ext cx="72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6911" name="Line 175"/>
            <p:cNvSpPr>
              <a:spLocks noChangeShapeType="1"/>
            </p:cNvSpPr>
            <p:nvPr/>
          </p:nvSpPr>
          <p:spPr bwMode="auto">
            <a:xfrm flipH="1">
              <a:off x="3024" y="2496"/>
              <a:ext cx="192" cy="7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6912" name="Line 176"/>
            <p:cNvSpPr>
              <a:spLocks noChangeShapeType="1"/>
            </p:cNvSpPr>
            <p:nvPr/>
          </p:nvSpPr>
          <p:spPr bwMode="auto">
            <a:xfrm>
              <a:off x="3216" y="2496"/>
              <a:ext cx="336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6913" name="Line 177"/>
            <p:cNvSpPr>
              <a:spLocks noChangeShapeType="1"/>
            </p:cNvSpPr>
            <p:nvPr/>
          </p:nvSpPr>
          <p:spPr bwMode="auto">
            <a:xfrm flipH="1" flipV="1">
              <a:off x="3024" y="2160"/>
              <a:ext cx="192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6914" name="Line 178"/>
            <p:cNvSpPr>
              <a:spLocks noChangeShapeType="1"/>
            </p:cNvSpPr>
            <p:nvPr/>
          </p:nvSpPr>
          <p:spPr bwMode="auto">
            <a:xfrm flipH="1">
              <a:off x="1920" y="2496"/>
              <a:ext cx="72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6915" name="Line 179"/>
            <p:cNvSpPr>
              <a:spLocks noChangeShapeType="1"/>
            </p:cNvSpPr>
            <p:nvPr/>
          </p:nvSpPr>
          <p:spPr bwMode="auto">
            <a:xfrm flipH="1">
              <a:off x="2448" y="2496"/>
              <a:ext cx="192" cy="7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6916" name="Line 180"/>
            <p:cNvSpPr>
              <a:spLocks noChangeShapeType="1"/>
            </p:cNvSpPr>
            <p:nvPr/>
          </p:nvSpPr>
          <p:spPr bwMode="auto">
            <a:xfrm>
              <a:off x="2640" y="2496"/>
              <a:ext cx="336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6917" name="Line 181"/>
            <p:cNvSpPr>
              <a:spLocks noChangeShapeType="1"/>
            </p:cNvSpPr>
            <p:nvPr/>
          </p:nvSpPr>
          <p:spPr bwMode="auto">
            <a:xfrm flipH="1" flipV="1">
              <a:off x="2448" y="2160"/>
              <a:ext cx="192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6918" name="Line 182"/>
            <p:cNvSpPr>
              <a:spLocks noChangeShapeType="1"/>
            </p:cNvSpPr>
            <p:nvPr/>
          </p:nvSpPr>
          <p:spPr bwMode="auto">
            <a:xfrm flipH="1">
              <a:off x="1344" y="2496"/>
              <a:ext cx="72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6919" name="Line 183"/>
            <p:cNvSpPr>
              <a:spLocks noChangeShapeType="1"/>
            </p:cNvSpPr>
            <p:nvPr/>
          </p:nvSpPr>
          <p:spPr bwMode="auto">
            <a:xfrm flipH="1">
              <a:off x="1872" y="2496"/>
              <a:ext cx="192" cy="7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6920" name="Line 184"/>
            <p:cNvSpPr>
              <a:spLocks noChangeShapeType="1"/>
            </p:cNvSpPr>
            <p:nvPr/>
          </p:nvSpPr>
          <p:spPr bwMode="auto">
            <a:xfrm>
              <a:off x="2064" y="2496"/>
              <a:ext cx="336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6921" name="Line 185"/>
            <p:cNvSpPr>
              <a:spLocks noChangeShapeType="1"/>
            </p:cNvSpPr>
            <p:nvPr/>
          </p:nvSpPr>
          <p:spPr bwMode="auto">
            <a:xfrm flipH="1" flipV="1">
              <a:off x="1872" y="2160"/>
              <a:ext cx="192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6922" name="Line 186"/>
            <p:cNvSpPr>
              <a:spLocks noChangeShapeType="1"/>
            </p:cNvSpPr>
            <p:nvPr/>
          </p:nvSpPr>
          <p:spPr bwMode="auto">
            <a:xfrm flipH="1">
              <a:off x="768" y="2496"/>
              <a:ext cx="72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6923" name="Line 187"/>
            <p:cNvSpPr>
              <a:spLocks noChangeShapeType="1"/>
            </p:cNvSpPr>
            <p:nvPr/>
          </p:nvSpPr>
          <p:spPr bwMode="auto">
            <a:xfrm flipH="1">
              <a:off x="1296" y="2496"/>
              <a:ext cx="192" cy="7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6924" name="Line 188"/>
            <p:cNvSpPr>
              <a:spLocks noChangeShapeType="1"/>
            </p:cNvSpPr>
            <p:nvPr/>
          </p:nvSpPr>
          <p:spPr bwMode="auto">
            <a:xfrm>
              <a:off x="1488" y="2496"/>
              <a:ext cx="336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6925" name="Line 189"/>
            <p:cNvSpPr>
              <a:spLocks noChangeShapeType="1"/>
            </p:cNvSpPr>
            <p:nvPr/>
          </p:nvSpPr>
          <p:spPr bwMode="auto">
            <a:xfrm flipH="1" flipV="1">
              <a:off x="1296" y="2160"/>
              <a:ext cx="192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6926" name="Line 190"/>
            <p:cNvSpPr>
              <a:spLocks noChangeShapeType="1"/>
            </p:cNvSpPr>
            <p:nvPr/>
          </p:nvSpPr>
          <p:spPr bwMode="auto">
            <a:xfrm flipH="1">
              <a:off x="720" y="2496"/>
              <a:ext cx="192" cy="7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6927" name="Line 191"/>
            <p:cNvSpPr>
              <a:spLocks noChangeShapeType="1"/>
            </p:cNvSpPr>
            <p:nvPr/>
          </p:nvSpPr>
          <p:spPr bwMode="auto">
            <a:xfrm>
              <a:off x="912" y="2496"/>
              <a:ext cx="336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6928" name="Line 192"/>
            <p:cNvSpPr>
              <a:spLocks noChangeShapeType="1"/>
            </p:cNvSpPr>
            <p:nvPr/>
          </p:nvSpPr>
          <p:spPr bwMode="auto">
            <a:xfrm flipH="1" flipV="1">
              <a:off x="720" y="2160"/>
              <a:ext cx="192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6929" name="Line 193"/>
            <p:cNvSpPr>
              <a:spLocks noChangeShapeType="1"/>
            </p:cNvSpPr>
            <p:nvPr/>
          </p:nvSpPr>
          <p:spPr bwMode="auto">
            <a:xfrm flipH="1">
              <a:off x="720" y="3072"/>
              <a:ext cx="192" cy="7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6930" name="Line 194"/>
            <p:cNvSpPr>
              <a:spLocks noChangeShapeType="1"/>
            </p:cNvSpPr>
            <p:nvPr/>
          </p:nvSpPr>
          <p:spPr bwMode="auto">
            <a:xfrm>
              <a:off x="912" y="3072"/>
              <a:ext cx="336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6931" name="Line 195"/>
            <p:cNvSpPr>
              <a:spLocks noChangeShapeType="1"/>
            </p:cNvSpPr>
            <p:nvPr/>
          </p:nvSpPr>
          <p:spPr bwMode="auto">
            <a:xfrm flipH="1" flipV="1">
              <a:off x="720" y="2736"/>
              <a:ext cx="192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6932" name="Line 196"/>
            <p:cNvSpPr>
              <a:spLocks noChangeShapeType="1"/>
            </p:cNvSpPr>
            <p:nvPr/>
          </p:nvSpPr>
          <p:spPr bwMode="auto">
            <a:xfrm flipH="1">
              <a:off x="768" y="3072"/>
              <a:ext cx="72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6933" name="Line 197"/>
            <p:cNvSpPr>
              <a:spLocks noChangeShapeType="1"/>
            </p:cNvSpPr>
            <p:nvPr/>
          </p:nvSpPr>
          <p:spPr bwMode="auto">
            <a:xfrm flipH="1">
              <a:off x="1296" y="3072"/>
              <a:ext cx="192" cy="7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6934" name="Line 198"/>
            <p:cNvSpPr>
              <a:spLocks noChangeShapeType="1"/>
            </p:cNvSpPr>
            <p:nvPr/>
          </p:nvSpPr>
          <p:spPr bwMode="auto">
            <a:xfrm>
              <a:off x="1488" y="3072"/>
              <a:ext cx="336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6935" name="Line 199"/>
            <p:cNvSpPr>
              <a:spLocks noChangeShapeType="1"/>
            </p:cNvSpPr>
            <p:nvPr/>
          </p:nvSpPr>
          <p:spPr bwMode="auto">
            <a:xfrm flipH="1" flipV="1">
              <a:off x="1296" y="2736"/>
              <a:ext cx="192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6936" name="Line 200"/>
            <p:cNvSpPr>
              <a:spLocks noChangeShapeType="1"/>
            </p:cNvSpPr>
            <p:nvPr/>
          </p:nvSpPr>
          <p:spPr bwMode="auto">
            <a:xfrm flipH="1">
              <a:off x="1344" y="3072"/>
              <a:ext cx="72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6937" name="Line 201"/>
            <p:cNvSpPr>
              <a:spLocks noChangeShapeType="1"/>
            </p:cNvSpPr>
            <p:nvPr/>
          </p:nvSpPr>
          <p:spPr bwMode="auto">
            <a:xfrm flipH="1">
              <a:off x="1872" y="3072"/>
              <a:ext cx="192" cy="7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6938" name="Line 202"/>
            <p:cNvSpPr>
              <a:spLocks noChangeShapeType="1"/>
            </p:cNvSpPr>
            <p:nvPr/>
          </p:nvSpPr>
          <p:spPr bwMode="auto">
            <a:xfrm>
              <a:off x="2064" y="3072"/>
              <a:ext cx="336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6939" name="Line 203"/>
            <p:cNvSpPr>
              <a:spLocks noChangeShapeType="1"/>
            </p:cNvSpPr>
            <p:nvPr/>
          </p:nvSpPr>
          <p:spPr bwMode="auto">
            <a:xfrm flipH="1" flipV="1">
              <a:off x="1872" y="2736"/>
              <a:ext cx="192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6940" name="Line 204"/>
            <p:cNvSpPr>
              <a:spLocks noChangeShapeType="1"/>
            </p:cNvSpPr>
            <p:nvPr/>
          </p:nvSpPr>
          <p:spPr bwMode="auto">
            <a:xfrm flipH="1">
              <a:off x="1920" y="3072"/>
              <a:ext cx="72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6941" name="Line 205"/>
            <p:cNvSpPr>
              <a:spLocks noChangeShapeType="1"/>
            </p:cNvSpPr>
            <p:nvPr/>
          </p:nvSpPr>
          <p:spPr bwMode="auto">
            <a:xfrm flipH="1">
              <a:off x="2448" y="3072"/>
              <a:ext cx="192" cy="7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6942" name="Line 206"/>
            <p:cNvSpPr>
              <a:spLocks noChangeShapeType="1"/>
            </p:cNvSpPr>
            <p:nvPr/>
          </p:nvSpPr>
          <p:spPr bwMode="auto">
            <a:xfrm>
              <a:off x="2640" y="3072"/>
              <a:ext cx="336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6943" name="Line 207"/>
            <p:cNvSpPr>
              <a:spLocks noChangeShapeType="1"/>
            </p:cNvSpPr>
            <p:nvPr/>
          </p:nvSpPr>
          <p:spPr bwMode="auto">
            <a:xfrm flipH="1" flipV="1">
              <a:off x="2448" y="2736"/>
              <a:ext cx="192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6944" name="Line 208"/>
            <p:cNvSpPr>
              <a:spLocks noChangeShapeType="1"/>
            </p:cNvSpPr>
            <p:nvPr/>
          </p:nvSpPr>
          <p:spPr bwMode="auto">
            <a:xfrm flipH="1">
              <a:off x="2496" y="3072"/>
              <a:ext cx="72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6945" name="Line 209"/>
            <p:cNvSpPr>
              <a:spLocks noChangeShapeType="1"/>
            </p:cNvSpPr>
            <p:nvPr/>
          </p:nvSpPr>
          <p:spPr bwMode="auto">
            <a:xfrm flipH="1">
              <a:off x="3024" y="3072"/>
              <a:ext cx="192" cy="7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6946" name="Line 210"/>
            <p:cNvSpPr>
              <a:spLocks noChangeShapeType="1"/>
            </p:cNvSpPr>
            <p:nvPr/>
          </p:nvSpPr>
          <p:spPr bwMode="auto">
            <a:xfrm>
              <a:off x="3216" y="3072"/>
              <a:ext cx="336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6947" name="Line 211"/>
            <p:cNvSpPr>
              <a:spLocks noChangeShapeType="1"/>
            </p:cNvSpPr>
            <p:nvPr/>
          </p:nvSpPr>
          <p:spPr bwMode="auto">
            <a:xfrm flipH="1" flipV="1">
              <a:off x="3024" y="2736"/>
              <a:ext cx="192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6948" name="Line 212"/>
            <p:cNvSpPr>
              <a:spLocks noChangeShapeType="1"/>
            </p:cNvSpPr>
            <p:nvPr/>
          </p:nvSpPr>
          <p:spPr bwMode="auto">
            <a:xfrm flipH="1">
              <a:off x="3072" y="3072"/>
              <a:ext cx="72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6949" name="Line 213"/>
            <p:cNvSpPr>
              <a:spLocks noChangeShapeType="1"/>
            </p:cNvSpPr>
            <p:nvPr/>
          </p:nvSpPr>
          <p:spPr bwMode="auto">
            <a:xfrm flipH="1">
              <a:off x="3600" y="3072"/>
              <a:ext cx="192" cy="7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6950" name="Line 214"/>
            <p:cNvSpPr>
              <a:spLocks noChangeShapeType="1"/>
            </p:cNvSpPr>
            <p:nvPr/>
          </p:nvSpPr>
          <p:spPr bwMode="auto">
            <a:xfrm>
              <a:off x="3792" y="3072"/>
              <a:ext cx="336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6951" name="Line 215"/>
            <p:cNvSpPr>
              <a:spLocks noChangeShapeType="1"/>
            </p:cNvSpPr>
            <p:nvPr/>
          </p:nvSpPr>
          <p:spPr bwMode="auto">
            <a:xfrm flipH="1" flipV="1">
              <a:off x="3600" y="2736"/>
              <a:ext cx="192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6952" name="Line 216"/>
            <p:cNvSpPr>
              <a:spLocks noChangeShapeType="1"/>
            </p:cNvSpPr>
            <p:nvPr/>
          </p:nvSpPr>
          <p:spPr bwMode="auto">
            <a:xfrm flipH="1">
              <a:off x="3648" y="3072"/>
              <a:ext cx="72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6953" name="Line 217"/>
            <p:cNvSpPr>
              <a:spLocks noChangeShapeType="1"/>
            </p:cNvSpPr>
            <p:nvPr/>
          </p:nvSpPr>
          <p:spPr bwMode="auto">
            <a:xfrm flipH="1">
              <a:off x="4176" y="3072"/>
              <a:ext cx="192" cy="7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6954" name="Line 218"/>
            <p:cNvSpPr>
              <a:spLocks noChangeShapeType="1"/>
            </p:cNvSpPr>
            <p:nvPr/>
          </p:nvSpPr>
          <p:spPr bwMode="auto">
            <a:xfrm>
              <a:off x="4368" y="3072"/>
              <a:ext cx="336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6955" name="Line 219"/>
            <p:cNvSpPr>
              <a:spLocks noChangeShapeType="1"/>
            </p:cNvSpPr>
            <p:nvPr/>
          </p:nvSpPr>
          <p:spPr bwMode="auto">
            <a:xfrm flipH="1" flipV="1">
              <a:off x="4176" y="2736"/>
              <a:ext cx="192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6956" name="Line 220"/>
            <p:cNvSpPr>
              <a:spLocks noChangeShapeType="1"/>
            </p:cNvSpPr>
            <p:nvPr/>
          </p:nvSpPr>
          <p:spPr bwMode="auto">
            <a:xfrm flipH="1">
              <a:off x="4224" y="3072"/>
              <a:ext cx="72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6957" name="Line 221"/>
            <p:cNvSpPr>
              <a:spLocks noChangeShapeType="1"/>
            </p:cNvSpPr>
            <p:nvPr/>
          </p:nvSpPr>
          <p:spPr bwMode="auto">
            <a:xfrm flipH="1">
              <a:off x="4752" y="3072"/>
              <a:ext cx="192" cy="7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6958" name="Line 222"/>
            <p:cNvSpPr>
              <a:spLocks noChangeShapeType="1"/>
            </p:cNvSpPr>
            <p:nvPr/>
          </p:nvSpPr>
          <p:spPr bwMode="auto">
            <a:xfrm flipH="1" flipV="1">
              <a:off x="4752" y="2736"/>
              <a:ext cx="192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6959" name="Line 223"/>
            <p:cNvSpPr>
              <a:spLocks noChangeShapeType="1"/>
            </p:cNvSpPr>
            <p:nvPr/>
          </p:nvSpPr>
          <p:spPr bwMode="auto">
            <a:xfrm flipH="1">
              <a:off x="4224" y="3648"/>
              <a:ext cx="72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6960" name="Line 224"/>
            <p:cNvSpPr>
              <a:spLocks noChangeShapeType="1"/>
            </p:cNvSpPr>
            <p:nvPr/>
          </p:nvSpPr>
          <p:spPr bwMode="auto">
            <a:xfrm flipH="1" flipV="1">
              <a:off x="4752" y="3312"/>
              <a:ext cx="192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6961" name="Line 225"/>
            <p:cNvSpPr>
              <a:spLocks noChangeShapeType="1"/>
            </p:cNvSpPr>
            <p:nvPr/>
          </p:nvSpPr>
          <p:spPr bwMode="auto">
            <a:xfrm flipH="1">
              <a:off x="3648" y="3648"/>
              <a:ext cx="72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6962" name="Line 226"/>
            <p:cNvSpPr>
              <a:spLocks noChangeShapeType="1"/>
            </p:cNvSpPr>
            <p:nvPr/>
          </p:nvSpPr>
          <p:spPr bwMode="auto">
            <a:xfrm>
              <a:off x="4368" y="3648"/>
              <a:ext cx="336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6963" name="Line 227"/>
            <p:cNvSpPr>
              <a:spLocks noChangeShapeType="1"/>
            </p:cNvSpPr>
            <p:nvPr/>
          </p:nvSpPr>
          <p:spPr bwMode="auto">
            <a:xfrm flipH="1" flipV="1">
              <a:off x="4176" y="3312"/>
              <a:ext cx="192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6964" name="Line 228"/>
            <p:cNvSpPr>
              <a:spLocks noChangeShapeType="1"/>
            </p:cNvSpPr>
            <p:nvPr/>
          </p:nvSpPr>
          <p:spPr bwMode="auto">
            <a:xfrm flipH="1">
              <a:off x="3072" y="3648"/>
              <a:ext cx="72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6965" name="Line 229"/>
            <p:cNvSpPr>
              <a:spLocks noChangeShapeType="1"/>
            </p:cNvSpPr>
            <p:nvPr/>
          </p:nvSpPr>
          <p:spPr bwMode="auto">
            <a:xfrm>
              <a:off x="3792" y="3648"/>
              <a:ext cx="336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6966" name="Line 230"/>
            <p:cNvSpPr>
              <a:spLocks noChangeShapeType="1"/>
            </p:cNvSpPr>
            <p:nvPr/>
          </p:nvSpPr>
          <p:spPr bwMode="auto">
            <a:xfrm flipH="1" flipV="1">
              <a:off x="3600" y="3312"/>
              <a:ext cx="192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6967" name="Line 231"/>
            <p:cNvSpPr>
              <a:spLocks noChangeShapeType="1"/>
            </p:cNvSpPr>
            <p:nvPr/>
          </p:nvSpPr>
          <p:spPr bwMode="auto">
            <a:xfrm flipH="1">
              <a:off x="2496" y="3648"/>
              <a:ext cx="72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6968" name="Line 232"/>
            <p:cNvSpPr>
              <a:spLocks noChangeShapeType="1"/>
            </p:cNvSpPr>
            <p:nvPr/>
          </p:nvSpPr>
          <p:spPr bwMode="auto">
            <a:xfrm>
              <a:off x="3216" y="3648"/>
              <a:ext cx="336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6969" name="Line 233"/>
            <p:cNvSpPr>
              <a:spLocks noChangeShapeType="1"/>
            </p:cNvSpPr>
            <p:nvPr/>
          </p:nvSpPr>
          <p:spPr bwMode="auto">
            <a:xfrm flipH="1" flipV="1">
              <a:off x="3024" y="3312"/>
              <a:ext cx="192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6970" name="Line 234"/>
            <p:cNvSpPr>
              <a:spLocks noChangeShapeType="1"/>
            </p:cNvSpPr>
            <p:nvPr/>
          </p:nvSpPr>
          <p:spPr bwMode="auto">
            <a:xfrm flipH="1">
              <a:off x="1920" y="3648"/>
              <a:ext cx="72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6971" name="Line 235"/>
            <p:cNvSpPr>
              <a:spLocks noChangeShapeType="1"/>
            </p:cNvSpPr>
            <p:nvPr/>
          </p:nvSpPr>
          <p:spPr bwMode="auto">
            <a:xfrm>
              <a:off x="2640" y="3648"/>
              <a:ext cx="336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6972" name="Line 236"/>
            <p:cNvSpPr>
              <a:spLocks noChangeShapeType="1"/>
            </p:cNvSpPr>
            <p:nvPr/>
          </p:nvSpPr>
          <p:spPr bwMode="auto">
            <a:xfrm flipH="1" flipV="1">
              <a:off x="2448" y="3312"/>
              <a:ext cx="192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6973" name="Line 237"/>
            <p:cNvSpPr>
              <a:spLocks noChangeShapeType="1"/>
            </p:cNvSpPr>
            <p:nvPr/>
          </p:nvSpPr>
          <p:spPr bwMode="auto">
            <a:xfrm flipH="1">
              <a:off x="1344" y="3648"/>
              <a:ext cx="72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6974" name="Line 238"/>
            <p:cNvSpPr>
              <a:spLocks noChangeShapeType="1"/>
            </p:cNvSpPr>
            <p:nvPr/>
          </p:nvSpPr>
          <p:spPr bwMode="auto">
            <a:xfrm>
              <a:off x="2064" y="3648"/>
              <a:ext cx="336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6975" name="Line 239"/>
            <p:cNvSpPr>
              <a:spLocks noChangeShapeType="1"/>
            </p:cNvSpPr>
            <p:nvPr/>
          </p:nvSpPr>
          <p:spPr bwMode="auto">
            <a:xfrm flipH="1" flipV="1">
              <a:off x="1872" y="3312"/>
              <a:ext cx="192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6976" name="Line 240"/>
            <p:cNvSpPr>
              <a:spLocks noChangeShapeType="1"/>
            </p:cNvSpPr>
            <p:nvPr/>
          </p:nvSpPr>
          <p:spPr bwMode="auto">
            <a:xfrm flipH="1">
              <a:off x="768" y="3648"/>
              <a:ext cx="72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6977" name="Line 241"/>
            <p:cNvSpPr>
              <a:spLocks noChangeShapeType="1"/>
            </p:cNvSpPr>
            <p:nvPr/>
          </p:nvSpPr>
          <p:spPr bwMode="auto">
            <a:xfrm>
              <a:off x="1488" y="3648"/>
              <a:ext cx="336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6978" name="Line 242"/>
            <p:cNvSpPr>
              <a:spLocks noChangeShapeType="1"/>
            </p:cNvSpPr>
            <p:nvPr/>
          </p:nvSpPr>
          <p:spPr bwMode="auto">
            <a:xfrm flipH="1" flipV="1">
              <a:off x="1296" y="3312"/>
              <a:ext cx="192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6979" name="Line 243"/>
            <p:cNvSpPr>
              <a:spLocks noChangeShapeType="1"/>
            </p:cNvSpPr>
            <p:nvPr/>
          </p:nvSpPr>
          <p:spPr bwMode="auto">
            <a:xfrm>
              <a:off x="912" y="3648"/>
              <a:ext cx="336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6980" name="Line 244"/>
            <p:cNvSpPr>
              <a:spLocks noChangeShapeType="1"/>
            </p:cNvSpPr>
            <p:nvPr/>
          </p:nvSpPr>
          <p:spPr bwMode="auto">
            <a:xfrm flipH="1" flipV="1">
              <a:off x="720" y="3312"/>
              <a:ext cx="192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56981" name="Group 245"/>
          <p:cNvGrpSpPr>
            <a:grpSpLocks/>
          </p:cNvGrpSpPr>
          <p:nvPr/>
        </p:nvGrpSpPr>
        <p:grpSpPr bwMode="auto">
          <a:xfrm>
            <a:off x="1219200" y="1219200"/>
            <a:ext cx="6705600" cy="4876800"/>
            <a:chOff x="816" y="816"/>
            <a:chExt cx="4224" cy="3072"/>
          </a:xfrm>
        </p:grpSpPr>
        <p:sp>
          <p:nvSpPr>
            <p:cNvPr id="756982" name="Line 246"/>
            <p:cNvSpPr>
              <a:spLocks noChangeShapeType="1"/>
            </p:cNvSpPr>
            <p:nvPr/>
          </p:nvSpPr>
          <p:spPr bwMode="auto">
            <a:xfrm flipV="1">
              <a:off x="816" y="816"/>
              <a:ext cx="192" cy="19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6983" name="Line 247"/>
            <p:cNvSpPr>
              <a:spLocks noChangeShapeType="1"/>
            </p:cNvSpPr>
            <p:nvPr/>
          </p:nvSpPr>
          <p:spPr bwMode="auto">
            <a:xfrm flipV="1">
              <a:off x="816" y="1968"/>
              <a:ext cx="192" cy="19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6984" name="Line 248"/>
            <p:cNvSpPr>
              <a:spLocks noChangeShapeType="1"/>
            </p:cNvSpPr>
            <p:nvPr/>
          </p:nvSpPr>
          <p:spPr bwMode="auto">
            <a:xfrm flipV="1">
              <a:off x="4848" y="1392"/>
              <a:ext cx="192" cy="19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6985" name="Line 249"/>
            <p:cNvSpPr>
              <a:spLocks noChangeShapeType="1"/>
            </p:cNvSpPr>
            <p:nvPr/>
          </p:nvSpPr>
          <p:spPr bwMode="auto">
            <a:xfrm flipV="1">
              <a:off x="4272" y="1392"/>
              <a:ext cx="192" cy="19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6986" name="Line 250"/>
            <p:cNvSpPr>
              <a:spLocks noChangeShapeType="1"/>
            </p:cNvSpPr>
            <p:nvPr/>
          </p:nvSpPr>
          <p:spPr bwMode="auto">
            <a:xfrm flipV="1">
              <a:off x="3696" y="1392"/>
              <a:ext cx="192" cy="19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6987" name="Line 251"/>
            <p:cNvSpPr>
              <a:spLocks noChangeShapeType="1"/>
            </p:cNvSpPr>
            <p:nvPr/>
          </p:nvSpPr>
          <p:spPr bwMode="auto">
            <a:xfrm flipV="1">
              <a:off x="4848" y="816"/>
              <a:ext cx="192" cy="19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6988" name="Line 252"/>
            <p:cNvSpPr>
              <a:spLocks noChangeShapeType="1"/>
            </p:cNvSpPr>
            <p:nvPr/>
          </p:nvSpPr>
          <p:spPr bwMode="auto">
            <a:xfrm flipV="1">
              <a:off x="1392" y="1392"/>
              <a:ext cx="192" cy="19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6989" name="Line 253"/>
            <p:cNvSpPr>
              <a:spLocks noChangeShapeType="1"/>
            </p:cNvSpPr>
            <p:nvPr/>
          </p:nvSpPr>
          <p:spPr bwMode="auto">
            <a:xfrm flipV="1">
              <a:off x="4272" y="816"/>
              <a:ext cx="192" cy="19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6990" name="Line 254"/>
            <p:cNvSpPr>
              <a:spLocks noChangeShapeType="1"/>
            </p:cNvSpPr>
            <p:nvPr/>
          </p:nvSpPr>
          <p:spPr bwMode="auto">
            <a:xfrm flipV="1">
              <a:off x="3120" y="1392"/>
              <a:ext cx="192" cy="19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6991" name="Line 255"/>
            <p:cNvSpPr>
              <a:spLocks noChangeShapeType="1"/>
            </p:cNvSpPr>
            <p:nvPr/>
          </p:nvSpPr>
          <p:spPr bwMode="auto">
            <a:xfrm flipV="1">
              <a:off x="2544" y="1392"/>
              <a:ext cx="192" cy="19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6992" name="Line 256"/>
            <p:cNvSpPr>
              <a:spLocks noChangeShapeType="1"/>
            </p:cNvSpPr>
            <p:nvPr/>
          </p:nvSpPr>
          <p:spPr bwMode="auto">
            <a:xfrm flipV="1">
              <a:off x="1968" y="1392"/>
              <a:ext cx="192" cy="19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6993" name="Line 257"/>
            <p:cNvSpPr>
              <a:spLocks noChangeShapeType="1"/>
            </p:cNvSpPr>
            <p:nvPr/>
          </p:nvSpPr>
          <p:spPr bwMode="auto">
            <a:xfrm flipV="1">
              <a:off x="816" y="1392"/>
              <a:ext cx="192" cy="19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6994" name="Line 258"/>
            <p:cNvSpPr>
              <a:spLocks noChangeShapeType="1"/>
            </p:cNvSpPr>
            <p:nvPr/>
          </p:nvSpPr>
          <p:spPr bwMode="auto">
            <a:xfrm flipV="1">
              <a:off x="3696" y="816"/>
              <a:ext cx="192" cy="19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6995" name="Line 259"/>
            <p:cNvSpPr>
              <a:spLocks noChangeShapeType="1"/>
            </p:cNvSpPr>
            <p:nvPr/>
          </p:nvSpPr>
          <p:spPr bwMode="auto">
            <a:xfrm flipV="1">
              <a:off x="3120" y="816"/>
              <a:ext cx="192" cy="19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6996" name="Line 260"/>
            <p:cNvSpPr>
              <a:spLocks noChangeShapeType="1"/>
            </p:cNvSpPr>
            <p:nvPr/>
          </p:nvSpPr>
          <p:spPr bwMode="auto">
            <a:xfrm flipV="1">
              <a:off x="2544" y="816"/>
              <a:ext cx="192" cy="19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6997" name="Line 261"/>
            <p:cNvSpPr>
              <a:spLocks noChangeShapeType="1"/>
            </p:cNvSpPr>
            <p:nvPr/>
          </p:nvSpPr>
          <p:spPr bwMode="auto">
            <a:xfrm flipV="1">
              <a:off x="1968" y="816"/>
              <a:ext cx="192" cy="19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6998" name="Line 262"/>
            <p:cNvSpPr>
              <a:spLocks noChangeShapeType="1"/>
            </p:cNvSpPr>
            <p:nvPr/>
          </p:nvSpPr>
          <p:spPr bwMode="auto">
            <a:xfrm flipV="1">
              <a:off x="1392" y="816"/>
              <a:ext cx="192" cy="19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6999" name="Line 263"/>
            <p:cNvSpPr>
              <a:spLocks noChangeShapeType="1"/>
            </p:cNvSpPr>
            <p:nvPr/>
          </p:nvSpPr>
          <p:spPr bwMode="auto">
            <a:xfrm flipV="1">
              <a:off x="4848" y="1968"/>
              <a:ext cx="192" cy="19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7000" name="Line 264"/>
            <p:cNvSpPr>
              <a:spLocks noChangeShapeType="1"/>
            </p:cNvSpPr>
            <p:nvPr/>
          </p:nvSpPr>
          <p:spPr bwMode="auto">
            <a:xfrm flipV="1">
              <a:off x="4272" y="1968"/>
              <a:ext cx="192" cy="19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7001" name="Line 265"/>
            <p:cNvSpPr>
              <a:spLocks noChangeShapeType="1"/>
            </p:cNvSpPr>
            <p:nvPr/>
          </p:nvSpPr>
          <p:spPr bwMode="auto">
            <a:xfrm flipV="1">
              <a:off x="3696" y="1968"/>
              <a:ext cx="192" cy="19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7002" name="Line 266"/>
            <p:cNvSpPr>
              <a:spLocks noChangeShapeType="1"/>
            </p:cNvSpPr>
            <p:nvPr/>
          </p:nvSpPr>
          <p:spPr bwMode="auto">
            <a:xfrm flipV="1">
              <a:off x="3120" y="1968"/>
              <a:ext cx="192" cy="19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7003" name="Line 267"/>
            <p:cNvSpPr>
              <a:spLocks noChangeShapeType="1"/>
            </p:cNvSpPr>
            <p:nvPr/>
          </p:nvSpPr>
          <p:spPr bwMode="auto">
            <a:xfrm flipV="1">
              <a:off x="2544" y="1968"/>
              <a:ext cx="192" cy="19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7004" name="Line 268"/>
            <p:cNvSpPr>
              <a:spLocks noChangeShapeType="1"/>
            </p:cNvSpPr>
            <p:nvPr/>
          </p:nvSpPr>
          <p:spPr bwMode="auto">
            <a:xfrm flipV="1">
              <a:off x="1968" y="1968"/>
              <a:ext cx="192" cy="19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7005" name="Line 269"/>
            <p:cNvSpPr>
              <a:spLocks noChangeShapeType="1"/>
            </p:cNvSpPr>
            <p:nvPr/>
          </p:nvSpPr>
          <p:spPr bwMode="auto">
            <a:xfrm flipV="1">
              <a:off x="1392" y="1968"/>
              <a:ext cx="192" cy="19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7006" name="Line 270"/>
            <p:cNvSpPr>
              <a:spLocks noChangeShapeType="1"/>
            </p:cNvSpPr>
            <p:nvPr/>
          </p:nvSpPr>
          <p:spPr bwMode="auto">
            <a:xfrm flipV="1">
              <a:off x="816" y="2544"/>
              <a:ext cx="192" cy="19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7007" name="Line 271"/>
            <p:cNvSpPr>
              <a:spLocks noChangeShapeType="1"/>
            </p:cNvSpPr>
            <p:nvPr/>
          </p:nvSpPr>
          <p:spPr bwMode="auto">
            <a:xfrm flipV="1">
              <a:off x="816" y="3696"/>
              <a:ext cx="192" cy="19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7008" name="Line 272"/>
            <p:cNvSpPr>
              <a:spLocks noChangeShapeType="1"/>
            </p:cNvSpPr>
            <p:nvPr/>
          </p:nvSpPr>
          <p:spPr bwMode="auto">
            <a:xfrm flipV="1">
              <a:off x="1392" y="3120"/>
              <a:ext cx="192" cy="19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7009" name="Line 273"/>
            <p:cNvSpPr>
              <a:spLocks noChangeShapeType="1"/>
            </p:cNvSpPr>
            <p:nvPr/>
          </p:nvSpPr>
          <p:spPr bwMode="auto">
            <a:xfrm flipV="1">
              <a:off x="1968" y="3120"/>
              <a:ext cx="192" cy="19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7010" name="Line 274"/>
            <p:cNvSpPr>
              <a:spLocks noChangeShapeType="1"/>
            </p:cNvSpPr>
            <p:nvPr/>
          </p:nvSpPr>
          <p:spPr bwMode="auto">
            <a:xfrm flipV="1">
              <a:off x="816" y="3120"/>
              <a:ext cx="192" cy="19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7011" name="Line 275"/>
            <p:cNvSpPr>
              <a:spLocks noChangeShapeType="1"/>
            </p:cNvSpPr>
            <p:nvPr/>
          </p:nvSpPr>
          <p:spPr bwMode="auto">
            <a:xfrm flipV="1">
              <a:off x="1968" y="2544"/>
              <a:ext cx="192" cy="19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7012" name="Line 276"/>
            <p:cNvSpPr>
              <a:spLocks noChangeShapeType="1"/>
            </p:cNvSpPr>
            <p:nvPr/>
          </p:nvSpPr>
          <p:spPr bwMode="auto">
            <a:xfrm flipV="1">
              <a:off x="1392" y="2544"/>
              <a:ext cx="192" cy="19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7013" name="Line 277"/>
            <p:cNvSpPr>
              <a:spLocks noChangeShapeType="1"/>
            </p:cNvSpPr>
            <p:nvPr/>
          </p:nvSpPr>
          <p:spPr bwMode="auto">
            <a:xfrm flipV="1">
              <a:off x="1968" y="3696"/>
              <a:ext cx="192" cy="19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7014" name="Line 278"/>
            <p:cNvSpPr>
              <a:spLocks noChangeShapeType="1"/>
            </p:cNvSpPr>
            <p:nvPr/>
          </p:nvSpPr>
          <p:spPr bwMode="auto">
            <a:xfrm flipV="1">
              <a:off x="1392" y="3696"/>
              <a:ext cx="192" cy="19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7015" name="Line 279"/>
            <p:cNvSpPr>
              <a:spLocks noChangeShapeType="1"/>
            </p:cNvSpPr>
            <p:nvPr/>
          </p:nvSpPr>
          <p:spPr bwMode="auto">
            <a:xfrm flipV="1">
              <a:off x="4848" y="3120"/>
              <a:ext cx="192" cy="19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7016" name="Line 280"/>
            <p:cNvSpPr>
              <a:spLocks noChangeShapeType="1"/>
            </p:cNvSpPr>
            <p:nvPr/>
          </p:nvSpPr>
          <p:spPr bwMode="auto">
            <a:xfrm flipV="1">
              <a:off x="4272" y="3120"/>
              <a:ext cx="192" cy="19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7017" name="Line 281"/>
            <p:cNvSpPr>
              <a:spLocks noChangeShapeType="1"/>
            </p:cNvSpPr>
            <p:nvPr/>
          </p:nvSpPr>
          <p:spPr bwMode="auto">
            <a:xfrm flipV="1">
              <a:off x="3696" y="3120"/>
              <a:ext cx="192" cy="19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7018" name="Line 282"/>
            <p:cNvSpPr>
              <a:spLocks noChangeShapeType="1"/>
            </p:cNvSpPr>
            <p:nvPr/>
          </p:nvSpPr>
          <p:spPr bwMode="auto">
            <a:xfrm flipV="1">
              <a:off x="4848" y="2544"/>
              <a:ext cx="192" cy="19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7019" name="Line 283"/>
            <p:cNvSpPr>
              <a:spLocks noChangeShapeType="1"/>
            </p:cNvSpPr>
            <p:nvPr/>
          </p:nvSpPr>
          <p:spPr bwMode="auto">
            <a:xfrm flipV="1">
              <a:off x="4272" y="2544"/>
              <a:ext cx="192" cy="19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7020" name="Line 284"/>
            <p:cNvSpPr>
              <a:spLocks noChangeShapeType="1"/>
            </p:cNvSpPr>
            <p:nvPr/>
          </p:nvSpPr>
          <p:spPr bwMode="auto">
            <a:xfrm flipV="1">
              <a:off x="3120" y="3120"/>
              <a:ext cx="192" cy="19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7021" name="Line 285"/>
            <p:cNvSpPr>
              <a:spLocks noChangeShapeType="1"/>
            </p:cNvSpPr>
            <p:nvPr/>
          </p:nvSpPr>
          <p:spPr bwMode="auto">
            <a:xfrm flipV="1">
              <a:off x="2544" y="3120"/>
              <a:ext cx="192" cy="19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7022" name="Line 286"/>
            <p:cNvSpPr>
              <a:spLocks noChangeShapeType="1"/>
            </p:cNvSpPr>
            <p:nvPr/>
          </p:nvSpPr>
          <p:spPr bwMode="auto">
            <a:xfrm flipV="1">
              <a:off x="3696" y="2544"/>
              <a:ext cx="192" cy="19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7023" name="Line 287"/>
            <p:cNvSpPr>
              <a:spLocks noChangeShapeType="1"/>
            </p:cNvSpPr>
            <p:nvPr/>
          </p:nvSpPr>
          <p:spPr bwMode="auto">
            <a:xfrm flipV="1">
              <a:off x="3120" y="2544"/>
              <a:ext cx="192" cy="19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7024" name="Line 288"/>
            <p:cNvSpPr>
              <a:spLocks noChangeShapeType="1"/>
            </p:cNvSpPr>
            <p:nvPr/>
          </p:nvSpPr>
          <p:spPr bwMode="auto">
            <a:xfrm flipV="1">
              <a:off x="2544" y="2544"/>
              <a:ext cx="192" cy="19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7025" name="Line 289"/>
            <p:cNvSpPr>
              <a:spLocks noChangeShapeType="1"/>
            </p:cNvSpPr>
            <p:nvPr/>
          </p:nvSpPr>
          <p:spPr bwMode="auto">
            <a:xfrm flipV="1">
              <a:off x="4848" y="3696"/>
              <a:ext cx="192" cy="19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7026" name="Line 290"/>
            <p:cNvSpPr>
              <a:spLocks noChangeShapeType="1"/>
            </p:cNvSpPr>
            <p:nvPr/>
          </p:nvSpPr>
          <p:spPr bwMode="auto">
            <a:xfrm flipV="1">
              <a:off x="4272" y="3696"/>
              <a:ext cx="192" cy="19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7027" name="Line 291"/>
            <p:cNvSpPr>
              <a:spLocks noChangeShapeType="1"/>
            </p:cNvSpPr>
            <p:nvPr/>
          </p:nvSpPr>
          <p:spPr bwMode="auto">
            <a:xfrm flipV="1">
              <a:off x="3696" y="3696"/>
              <a:ext cx="192" cy="19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7028" name="Line 292"/>
            <p:cNvSpPr>
              <a:spLocks noChangeShapeType="1"/>
            </p:cNvSpPr>
            <p:nvPr/>
          </p:nvSpPr>
          <p:spPr bwMode="auto">
            <a:xfrm flipV="1">
              <a:off x="3120" y="3696"/>
              <a:ext cx="192" cy="19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7029" name="Line 293"/>
            <p:cNvSpPr>
              <a:spLocks noChangeShapeType="1"/>
            </p:cNvSpPr>
            <p:nvPr/>
          </p:nvSpPr>
          <p:spPr bwMode="auto">
            <a:xfrm flipV="1">
              <a:off x="2544" y="3696"/>
              <a:ext cx="192" cy="19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57030" name="Text Box 294"/>
          <p:cNvSpPr txBox="1">
            <a:spLocks noChangeArrowheads="1"/>
          </p:cNvSpPr>
          <p:nvPr/>
        </p:nvSpPr>
        <p:spPr bwMode="auto">
          <a:xfrm>
            <a:off x="914400" y="152400"/>
            <a:ext cx="73914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20000"/>
              </a:spcBef>
            </a:pPr>
            <a:r>
              <a:rPr lang="it-IT">
                <a:latin typeface="Times New Roman" charset="0"/>
              </a:rPr>
              <a:t>Riduzione al problema di flusso massimo:</a:t>
            </a:r>
          </a:p>
        </p:txBody>
      </p:sp>
      <p:grpSp>
        <p:nvGrpSpPr>
          <p:cNvPr id="757031" name="Group 295"/>
          <p:cNvGrpSpPr>
            <a:grpSpLocks/>
          </p:cNvGrpSpPr>
          <p:nvPr/>
        </p:nvGrpSpPr>
        <p:grpSpPr bwMode="auto">
          <a:xfrm>
            <a:off x="1143000" y="1447800"/>
            <a:ext cx="6553200" cy="4724400"/>
            <a:chOff x="864" y="768"/>
            <a:chExt cx="4128" cy="2976"/>
          </a:xfrm>
        </p:grpSpPr>
        <p:sp>
          <p:nvSpPr>
            <p:cNvPr id="757032" name="Oval 296"/>
            <p:cNvSpPr>
              <a:spLocks noChangeArrowheads="1"/>
            </p:cNvSpPr>
            <p:nvPr/>
          </p:nvSpPr>
          <p:spPr bwMode="auto">
            <a:xfrm>
              <a:off x="2592" y="1344"/>
              <a:ext cx="96" cy="96"/>
            </a:xfrm>
            <a:prstGeom prst="ellipse">
              <a:avLst/>
            </a:prstGeom>
            <a:solidFill>
              <a:srgbClr val="FFFF66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7033" name="Oval 297"/>
            <p:cNvSpPr>
              <a:spLocks noChangeArrowheads="1"/>
            </p:cNvSpPr>
            <p:nvPr/>
          </p:nvSpPr>
          <p:spPr bwMode="auto">
            <a:xfrm>
              <a:off x="1440" y="1344"/>
              <a:ext cx="96" cy="96"/>
            </a:xfrm>
            <a:prstGeom prst="ellipse">
              <a:avLst/>
            </a:prstGeom>
            <a:solidFill>
              <a:srgbClr val="FFFF66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7034" name="Oval 298"/>
            <p:cNvSpPr>
              <a:spLocks noChangeArrowheads="1"/>
            </p:cNvSpPr>
            <p:nvPr/>
          </p:nvSpPr>
          <p:spPr bwMode="auto">
            <a:xfrm>
              <a:off x="864" y="1344"/>
              <a:ext cx="96" cy="96"/>
            </a:xfrm>
            <a:prstGeom prst="ellipse">
              <a:avLst/>
            </a:prstGeom>
            <a:solidFill>
              <a:srgbClr val="FFFF66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7035" name="Oval 299"/>
            <p:cNvSpPr>
              <a:spLocks noChangeArrowheads="1"/>
            </p:cNvSpPr>
            <p:nvPr/>
          </p:nvSpPr>
          <p:spPr bwMode="auto">
            <a:xfrm>
              <a:off x="4896" y="768"/>
              <a:ext cx="96" cy="96"/>
            </a:xfrm>
            <a:prstGeom prst="ellipse">
              <a:avLst/>
            </a:prstGeom>
            <a:solidFill>
              <a:srgbClr val="FFFF66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7036" name="Oval 300"/>
            <p:cNvSpPr>
              <a:spLocks noChangeArrowheads="1"/>
            </p:cNvSpPr>
            <p:nvPr/>
          </p:nvSpPr>
          <p:spPr bwMode="auto">
            <a:xfrm>
              <a:off x="4320" y="768"/>
              <a:ext cx="96" cy="96"/>
            </a:xfrm>
            <a:prstGeom prst="ellipse">
              <a:avLst/>
            </a:prstGeom>
            <a:solidFill>
              <a:srgbClr val="FFFF66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7037" name="Oval 301"/>
            <p:cNvSpPr>
              <a:spLocks noChangeArrowheads="1"/>
            </p:cNvSpPr>
            <p:nvPr/>
          </p:nvSpPr>
          <p:spPr bwMode="auto">
            <a:xfrm>
              <a:off x="3744" y="768"/>
              <a:ext cx="96" cy="96"/>
            </a:xfrm>
            <a:prstGeom prst="ellipse">
              <a:avLst/>
            </a:prstGeom>
            <a:solidFill>
              <a:srgbClr val="FFFF66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7038" name="Oval 302"/>
            <p:cNvSpPr>
              <a:spLocks noChangeArrowheads="1"/>
            </p:cNvSpPr>
            <p:nvPr/>
          </p:nvSpPr>
          <p:spPr bwMode="auto">
            <a:xfrm>
              <a:off x="3168" y="768"/>
              <a:ext cx="96" cy="96"/>
            </a:xfrm>
            <a:prstGeom prst="ellipse">
              <a:avLst/>
            </a:prstGeom>
            <a:solidFill>
              <a:srgbClr val="FFFF66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7039" name="Oval 303"/>
            <p:cNvSpPr>
              <a:spLocks noChangeArrowheads="1"/>
            </p:cNvSpPr>
            <p:nvPr/>
          </p:nvSpPr>
          <p:spPr bwMode="auto">
            <a:xfrm>
              <a:off x="2016" y="768"/>
              <a:ext cx="96" cy="96"/>
            </a:xfrm>
            <a:prstGeom prst="ellipse">
              <a:avLst/>
            </a:prstGeom>
            <a:solidFill>
              <a:srgbClr val="FFFF66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7040" name="Oval 304"/>
            <p:cNvSpPr>
              <a:spLocks noChangeArrowheads="1"/>
            </p:cNvSpPr>
            <p:nvPr/>
          </p:nvSpPr>
          <p:spPr bwMode="auto">
            <a:xfrm>
              <a:off x="2592" y="768"/>
              <a:ext cx="96" cy="96"/>
            </a:xfrm>
            <a:prstGeom prst="ellipse">
              <a:avLst/>
            </a:prstGeom>
            <a:solidFill>
              <a:srgbClr val="FFFF66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7041" name="Oval 305"/>
            <p:cNvSpPr>
              <a:spLocks noChangeArrowheads="1"/>
            </p:cNvSpPr>
            <p:nvPr/>
          </p:nvSpPr>
          <p:spPr bwMode="auto">
            <a:xfrm>
              <a:off x="1440" y="768"/>
              <a:ext cx="96" cy="96"/>
            </a:xfrm>
            <a:prstGeom prst="ellipse">
              <a:avLst/>
            </a:prstGeom>
            <a:solidFill>
              <a:srgbClr val="FFFF66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7042" name="Oval 306"/>
            <p:cNvSpPr>
              <a:spLocks noChangeArrowheads="1"/>
            </p:cNvSpPr>
            <p:nvPr/>
          </p:nvSpPr>
          <p:spPr bwMode="auto">
            <a:xfrm>
              <a:off x="864" y="768"/>
              <a:ext cx="96" cy="96"/>
            </a:xfrm>
            <a:prstGeom prst="ellipse">
              <a:avLst/>
            </a:prstGeom>
            <a:solidFill>
              <a:srgbClr val="FFFF66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7043" name="Oval 307"/>
            <p:cNvSpPr>
              <a:spLocks noChangeArrowheads="1"/>
            </p:cNvSpPr>
            <p:nvPr/>
          </p:nvSpPr>
          <p:spPr bwMode="auto">
            <a:xfrm>
              <a:off x="4320" y="3648"/>
              <a:ext cx="96" cy="96"/>
            </a:xfrm>
            <a:prstGeom prst="ellipse">
              <a:avLst/>
            </a:prstGeom>
            <a:solidFill>
              <a:srgbClr val="FFFF66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7044" name="Oval 308"/>
            <p:cNvSpPr>
              <a:spLocks noChangeArrowheads="1"/>
            </p:cNvSpPr>
            <p:nvPr/>
          </p:nvSpPr>
          <p:spPr bwMode="auto">
            <a:xfrm>
              <a:off x="4896" y="3648"/>
              <a:ext cx="96" cy="96"/>
            </a:xfrm>
            <a:prstGeom prst="ellipse">
              <a:avLst/>
            </a:prstGeom>
            <a:solidFill>
              <a:srgbClr val="FFFF66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7045" name="Oval 309"/>
            <p:cNvSpPr>
              <a:spLocks noChangeArrowheads="1"/>
            </p:cNvSpPr>
            <p:nvPr/>
          </p:nvSpPr>
          <p:spPr bwMode="auto">
            <a:xfrm>
              <a:off x="4320" y="3072"/>
              <a:ext cx="96" cy="96"/>
            </a:xfrm>
            <a:prstGeom prst="ellipse">
              <a:avLst/>
            </a:prstGeom>
            <a:solidFill>
              <a:srgbClr val="FFFF66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7046" name="Oval 310"/>
            <p:cNvSpPr>
              <a:spLocks noChangeArrowheads="1"/>
            </p:cNvSpPr>
            <p:nvPr/>
          </p:nvSpPr>
          <p:spPr bwMode="auto">
            <a:xfrm>
              <a:off x="4896" y="3072"/>
              <a:ext cx="96" cy="96"/>
            </a:xfrm>
            <a:prstGeom prst="ellipse">
              <a:avLst/>
            </a:prstGeom>
            <a:solidFill>
              <a:srgbClr val="FFFF66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7047" name="Oval 311"/>
            <p:cNvSpPr>
              <a:spLocks noChangeArrowheads="1"/>
            </p:cNvSpPr>
            <p:nvPr/>
          </p:nvSpPr>
          <p:spPr bwMode="auto">
            <a:xfrm>
              <a:off x="4896" y="2496"/>
              <a:ext cx="96" cy="96"/>
            </a:xfrm>
            <a:prstGeom prst="ellipse">
              <a:avLst/>
            </a:prstGeom>
            <a:solidFill>
              <a:srgbClr val="FFFF66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7048" name="Oval 312"/>
            <p:cNvSpPr>
              <a:spLocks noChangeArrowheads="1"/>
            </p:cNvSpPr>
            <p:nvPr/>
          </p:nvSpPr>
          <p:spPr bwMode="auto">
            <a:xfrm>
              <a:off x="4320" y="2496"/>
              <a:ext cx="96" cy="96"/>
            </a:xfrm>
            <a:prstGeom prst="ellipse">
              <a:avLst/>
            </a:prstGeom>
            <a:solidFill>
              <a:srgbClr val="FFFF66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7049" name="Oval 313"/>
            <p:cNvSpPr>
              <a:spLocks noChangeArrowheads="1"/>
            </p:cNvSpPr>
            <p:nvPr/>
          </p:nvSpPr>
          <p:spPr bwMode="auto">
            <a:xfrm>
              <a:off x="3744" y="3648"/>
              <a:ext cx="96" cy="96"/>
            </a:xfrm>
            <a:prstGeom prst="ellipse">
              <a:avLst/>
            </a:prstGeom>
            <a:solidFill>
              <a:srgbClr val="FFFF66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7050" name="Oval 314"/>
            <p:cNvSpPr>
              <a:spLocks noChangeArrowheads="1"/>
            </p:cNvSpPr>
            <p:nvPr/>
          </p:nvSpPr>
          <p:spPr bwMode="auto">
            <a:xfrm>
              <a:off x="3744" y="3072"/>
              <a:ext cx="96" cy="96"/>
            </a:xfrm>
            <a:prstGeom prst="ellipse">
              <a:avLst/>
            </a:prstGeom>
            <a:solidFill>
              <a:srgbClr val="FFFF66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7051" name="Oval 315"/>
            <p:cNvSpPr>
              <a:spLocks noChangeArrowheads="1"/>
            </p:cNvSpPr>
            <p:nvPr/>
          </p:nvSpPr>
          <p:spPr bwMode="auto">
            <a:xfrm>
              <a:off x="3744" y="2496"/>
              <a:ext cx="96" cy="96"/>
            </a:xfrm>
            <a:prstGeom prst="ellipse">
              <a:avLst/>
            </a:prstGeom>
            <a:solidFill>
              <a:srgbClr val="FFFF66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7052" name="Oval 316"/>
            <p:cNvSpPr>
              <a:spLocks noChangeArrowheads="1"/>
            </p:cNvSpPr>
            <p:nvPr/>
          </p:nvSpPr>
          <p:spPr bwMode="auto">
            <a:xfrm>
              <a:off x="3168" y="1920"/>
              <a:ext cx="96" cy="96"/>
            </a:xfrm>
            <a:prstGeom prst="ellipse">
              <a:avLst/>
            </a:prstGeom>
            <a:solidFill>
              <a:srgbClr val="FFFF66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7053" name="Oval 317"/>
            <p:cNvSpPr>
              <a:spLocks noChangeArrowheads="1"/>
            </p:cNvSpPr>
            <p:nvPr/>
          </p:nvSpPr>
          <p:spPr bwMode="auto">
            <a:xfrm>
              <a:off x="2592" y="2496"/>
              <a:ext cx="96" cy="96"/>
            </a:xfrm>
            <a:prstGeom prst="ellipse">
              <a:avLst/>
            </a:prstGeom>
            <a:solidFill>
              <a:srgbClr val="FFFF66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7054" name="Oval 318"/>
            <p:cNvSpPr>
              <a:spLocks noChangeArrowheads="1"/>
            </p:cNvSpPr>
            <p:nvPr/>
          </p:nvSpPr>
          <p:spPr bwMode="auto">
            <a:xfrm>
              <a:off x="2592" y="1920"/>
              <a:ext cx="96" cy="96"/>
            </a:xfrm>
            <a:prstGeom prst="ellipse">
              <a:avLst/>
            </a:prstGeom>
            <a:solidFill>
              <a:srgbClr val="FFFF66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7055" name="Oval 319"/>
            <p:cNvSpPr>
              <a:spLocks noChangeArrowheads="1"/>
            </p:cNvSpPr>
            <p:nvPr/>
          </p:nvSpPr>
          <p:spPr bwMode="auto">
            <a:xfrm>
              <a:off x="2592" y="3072"/>
              <a:ext cx="96" cy="96"/>
            </a:xfrm>
            <a:prstGeom prst="ellipse">
              <a:avLst/>
            </a:prstGeom>
            <a:solidFill>
              <a:srgbClr val="FFFF66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7056" name="Oval 320"/>
            <p:cNvSpPr>
              <a:spLocks noChangeArrowheads="1"/>
            </p:cNvSpPr>
            <p:nvPr/>
          </p:nvSpPr>
          <p:spPr bwMode="auto">
            <a:xfrm>
              <a:off x="2592" y="3648"/>
              <a:ext cx="96" cy="96"/>
            </a:xfrm>
            <a:prstGeom prst="ellipse">
              <a:avLst/>
            </a:prstGeom>
            <a:solidFill>
              <a:srgbClr val="FFFF66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7057" name="Oval 321"/>
            <p:cNvSpPr>
              <a:spLocks noChangeArrowheads="1"/>
            </p:cNvSpPr>
            <p:nvPr/>
          </p:nvSpPr>
          <p:spPr bwMode="auto">
            <a:xfrm>
              <a:off x="2016" y="2496"/>
              <a:ext cx="96" cy="96"/>
            </a:xfrm>
            <a:prstGeom prst="ellipse">
              <a:avLst/>
            </a:prstGeom>
            <a:solidFill>
              <a:srgbClr val="FFFF66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7058" name="Oval 322"/>
            <p:cNvSpPr>
              <a:spLocks noChangeArrowheads="1"/>
            </p:cNvSpPr>
            <p:nvPr/>
          </p:nvSpPr>
          <p:spPr bwMode="auto">
            <a:xfrm>
              <a:off x="2016" y="1920"/>
              <a:ext cx="96" cy="96"/>
            </a:xfrm>
            <a:prstGeom prst="ellipse">
              <a:avLst/>
            </a:prstGeom>
            <a:solidFill>
              <a:srgbClr val="FFFF66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7059" name="Oval 323"/>
            <p:cNvSpPr>
              <a:spLocks noChangeArrowheads="1"/>
            </p:cNvSpPr>
            <p:nvPr/>
          </p:nvSpPr>
          <p:spPr bwMode="auto">
            <a:xfrm>
              <a:off x="2016" y="3072"/>
              <a:ext cx="96" cy="96"/>
            </a:xfrm>
            <a:prstGeom prst="ellipse">
              <a:avLst/>
            </a:prstGeom>
            <a:solidFill>
              <a:srgbClr val="FFFF66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7060" name="Oval 324"/>
            <p:cNvSpPr>
              <a:spLocks noChangeArrowheads="1"/>
            </p:cNvSpPr>
            <p:nvPr/>
          </p:nvSpPr>
          <p:spPr bwMode="auto">
            <a:xfrm>
              <a:off x="2016" y="3648"/>
              <a:ext cx="96" cy="96"/>
            </a:xfrm>
            <a:prstGeom prst="ellipse">
              <a:avLst/>
            </a:prstGeom>
            <a:solidFill>
              <a:srgbClr val="FFFF66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7061" name="Oval 325"/>
            <p:cNvSpPr>
              <a:spLocks noChangeArrowheads="1"/>
            </p:cNvSpPr>
            <p:nvPr/>
          </p:nvSpPr>
          <p:spPr bwMode="auto">
            <a:xfrm>
              <a:off x="3168" y="3648"/>
              <a:ext cx="96" cy="96"/>
            </a:xfrm>
            <a:prstGeom prst="ellipse">
              <a:avLst/>
            </a:prstGeom>
            <a:solidFill>
              <a:srgbClr val="FFFF66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7062" name="Oval 326"/>
            <p:cNvSpPr>
              <a:spLocks noChangeArrowheads="1"/>
            </p:cNvSpPr>
            <p:nvPr/>
          </p:nvSpPr>
          <p:spPr bwMode="auto">
            <a:xfrm>
              <a:off x="3168" y="3072"/>
              <a:ext cx="96" cy="96"/>
            </a:xfrm>
            <a:prstGeom prst="ellipse">
              <a:avLst/>
            </a:prstGeom>
            <a:solidFill>
              <a:srgbClr val="FFFF66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7063" name="Oval 327"/>
            <p:cNvSpPr>
              <a:spLocks noChangeArrowheads="1"/>
            </p:cNvSpPr>
            <p:nvPr/>
          </p:nvSpPr>
          <p:spPr bwMode="auto">
            <a:xfrm>
              <a:off x="3168" y="2496"/>
              <a:ext cx="96" cy="96"/>
            </a:xfrm>
            <a:prstGeom prst="ellipse">
              <a:avLst/>
            </a:prstGeom>
            <a:solidFill>
              <a:srgbClr val="FFFF66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7064" name="Oval 328"/>
            <p:cNvSpPr>
              <a:spLocks noChangeArrowheads="1"/>
            </p:cNvSpPr>
            <p:nvPr/>
          </p:nvSpPr>
          <p:spPr bwMode="auto">
            <a:xfrm>
              <a:off x="864" y="3648"/>
              <a:ext cx="96" cy="96"/>
            </a:xfrm>
            <a:prstGeom prst="ellipse">
              <a:avLst/>
            </a:prstGeom>
            <a:solidFill>
              <a:srgbClr val="FFFF66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7065" name="Oval 329"/>
            <p:cNvSpPr>
              <a:spLocks noChangeArrowheads="1"/>
            </p:cNvSpPr>
            <p:nvPr/>
          </p:nvSpPr>
          <p:spPr bwMode="auto">
            <a:xfrm>
              <a:off x="4896" y="1344"/>
              <a:ext cx="96" cy="96"/>
            </a:xfrm>
            <a:prstGeom prst="ellipse">
              <a:avLst/>
            </a:prstGeom>
            <a:solidFill>
              <a:srgbClr val="FFFF66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7066" name="Oval 330"/>
            <p:cNvSpPr>
              <a:spLocks noChangeArrowheads="1"/>
            </p:cNvSpPr>
            <p:nvPr/>
          </p:nvSpPr>
          <p:spPr bwMode="auto">
            <a:xfrm>
              <a:off x="1440" y="1920"/>
              <a:ext cx="96" cy="96"/>
            </a:xfrm>
            <a:prstGeom prst="ellipse">
              <a:avLst/>
            </a:prstGeom>
            <a:solidFill>
              <a:srgbClr val="FFFF66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7067" name="Oval 331"/>
            <p:cNvSpPr>
              <a:spLocks noChangeArrowheads="1"/>
            </p:cNvSpPr>
            <p:nvPr/>
          </p:nvSpPr>
          <p:spPr bwMode="auto">
            <a:xfrm>
              <a:off x="1440" y="3072"/>
              <a:ext cx="96" cy="96"/>
            </a:xfrm>
            <a:prstGeom prst="ellipse">
              <a:avLst/>
            </a:prstGeom>
            <a:solidFill>
              <a:srgbClr val="FFFF66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7068" name="Oval 332"/>
            <p:cNvSpPr>
              <a:spLocks noChangeArrowheads="1"/>
            </p:cNvSpPr>
            <p:nvPr/>
          </p:nvSpPr>
          <p:spPr bwMode="auto">
            <a:xfrm>
              <a:off x="1440" y="3648"/>
              <a:ext cx="96" cy="96"/>
            </a:xfrm>
            <a:prstGeom prst="ellipse">
              <a:avLst/>
            </a:prstGeom>
            <a:solidFill>
              <a:srgbClr val="FFFF66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7069" name="Oval 333"/>
            <p:cNvSpPr>
              <a:spLocks noChangeArrowheads="1"/>
            </p:cNvSpPr>
            <p:nvPr/>
          </p:nvSpPr>
          <p:spPr bwMode="auto">
            <a:xfrm>
              <a:off x="864" y="2496"/>
              <a:ext cx="96" cy="96"/>
            </a:xfrm>
            <a:prstGeom prst="ellipse">
              <a:avLst/>
            </a:prstGeom>
            <a:solidFill>
              <a:srgbClr val="FFFF66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7070" name="Oval 334"/>
            <p:cNvSpPr>
              <a:spLocks noChangeArrowheads="1"/>
            </p:cNvSpPr>
            <p:nvPr/>
          </p:nvSpPr>
          <p:spPr bwMode="auto">
            <a:xfrm>
              <a:off x="864" y="3072"/>
              <a:ext cx="96" cy="96"/>
            </a:xfrm>
            <a:prstGeom prst="ellipse">
              <a:avLst/>
            </a:prstGeom>
            <a:solidFill>
              <a:srgbClr val="FFFF66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7071" name="Oval 335"/>
            <p:cNvSpPr>
              <a:spLocks noChangeArrowheads="1"/>
            </p:cNvSpPr>
            <p:nvPr/>
          </p:nvSpPr>
          <p:spPr bwMode="auto">
            <a:xfrm>
              <a:off x="864" y="1920"/>
              <a:ext cx="96" cy="96"/>
            </a:xfrm>
            <a:prstGeom prst="ellipse">
              <a:avLst/>
            </a:prstGeom>
            <a:solidFill>
              <a:srgbClr val="FFFF66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7072" name="Oval 336"/>
            <p:cNvSpPr>
              <a:spLocks noChangeArrowheads="1"/>
            </p:cNvSpPr>
            <p:nvPr/>
          </p:nvSpPr>
          <p:spPr bwMode="auto">
            <a:xfrm>
              <a:off x="3744" y="1920"/>
              <a:ext cx="96" cy="96"/>
            </a:xfrm>
            <a:prstGeom prst="ellipse">
              <a:avLst/>
            </a:prstGeom>
            <a:solidFill>
              <a:srgbClr val="FFFF66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7073" name="Oval 337"/>
            <p:cNvSpPr>
              <a:spLocks noChangeArrowheads="1"/>
            </p:cNvSpPr>
            <p:nvPr/>
          </p:nvSpPr>
          <p:spPr bwMode="auto">
            <a:xfrm>
              <a:off x="4320" y="1920"/>
              <a:ext cx="96" cy="96"/>
            </a:xfrm>
            <a:prstGeom prst="ellipse">
              <a:avLst/>
            </a:prstGeom>
            <a:solidFill>
              <a:srgbClr val="FFFF66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7074" name="Oval 338"/>
            <p:cNvSpPr>
              <a:spLocks noChangeArrowheads="1"/>
            </p:cNvSpPr>
            <p:nvPr/>
          </p:nvSpPr>
          <p:spPr bwMode="auto">
            <a:xfrm>
              <a:off x="4896" y="1920"/>
              <a:ext cx="96" cy="96"/>
            </a:xfrm>
            <a:prstGeom prst="ellipse">
              <a:avLst/>
            </a:prstGeom>
            <a:solidFill>
              <a:srgbClr val="FFFF66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7075" name="Oval 339"/>
            <p:cNvSpPr>
              <a:spLocks noChangeArrowheads="1"/>
            </p:cNvSpPr>
            <p:nvPr/>
          </p:nvSpPr>
          <p:spPr bwMode="auto">
            <a:xfrm>
              <a:off x="4320" y="1344"/>
              <a:ext cx="96" cy="96"/>
            </a:xfrm>
            <a:prstGeom prst="ellipse">
              <a:avLst/>
            </a:prstGeom>
            <a:solidFill>
              <a:srgbClr val="FFFF66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7076" name="Oval 340"/>
            <p:cNvSpPr>
              <a:spLocks noChangeArrowheads="1"/>
            </p:cNvSpPr>
            <p:nvPr/>
          </p:nvSpPr>
          <p:spPr bwMode="auto">
            <a:xfrm>
              <a:off x="3744" y="1344"/>
              <a:ext cx="96" cy="96"/>
            </a:xfrm>
            <a:prstGeom prst="ellipse">
              <a:avLst/>
            </a:prstGeom>
            <a:solidFill>
              <a:srgbClr val="FFFF66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7077" name="Oval 341"/>
            <p:cNvSpPr>
              <a:spLocks noChangeArrowheads="1"/>
            </p:cNvSpPr>
            <p:nvPr/>
          </p:nvSpPr>
          <p:spPr bwMode="auto">
            <a:xfrm>
              <a:off x="3168" y="1344"/>
              <a:ext cx="96" cy="96"/>
            </a:xfrm>
            <a:prstGeom prst="ellipse">
              <a:avLst/>
            </a:prstGeom>
            <a:solidFill>
              <a:srgbClr val="FFFF66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7078" name="Oval 342"/>
            <p:cNvSpPr>
              <a:spLocks noChangeArrowheads="1"/>
            </p:cNvSpPr>
            <p:nvPr/>
          </p:nvSpPr>
          <p:spPr bwMode="auto">
            <a:xfrm>
              <a:off x="2016" y="1344"/>
              <a:ext cx="96" cy="96"/>
            </a:xfrm>
            <a:prstGeom prst="ellipse">
              <a:avLst/>
            </a:prstGeom>
            <a:solidFill>
              <a:srgbClr val="FFFF66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7079" name="Oval 343"/>
            <p:cNvSpPr>
              <a:spLocks noChangeArrowheads="1"/>
            </p:cNvSpPr>
            <p:nvPr/>
          </p:nvSpPr>
          <p:spPr bwMode="auto">
            <a:xfrm>
              <a:off x="1440" y="2496"/>
              <a:ext cx="96" cy="96"/>
            </a:xfrm>
            <a:prstGeom prst="ellipse">
              <a:avLst/>
            </a:prstGeom>
            <a:solidFill>
              <a:srgbClr val="FFFF66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757080" name="Group 344"/>
          <p:cNvGrpSpPr>
            <a:grpSpLocks/>
          </p:cNvGrpSpPr>
          <p:nvPr/>
        </p:nvGrpSpPr>
        <p:grpSpPr bwMode="auto">
          <a:xfrm>
            <a:off x="1447800" y="1143000"/>
            <a:ext cx="6553200" cy="4724400"/>
            <a:chOff x="864" y="768"/>
            <a:chExt cx="4128" cy="2976"/>
          </a:xfrm>
        </p:grpSpPr>
        <p:sp>
          <p:nvSpPr>
            <p:cNvPr id="757081" name="Oval 345"/>
            <p:cNvSpPr>
              <a:spLocks noChangeArrowheads="1"/>
            </p:cNvSpPr>
            <p:nvPr/>
          </p:nvSpPr>
          <p:spPr bwMode="auto">
            <a:xfrm>
              <a:off x="2592" y="1344"/>
              <a:ext cx="96" cy="96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7082" name="Oval 346"/>
            <p:cNvSpPr>
              <a:spLocks noChangeArrowheads="1"/>
            </p:cNvSpPr>
            <p:nvPr/>
          </p:nvSpPr>
          <p:spPr bwMode="auto">
            <a:xfrm>
              <a:off x="1440" y="1344"/>
              <a:ext cx="96" cy="96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7083" name="Oval 347"/>
            <p:cNvSpPr>
              <a:spLocks noChangeArrowheads="1"/>
            </p:cNvSpPr>
            <p:nvPr/>
          </p:nvSpPr>
          <p:spPr bwMode="auto">
            <a:xfrm>
              <a:off x="864" y="1344"/>
              <a:ext cx="96" cy="96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7084" name="Oval 348"/>
            <p:cNvSpPr>
              <a:spLocks noChangeArrowheads="1"/>
            </p:cNvSpPr>
            <p:nvPr/>
          </p:nvSpPr>
          <p:spPr bwMode="auto">
            <a:xfrm>
              <a:off x="4896" y="768"/>
              <a:ext cx="96" cy="96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7085" name="Oval 349"/>
            <p:cNvSpPr>
              <a:spLocks noChangeArrowheads="1"/>
            </p:cNvSpPr>
            <p:nvPr/>
          </p:nvSpPr>
          <p:spPr bwMode="auto">
            <a:xfrm>
              <a:off x="4320" y="768"/>
              <a:ext cx="96" cy="96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7086" name="Oval 350"/>
            <p:cNvSpPr>
              <a:spLocks noChangeArrowheads="1"/>
            </p:cNvSpPr>
            <p:nvPr/>
          </p:nvSpPr>
          <p:spPr bwMode="auto">
            <a:xfrm>
              <a:off x="3744" y="768"/>
              <a:ext cx="96" cy="96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7087" name="Oval 351"/>
            <p:cNvSpPr>
              <a:spLocks noChangeArrowheads="1"/>
            </p:cNvSpPr>
            <p:nvPr/>
          </p:nvSpPr>
          <p:spPr bwMode="auto">
            <a:xfrm>
              <a:off x="3168" y="768"/>
              <a:ext cx="96" cy="96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7088" name="Oval 352"/>
            <p:cNvSpPr>
              <a:spLocks noChangeArrowheads="1"/>
            </p:cNvSpPr>
            <p:nvPr/>
          </p:nvSpPr>
          <p:spPr bwMode="auto">
            <a:xfrm>
              <a:off x="2016" y="768"/>
              <a:ext cx="96" cy="96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7089" name="Oval 353"/>
            <p:cNvSpPr>
              <a:spLocks noChangeArrowheads="1"/>
            </p:cNvSpPr>
            <p:nvPr/>
          </p:nvSpPr>
          <p:spPr bwMode="auto">
            <a:xfrm>
              <a:off x="2592" y="768"/>
              <a:ext cx="96" cy="96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7090" name="Oval 354"/>
            <p:cNvSpPr>
              <a:spLocks noChangeArrowheads="1"/>
            </p:cNvSpPr>
            <p:nvPr/>
          </p:nvSpPr>
          <p:spPr bwMode="auto">
            <a:xfrm>
              <a:off x="1440" y="768"/>
              <a:ext cx="96" cy="96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7091" name="Oval 355"/>
            <p:cNvSpPr>
              <a:spLocks noChangeArrowheads="1"/>
            </p:cNvSpPr>
            <p:nvPr/>
          </p:nvSpPr>
          <p:spPr bwMode="auto">
            <a:xfrm>
              <a:off x="864" y="768"/>
              <a:ext cx="96" cy="96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7092" name="Oval 356"/>
            <p:cNvSpPr>
              <a:spLocks noChangeArrowheads="1"/>
            </p:cNvSpPr>
            <p:nvPr/>
          </p:nvSpPr>
          <p:spPr bwMode="auto">
            <a:xfrm>
              <a:off x="4320" y="3648"/>
              <a:ext cx="96" cy="96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7093" name="Oval 357"/>
            <p:cNvSpPr>
              <a:spLocks noChangeArrowheads="1"/>
            </p:cNvSpPr>
            <p:nvPr/>
          </p:nvSpPr>
          <p:spPr bwMode="auto">
            <a:xfrm>
              <a:off x="4896" y="3648"/>
              <a:ext cx="96" cy="96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7094" name="Oval 358"/>
            <p:cNvSpPr>
              <a:spLocks noChangeArrowheads="1"/>
            </p:cNvSpPr>
            <p:nvPr/>
          </p:nvSpPr>
          <p:spPr bwMode="auto">
            <a:xfrm>
              <a:off x="4320" y="3072"/>
              <a:ext cx="96" cy="96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7095" name="Oval 359"/>
            <p:cNvSpPr>
              <a:spLocks noChangeArrowheads="1"/>
            </p:cNvSpPr>
            <p:nvPr/>
          </p:nvSpPr>
          <p:spPr bwMode="auto">
            <a:xfrm>
              <a:off x="4896" y="3072"/>
              <a:ext cx="96" cy="96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7096" name="Oval 360"/>
            <p:cNvSpPr>
              <a:spLocks noChangeArrowheads="1"/>
            </p:cNvSpPr>
            <p:nvPr/>
          </p:nvSpPr>
          <p:spPr bwMode="auto">
            <a:xfrm>
              <a:off x="4896" y="2496"/>
              <a:ext cx="96" cy="96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7097" name="Oval 361"/>
            <p:cNvSpPr>
              <a:spLocks noChangeArrowheads="1"/>
            </p:cNvSpPr>
            <p:nvPr/>
          </p:nvSpPr>
          <p:spPr bwMode="auto">
            <a:xfrm>
              <a:off x="4320" y="2496"/>
              <a:ext cx="96" cy="96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7098" name="Oval 362"/>
            <p:cNvSpPr>
              <a:spLocks noChangeArrowheads="1"/>
            </p:cNvSpPr>
            <p:nvPr/>
          </p:nvSpPr>
          <p:spPr bwMode="auto">
            <a:xfrm>
              <a:off x="3744" y="3648"/>
              <a:ext cx="96" cy="96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7099" name="Oval 363"/>
            <p:cNvSpPr>
              <a:spLocks noChangeArrowheads="1"/>
            </p:cNvSpPr>
            <p:nvPr/>
          </p:nvSpPr>
          <p:spPr bwMode="auto">
            <a:xfrm>
              <a:off x="3744" y="3072"/>
              <a:ext cx="96" cy="96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7100" name="Oval 364"/>
            <p:cNvSpPr>
              <a:spLocks noChangeArrowheads="1"/>
            </p:cNvSpPr>
            <p:nvPr/>
          </p:nvSpPr>
          <p:spPr bwMode="auto">
            <a:xfrm>
              <a:off x="3744" y="2496"/>
              <a:ext cx="96" cy="96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7101" name="Oval 365"/>
            <p:cNvSpPr>
              <a:spLocks noChangeArrowheads="1"/>
            </p:cNvSpPr>
            <p:nvPr/>
          </p:nvSpPr>
          <p:spPr bwMode="auto">
            <a:xfrm>
              <a:off x="3168" y="1920"/>
              <a:ext cx="96" cy="96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7102" name="Oval 366"/>
            <p:cNvSpPr>
              <a:spLocks noChangeArrowheads="1"/>
            </p:cNvSpPr>
            <p:nvPr/>
          </p:nvSpPr>
          <p:spPr bwMode="auto">
            <a:xfrm>
              <a:off x="2592" y="2496"/>
              <a:ext cx="96" cy="96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7103" name="Oval 367"/>
            <p:cNvSpPr>
              <a:spLocks noChangeArrowheads="1"/>
            </p:cNvSpPr>
            <p:nvPr/>
          </p:nvSpPr>
          <p:spPr bwMode="auto">
            <a:xfrm>
              <a:off x="2592" y="1920"/>
              <a:ext cx="96" cy="96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7104" name="Oval 368"/>
            <p:cNvSpPr>
              <a:spLocks noChangeArrowheads="1"/>
            </p:cNvSpPr>
            <p:nvPr/>
          </p:nvSpPr>
          <p:spPr bwMode="auto">
            <a:xfrm>
              <a:off x="2592" y="3072"/>
              <a:ext cx="96" cy="96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7105" name="Oval 369"/>
            <p:cNvSpPr>
              <a:spLocks noChangeArrowheads="1"/>
            </p:cNvSpPr>
            <p:nvPr/>
          </p:nvSpPr>
          <p:spPr bwMode="auto">
            <a:xfrm>
              <a:off x="2592" y="3648"/>
              <a:ext cx="96" cy="96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7106" name="Oval 370"/>
            <p:cNvSpPr>
              <a:spLocks noChangeArrowheads="1"/>
            </p:cNvSpPr>
            <p:nvPr/>
          </p:nvSpPr>
          <p:spPr bwMode="auto">
            <a:xfrm>
              <a:off x="2016" y="2496"/>
              <a:ext cx="96" cy="96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7107" name="Oval 371"/>
            <p:cNvSpPr>
              <a:spLocks noChangeArrowheads="1"/>
            </p:cNvSpPr>
            <p:nvPr/>
          </p:nvSpPr>
          <p:spPr bwMode="auto">
            <a:xfrm>
              <a:off x="2016" y="1920"/>
              <a:ext cx="96" cy="96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7108" name="Oval 372"/>
            <p:cNvSpPr>
              <a:spLocks noChangeArrowheads="1"/>
            </p:cNvSpPr>
            <p:nvPr/>
          </p:nvSpPr>
          <p:spPr bwMode="auto">
            <a:xfrm>
              <a:off x="2016" y="3072"/>
              <a:ext cx="96" cy="96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7109" name="Oval 373"/>
            <p:cNvSpPr>
              <a:spLocks noChangeArrowheads="1"/>
            </p:cNvSpPr>
            <p:nvPr/>
          </p:nvSpPr>
          <p:spPr bwMode="auto">
            <a:xfrm>
              <a:off x="2016" y="3648"/>
              <a:ext cx="96" cy="96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7110" name="Oval 374"/>
            <p:cNvSpPr>
              <a:spLocks noChangeArrowheads="1"/>
            </p:cNvSpPr>
            <p:nvPr/>
          </p:nvSpPr>
          <p:spPr bwMode="auto">
            <a:xfrm>
              <a:off x="3168" y="3648"/>
              <a:ext cx="96" cy="96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7111" name="Oval 375"/>
            <p:cNvSpPr>
              <a:spLocks noChangeArrowheads="1"/>
            </p:cNvSpPr>
            <p:nvPr/>
          </p:nvSpPr>
          <p:spPr bwMode="auto">
            <a:xfrm>
              <a:off x="3168" y="3072"/>
              <a:ext cx="96" cy="96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7112" name="Oval 376"/>
            <p:cNvSpPr>
              <a:spLocks noChangeArrowheads="1"/>
            </p:cNvSpPr>
            <p:nvPr/>
          </p:nvSpPr>
          <p:spPr bwMode="auto">
            <a:xfrm>
              <a:off x="3168" y="2496"/>
              <a:ext cx="96" cy="96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7113" name="Oval 377"/>
            <p:cNvSpPr>
              <a:spLocks noChangeArrowheads="1"/>
            </p:cNvSpPr>
            <p:nvPr/>
          </p:nvSpPr>
          <p:spPr bwMode="auto">
            <a:xfrm>
              <a:off x="864" y="3648"/>
              <a:ext cx="96" cy="96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7114" name="Oval 378"/>
            <p:cNvSpPr>
              <a:spLocks noChangeArrowheads="1"/>
            </p:cNvSpPr>
            <p:nvPr/>
          </p:nvSpPr>
          <p:spPr bwMode="auto">
            <a:xfrm>
              <a:off x="4896" y="1344"/>
              <a:ext cx="96" cy="96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7115" name="Oval 379"/>
            <p:cNvSpPr>
              <a:spLocks noChangeArrowheads="1"/>
            </p:cNvSpPr>
            <p:nvPr/>
          </p:nvSpPr>
          <p:spPr bwMode="auto">
            <a:xfrm>
              <a:off x="1440" y="1920"/>
              <a:ext cx="96" cy="96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7116" name="Oval 380"/>
            <p:cNvSpPr>
              <a:spLocks noChangeArrowheads="1"/>
            </p:cNvSpPr>
            <p:nvPr/>
          </p:nvSpPr>
          <p:spPr bwMode="auto">
            <a:xfrm>
              <a:off x="1440" y="3072"/>
              <a:ext cx="96" cy="96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7117" name="Oval 381"/>
            <p:cNvSpPr>
              <a:spLocks noChangeArrowheads="1"/>
            </p:cNvSpPr>
            <p:nvPr/>
          </p:nvSpPr>
          <p:spPr bwMode="auto">
            <a:xfrm>
              <a:off x="1440" y="3648"/>
              <a:ext cx="96" cy="96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7118" name="Oval 382"/>
            <p:cNvSpPr>
              <a:spLocks noChangeArrowheads="1"/>
            </p:cNvSpPr>
            <p:nvPr/>
          </p:nvSpPr>
          <p:spPr bwMode="auto">
            <a:xfrm>
              <a:off x="864" y="2496"/>
              <a:ext cx="96" cy="96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7119" name="Oval 383"/>
            <p:cNvSpPr>
              <a:spLocks noChangeArrowheads="1"/>
            </p:cNvSpPr>
            <p:nvPr/>
          </p:nvSpPr>
          <p:spPr bwMode="auto">
            <a:xfrm>
              <a:off x="864" y="3072"/>
              <a:ext cx="96" cy="96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7120" name="Oval 384"/>
            <p:cNvSpPr>
              <a:spLocks noChangeArrowheads="1"/>
            </p:cNvSpPr>
            <p:nvPr/>
          </p:nvSpPr>
          <p:spPr bwMode="auto">
            <a:xfrm>
              <a:off x="864" y="1920"/>
              <a:ext cx="96" cy="96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7121" name="Oval 385"/>
            <p:cNvSpPr>
              <a:spLocks noChangeArrowheads="1"/>
            </p:cNvSpPr>
            <p:nvPr/>
          </p:nvSpPr>
          <p:spPr bwMode="auto">
            <a:xfrm>
              <a:off x="3744" y="1920"/>
              <a:ext cx="96" cy="96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7122" name="Oval 386"/>
            <p:cNvSpPr>
              <a:spLocks noChangeArrowheads="1"/>
            </p:cNvSpPr>
            <p:nvPr/>
          </p:nvSpPr>
          <p:spPr bwMode="auto">
            <a:xfrm>
              <a:off x="4320" y="1920"/>
              <a:ext cx="96" cy="96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7123" name="Oval 387"/>
            <p:cNvSpPr>
              <a:spLocks noChangeArrowheads="1"/>
            </p:cNvSpPr>
            <p:nvPr/>
          </p:nvSpPr>
          <p:spPr bwMode="auto">
            <a:xfrm>
              <a:off x="4896" y="1920"/>
              <a:ext cx="96" cy="96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7124" name="Oval 388"/>
            <p:cNvSpPr>
              <a:spLocks noChangeArrowheads="1"/>
            </p:cNvSpPr>
            <p:nvPr/>
          </p:nvSpPr>
          <p:spPr bwMode="auto">
            <a:xfrm>
              <a:off x="4320" y="1344"/>
              <a:ext cx="96" cy="96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7125" name="Oval 389"/>
            <p:cNvSpPr>
              <a:spLocks noChangeArrowheads="1"/>
            </p:cNvSpPr>
            <p:nvPr/>
          </p:nvSpPr>
          <p:spPr bwMode="auto">
            <a:xfrm>
              <a:off x="3744" y="1344"/>
              <a:ext cx="96" cy="96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7126" name="Oval 390"/>
            <p:cNvSpPr>
              <a:spLocks noChangeArrowheads="1"/>
            </p:cNvSpPr>
            <p:nvPr/>
          </p:nvSpPr>
          <p:spPr bwMode="auto">
            <a:xfrm>
              <a:off x="3168" y="1344"/>
              <a:ext cx="96" cy="96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7127" name="Oval 391"/>
            <p:cNvSpPr>
              <a:spLocks noChangeArrowheads="1"/>
            </p:cNvSpPr>
            <p:nvPr/>
          </p:nvSpPr>
          <p:spPr bwMode="auto">
            <a:xfrm>
              <a:off x="2016" y="1344"/>
              <a:ext cx="96" cy="96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7128" name="Oval 392"/>
            <p:cNvSpPr>
              <a:spLocks noChangeArrowheads="1"/>
            </p:cNvSpPr>
            <p:nvPr/>
          </p:nvSpPr>
          <p:spPr bwMode="auto">
            <a:xfrm>
              <a:off x="1440" y="2496"/>
              <a:ext cx="96" cy="96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757129" name="Group 393"/>
          <p:cNvGrpSpPr>
            <a:grpSpLocks/>
          </p:cNvGrpSpPr>
          <p:nvPr/>
        </p:nvGrpSpPr>
        <p:grpSpPr bwMode="auto">
          <a:xfrm>
            <a:off x="1143000" y="2362200"/>
            <a:ext cx="6553200" cy="1981200"/>
            <a:chOff x="816" y="1296"/>
            <a:chExt cx="4128" cy="1248"/>
          </a:xfrm>
        </p:grpSpPr>
        <p:sp>
          <p:nvSpPr>
            <p:cNvPr id="757130" name="Oval 394"/>
            <p:cNvSpPr>
              <a:spLocks noChangeArrowheads="1"/>
            </p:cNvSpPr>
            <p:nvPr/>
          </p:nvSpPr>
          <p:spPr bwMode="auto">
            <a:xfrm>
              <a:off x="3696" y="2448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7131" name="Oval 395"/>
            <p:cNvSpPr>
              <a:spLocks noChangeArrowheads="1"/>
            </p:cNvSpPr>
            <p:nvPr/>
          </p:nvSpPr>
          <p:spPr bwMode="auto">
            <a:xfrm>
              <a:off x="3696" y="1872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7132" name="Oval 396"/>
            <p:cNvSpPr>
              <a:spLocks noChangeArrowheads="1"/>
            </p:cNvSpPr>
            <p:nvPr/>
          </p:nvSpPr>
          <p:spPr bwMode="auto">
            <a:xfrm>
              <a:off x="3696" y="1296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7133" name="Oval 397"/>
            <p:cNvSpPr>
              <a:spLocks noChangeArrowheads="1"/>
            </p:cNvSpPr>
            <p:nvPr/>
          </p:nvSpPr>
          <p:spPr bwMode="auto">
            <a:xfrm>
              <a:off x="2544" y="2448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7134" name="Oval 398"/>
            <p:cNvSpPr>
              <a:spLocks noChangeArrowheads="1"/>
            </p:cNvSpPr>
            <p:nvPr/>
          </p:nvSpPr>
          <p:spPr bwMode="auto">
            <a:xfrm>
              <a:off x="2544" y="1872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7135" name="Oval 399"/>
            <p:cNvSpPr>
              <a:spLocks noChangeArrowheads="1"/>
            </p:cNvSpPr>
            <p:nvPr/>
          </p:nvSpPr>
          <p:spPr bwMode="auto">
            <a:xfrm>
              <a:off x="2544" y="1296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7136" name="Oval 400"/>
            <p:cNvSpPr>
              <a:spLocks noChangeArrowheads="1"/>
            </p:cNvSpPr>
            <p:nvPr/>
          </p:nvSpPr>
          <p:spPr bwMode="auto">
            <a:xfrm>
              <a:off x="1392" y="2448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7137" name="Oval 401"/>
            <p:cNvSpPr>
              <a:spLocks noChangeArrowheads="1"/>
            </p:cNvSpPr>
            <p:nvPr/>
          </p:nvSpPr>
          <p:spPr bwMode="auto">
            <a:xfrm>
              <a:off x="1392" y="1872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7138" name="Oval 402"/>
            <p:cNvSpPr>
              <a:spLocks noChangeArrowheads="1"/>
            </p:cNvSpPr>
            <p:nvPr/>
          </p:nvSpPr>
          <p:spPr bwMode="auto">
            <a:xfrm>
              <a:off x="1392" y="1296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7139" name="Oval 403"/>
            <p:cNvSpPr>
              <a:spLocks noChangeArrowheads="1"/>
            </p:cNvSpPr>
            <p:nvPr/>
          </p:nvSpPr>
          <p:spPr bwMode="auto">
            <a:xfrm>
              <a:off x="816" y="1872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7140" name="Oval 404"/>
            <p:cNvSpPr>
              <a:spLocks noChangeArrowheads="1"/>
            </p:cNvSpPr>
            <p:nvPr/>
          </p:nvSpPr>
          <p:spPr bwMode="auto">
            <a:xfrm>
              <a:off x="4848" y="2448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7141" name="Oval 405"/>
            <p:cNvSpPr>
              <a:spLocks noChangeArrowheads="1"/>
            </p:cNvSpPr>
            <p:nvPr/>
          </p:nvSpPr>
          <p:spPr bwMode="auto">
            <a:xfrm>
              <a:off x="4848" y="1872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7142" name="Oval 406"/>
            <p:cNvSpPr>
              <a:spLocks noChangeArrowheads="1"/>
            </p:cNvSpPr>
            <p:nvPr/>
          </p:nvSpPr>
          <p:spPr bwMode="auto">
            <a:xfrm>
              <a:off x="4848" y="1296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757143" name="Group 407"/>
          <p:cNvGrpSpPr>
            <a:grpSpLocks/>
          </p:cNvGrpSpPr>
          <p:nvPr/>
        </p:nvGrpSpPr>
        <p:grpSpPr bwMode="auto">
          <a:xfrm>
            <a:off x="152400" y="762000"/>
            <a:ext cx="7391400" cy="3505200"/>
            <a:chOff x="104" y="480"/>
            <a:chExt cx="5044" cy="2208"/>
          </a:xfrm>
        </p:grpSpPr>
        <p:grpSp>
          <p:nvGrpSpPr>
            <p:cNvPr id="757144" name="Group 408"/>
            <p:cNvGrpSpPr>
              <a:grpSpLocks/>
            </p:cNvGrpSpPr>
            <p:nvPr/>
          </p:nvGrpSpPr>
          <p:grpSpPr bwMode="auto">
            <a:xfrm>
              <a:off x="156" y="720"/>
              <a:ext cx="4992" cy="1968"/>
              <a:chOff x="156" y="720"/>
              <a:chExt cx="4992" cy="1968"/>
            </a:xfrm>
          </p:grpSpPr>
          <p:sp>
            <p:nvSpPr>
              <p:cNvPr id="757145" name="Line 409"/>
              <p:cNvSpPr>
                <a:spLocks noChangeShapeType="1"/>
              </p:cNvSpPr>
              <p:nvPr/>
            </p:nvSpPr>
            <p:spPr bwMode="auto">
              <a:xfrm>
                <a:off x="208" y="768"/>
                <a:ext cx="1196" cy="720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7146" name="Line 410"/>
              <p:cNvSpPr>
                <a:spLocks noChangeShapeType="1"/>
              </p:cNvSpPr>
              <p:nvPr/>
            </p:nvSpPr>
            <p:spPr bwMode="auto">
              <a:xfrm>
                <a:off x="208" y="768"/>
                <a:ext cx="2444" cy="768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7147" name="Line 411"/>
              <p:cNvSpPr>
                <a:spLocks noChangeShapeType="1"/>
              </p:cNvSpPr>
              <p:nvPr/>
            </p:nvSpPr>
            <p:spPr bwMode="auto">
              <a:xfrm>
                <a:off x="208" y="768"/>
                <a:ext cx="3692" cy="768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7148" name="Line 412"/>
              <p:cNvSpPr>
                <a:spLocks noChangeShapeType="1"/>
              </p:cNvSpPr>
              <p:nvPr/>
            </p:nvSpPr>
            <p:spPr bwMode="auto">
              <a:xfrm>
                <a:off x="208" y="768"/>
                <a:ext cx="4940" cy="768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7149" name="Line 413"/>
              <p:cNvSpPr>
                <a:spLocks noChangeShapeType="1"/>
              </p:cNvSpPr>
              <p:nvPr/>
            </p:nvSpPr>
            <p:spPr bwMode="auto">
              <a:xfrm>
                <a:off x="208" y="768"/>
                <a:ext cx="4940" cy="1296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7150" name="Line 414"/>
              <p:cNvSpPr>
                <a:spLocks noChangeShapeType="1"/>
              </p:cNvSpPr>
              <p:nvPr/>
            </p:nvSpPr>
            <p:spPr bwMode="auto">
              <a:xfrm>
                <a:off x="208" y="768"/>
                <a:ext cx="3692" cy="1344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7151" name="Line 415"/>
              <p:cNvSpPr>
                <a:spLocks noChangeShapeType="1"/>
              </p:cNvSpPr>
              <p:nvPr/>
            </p:nvSpPr>
            <p:spPr bwMode="auto">
              <a:xfrm>
                <a:off x="208" y="768"/>
                <a:ext cx="2444" cy="1296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7152" name="Line 416"/>
              <p:cNvSpPr>
                <a:spLocks noChangeShapeType="1"/>
              </p:cNvSpPr>
              <p:nvPr/>
            </p:nvSpPr>
            <p:spPr bwMode="auto">
              <a:xfrm>
                <a:off x="208" y="768"/>
                <a:ext cx="1196" cy="1296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7153" name="Line 417"/>
              <p:cNvSpPr>
                <a:spLocks noChangeShapeType="1"/>
              </p:cNvSpPr>
              <p:nvPr/>
            </p:nvSpPr>
            <p:spPr bwMode="auto">
              <a:xfrm>
                <a:off x="208" y="768"/>
                <a:ext cx="624" cy="1296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7154" name="Line 418"/>
              <p:cNvSpPr>
                <a:spLocks noChangeShapeType="1"/>
              </p:cNvSpPr>
              <p:nvPr/>
            </p:nvSpPr>
            <p:spPr bwMode="auto">
              <a:xfrm>
                <a:off x="208" y="768"/>
                <a:ext cx="1196" cy="1872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7155" name="Line 419"/>
              <p:cNvSpPr>
                <a:spLocks noChangeShapeType="1"/>
              </p:cNvSpPr>
              <p:nvPr/>
            </p:nvSpPr>
            <p:spPr bwMode="auto">
              <a:xfrm>
                <a:off x="208" y="768"/>
                <a:ext cx="2444" cy="1872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7156" name="Line 420"/>
              <p:cNvSpPr>
                <a:spLocks noChangeShapeType="1"/>
              </p:cNvSpPr>
              <p:nvPr/>
            </p:nvSpPr>
            <p:spPr bwMode="auto">
              <a:xfrm>
                <a:off x="208" y="768"/>
                <a:ext cx="3692" cy="1872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7157" name="Line 421"/>
              <p:cNvSpPr>
                <a:spLocks noChangeShapeType="1"/>
              </p:cNvSpPr>
              <p:nvPr/>
            </p:nvSpPr>
            <p:spPr bwMode="auto">
              <a:xfrm>
                <a:off x="208" y="768"/>
                <a:ext cx="4940" cy="1920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7158" name="Oval 422"/>
              <p:cNvSpPr>
                <a:spLocks noChangeArrowheads="1"/>
              </p:cNvSpPr>
              <p:nvPr/>
            </p:nvSpPr>
            <p:spPr bwMode="auto">
              <a:xfrm>
                <a:off x="156" y="720"/>
                <a:ext cx="104" cy="96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757159" name="Text Box 423"/>
            <p:cNvSpPr txBox="1">
              <a:spLocks noChangeArrowheads="1"/>
            </p:cNvSpPr>
            <p:nvPr/>
          </p:nvSpPr>
          <p:spPr bwMode="auto">
            <a:xfrm>
              <a:off x="104" y="480"/>
              <a:ext cx="2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hangingPunct="0">
                <a:spcBef>
                  <a:spcPct val="20000"/>
                </a:spcBef>
              </a:pPr>
              <a:r>
                <a:rPr lang="it-IT" sz="2400" b="1" i="1">
                  <a:latin typeface="Times New Roman" charset="0"/>
                  <a:sym typeface="Symbol" charset="0"/>
                </a:rPr>
                <a:t>s</a:t>
              </a:r>
            </a:p>
          </p:txBody>
        </p:sp>
      </p:grpSp>
      <p:grpSp>
        <p:nvGrpSpPr>
          <p:cNvPr id="757160" name="Group 424"/>
          <p:cNvGrpSpPr>
            <a:grpSpLocks/>
          </p:cNvGrpSpPr>
          <p:nvPr/>
        </p:nvGrpSpPr>
        <p:grpSpPr bwMode="auto">
          <a:xfrm>
            <a:off x="1524000" y="1219200"/>
            <a:ext cx="7467600" cy="5410200"/>
            <a:chOff x="1040" y="768"/>
            <a:chExt cx="5096" cy="3408"/>
          </a:xfrm>
        </p:grpSpPr>
        <p:grpSp>
          <p:nvGrpSpPr>
            <p:cNvPr id="757161" name="Group 425"/>
            <p:cNvGrpSpPr>
              <a:grpSpLocks/>
            </p:cNvGrpSpPr>
            <p:nvPr/>
          </p:nvGrpSpPr>
          <p:grpSpPr bwMode="auto">
            <a:xfrm>
              <a:off x="1040" y="768"/>
              <a:ext cx="5044" cy="3120"/>
              <a:chOff x="1040" y="768"/>
              <a:chExt cx="5044" cy="3120"/>
            </a:xfrm>
          </p:grpSpPr>
          <p:sp>
            <p:nvSpPr>
              <p:cNvPr id="757162" name="Oval 426"/>
              <p:cNvSpPr>
                <a:spLocks noChangeArrowheads="1"/>
              </p:cNvSpPr>
              <p:nvPr/>
            </p:nvSpPr>
            <p:spPr bwMode="auto">
              <a:xfrm>
                <a:off x="5980" y="3792"/>
                <a:ext cx="104" cy="96"/>
              </a:xfrm>
              <a:prstGeom prst="ellipse">
                <a:avLst/>
              </a:prstGeom>
              <a:solidFill>
                <a:srgbClr val="0000CC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57163" name="Line 427"/>
              <p:cNvSpPr>
                <a:spLocks noChangeShapeType="1"/>
              </p:cNvSpPr>
              <p:nvPr/>
            </p:nvSpPr>
            <p:spPr bwMode="auto">
              <a:xfrm>
                <a:off x="1040" y="3648"/>
                <a:ext cx="4940" cy="192"/>
              </a:xfrm>
              <a:prstGeom prst="line">
                <a:avLst/>
              </a:prstGeom>
              <a:noFill/>
              <a:ln w="9525">
                <a:solidFill>
                  <a:srgbClr val="0000CC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7164" name="Line 428"/>
              <p:cNvSpPr>
                <a:spLocks noChangeShapeType="1"/>
              </p:cNvSpPr>
              <p:nvPr/>
            </p:nvSpPr>
            <p:spPr bwMode="auto">
              <a:xfrm>
                <a:off x="1664" y="3648"/>
                <a:ext cx="4316" cy="192"/>
              </a:xfrm>
              <a:prstGeom prst="line">
                <a:avLst/>
              </a:prstGeom>
              <a:noFill/>
              <a:ln w="9525">
                <a:solidFill>
                  <a:srgbClr val="0000CC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7165" name="Line 429"/>
              <p:cNvSpPr>
                <a:spLocks noChangeShapeType="1"/>
              </p:cNvSpPr>
              <p:nvPr/>
            </p:nvSpPr>
            <p:spPr bwMode="auto">
              <a:xfrm>
                <a:off x="2288" y="3648"/>
                <a:ext cx="3692" cy="192"/>
              </a:xfrm>
              <a:prstGeom prst="line">
                <a:avLst/>
              </a:prstGeom>
              <a:noFill/>
              <a:ln w="9525">
                <a:solidFill>
                  <a:srgbClr val="0000CC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7166" name="Line 430"/>
              <p:cNvSpPr>
                <a:spLocks noChangeShapeType="1"/>
              </p:cNvSpPr>
              <p:nvPr/>
            </p:nvSpPr>
            <p:spPr bwMode="auto">
              <a:xfrm>
                <a:off x="2912" y="3648"/>
                <a:ext cx="3068" cy="192"/>
              </a:xfrm>
              <a:prstGeom prst="line">
                <a:avLst/>
              </a:prstGeom>
              <a:noFill/>
              <a:ln w="9525">
                <a:solidFill>
                  <a:srgbClr val="0000CC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7167" name="Line 431"/>
              <p:cNvSpPr>
                <a:spLocks noChangeShapeType="1"/>
              </p:cNvSpPr>
              <p:nvPr/>
            </p:nvSpPr>
            <p:spPr bwMode="auto">
              <a:xfrm>
                <a:off x="3536" y="3648"/>
                <a:ext cx="2444" cy="192"/>
              </a:xfrm>
              <a:prstGeom prst="line">
                <a:avLst/>
              </a:prstGeom>
              <a:noFill/>
              <a:ln w="9525">
                <a:solidFill>
                  <a:srgbClr val="0000CC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7168" name="Line 432"/>
              <p:cNvSpPr>
                <a:spLocks noChangeShapeType="1"/>
              </p:cNvSpPr>
              <p:nvPr/>
            </p:nvSpPr>
            <p:spPr bwMode="auto">
              <a:xfrm>
                <a:off x="4160" y="3648"/>
                <a:ext cx="1820" cy="192"/>
              </a:xfrm>
              <a:prstGeom prst="line">
                <a:avLst/>
              </a:prstGeom>
              <a:noFill/>
              <a:ln w="9525">
                <a:solidFill>
                  <a:srgbClr val="0000CC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7169" name="Line 433"/>
              <p:cNvSpPr>
                <a:spLocks noChangeShapeType="1"/>
              </p:cNvSpPr>
              <p:nvPr/>
            </p:nvSpPr>
            <p:spPr bwMode="auto">
              <a:xfrm>
                <a:off x="4784" y="3648"/>
                <a:ext cx="1196" cy="192"/>
              </a:xfrm>
              <a:prstGeom prst="line">
                <a:avLst/>
              </a:prstGeom>
              <a:noFill/>
              <a:ln w="9525">
                <a:solidFill>
                  <a:srgbClr val="0000CC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7170" name="Line 434"/>
              <p:cNvSpPr>
                <a:spLocks noChangeShapeType="1"/>
              </p:cNvSpPr>
              <p:nvPr/>
            </p:nvSpPr>
            <p:spPr bwMode="auto">
              <a:xfrm>
                <a:off x="5408" y="3648"/>
                <a:ext cx="572" cy="144"/>
              </a:xfrm>
              <a:prstGeom prst="line">
                <a:avLst/>
              </a:prstGeom>
              <a:noFill/>
              <a:ln w="9525">
                <a:solidFill>
                  <a:srgbClr val="0000CC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7171" name="Line 435"/>
              <p:cNvSpPr>
                <a:spLocks noChangeShapeType="1"/>
              </p:cNvSpPr>
              <p:nvPr/>
            </p:nvSpPr>
            <p:spPr bwMode="auto">
              <a:xfrm>
                <a:off x="5408" y="3072"/>
                <a:ext cx="624" cy="720"/>
              </a:xfrm>
              <a:prstGeom prst="line">
                <a:avLst/>
              </a:prstGeom>
              <a:noFill/>
              <a:ln w="9525">
                <a:solidFill>
                  <a:srgbClr val="0000CC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7172" name="Line 436"/>
              <p:cNvSpPr>
                <a:spLocks noChangeShapeType="1"/>
              </p:cNvSpPr>
              <p:nvPr/>
            </p:nvSpPr>
            <p:spPr bwMode="auto">
              <a:xfrm>
                <a:off x="5408" y="2496"/>
                <a:ext cx="624" cy="1296"/>
              </a:xfrm>
              <a:prstGeom prst="line">
                <a:avLst/>
              </a:prstGeom>
              <a:noFill/>
              <a:ln w="9525">
                <a:solidFill>
                  <a:srgbClr val="0000CC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7173" name="Line 437"/>
              <p:cNvSpPr>
                <a:spLocks noChangeShapeType="1"/>
              </p:cNvSpPr>
              <p:nvPr/>
            </p:nvSpPr>
            <p:spPr bwMode="auto">
              <a:xfrm>
                <a:off x="5408" y="1920"/>
                <a:ext cx="624" cy="1872"/>
              </a:xfrm>
              <a:prstGeom prst="line">
                <a:avLst/>
              </a:prstGeom>
              <a:noFill/>
              <a:ln w="9525">
                <a:solidFill>
                  <a:srgbClr val="0000CC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7174" name="Line 438"/>
              <p:cNvSpPr>
                <a:spLocks noChangeShapeType="1"/>
              </p:cNvSpPr>
              <p:nvPr/>
            </p:nvSpPr>
            <p:spPr bwMode="auto">
              <a:xfrm>
                <a:off x="5408" y="1344"/>
                <a:ext cx="624" cy="2448"/>
              </a:xfrm>
              <a:prstGeom prst="line">
                <a:avLst/>
              </a:prstGeom>
              <a:noFill/>
              <a:ln w="9525">
                <a:solidFill>
                  <a:srgbClr val="0000CC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7175" name="Line 439"/>
              <p:cNvSpPr>
                <a:spLocks noChangeShapeType="1"/>
              </p:cNvSpPr>
              <p:nvPr/>
            </p:nvSpPr>
            <p:spPr bwMode="auto">
              <a:xfrm>
                <a:off x="5408" y="768"/>
                <a:ext cx="624" cy="3024"/>
              </a:xfrm>
              <a:prstGeom prst="line">
                <a:avLst/>
              </a:prstGeom>
              <a:noFill/>
              <a:ln w="9525">
                <a:solidFill>
                  <a:srgbClr val="0000CC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7176" name="Line 440"/>
              <p:cNvSpPr>
                <a:spLocks noChangeShapeType="1"/>
              </p:cNvSpPr>
              <p:nvPr/>
            </p:nvSpPr>
            <p:spPr bwMode="auto">
              <a:xfrm>
                <a:off x="4784" y="768"/>
                <a:ext cx="1248" cy="3024"/>
              </a:xfrm>
              <a:prstGeom prst="line">
                <a:avLst/>
              </a:prstGeom>
              <a:noFill/>
              <a:ln w="9525">
                <a:solidFill>
                  <a:srgbClr val="0000CC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7177" name="Line 441"/>
              <p:cNvSpPr>
                <a:spLocks noChangeShapeType="1"/>
              </p:cNvSpPr>
              <p:nvPr/>
            </p:nvSpPr>
            <p:spPr bwMode="auto">
              <a:xfrm>
                <a:off x="4160" y="768"/>
                <a:ext cx="1872" cy="3024"/>
              </a:xfrm>
              <a:prstGeom prst="line">
                <a:avLst/>
              </a:prstGeom>
              <a:noFill/>
              <a:ln w="9525">
                <a:solidFill>
                  <a:srgbClr val="0000CC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7178" name="Line 442"/>
              <p:cNvSpPr>
                <a:spLocks noChangeShapeType="1"/>
              </p:cNvSpPr>
              <p:nvPr/>
            </p:nvSpPr>
            <p:spPr bwMode="auto">
              <a:xfrm>
                <a:off x="3536" y="768"/>
                <a:ext cx="2496" cy="3024"/>
              </a:xfrm>
              <a:prstGeom prst="line">
                <a:avLst/>
              </a:prstGeom>
              <a:noFill/>
              <a:ln w="9525">
                <a:solidFill>
                  <a:srgbClr val="0000CC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7179" name="Line 443"/>
              <p:cNvSpPr>
                <a:spLocks noChangeShapeType="1"/>
              </p:cNvSpPr>
              <p:nvPr/>
            </p:nvSpPr>
            <p:spPr bwMode="auto">
              <a:xfrm>
                <a:off x="2912" y="768"/>
                <a:ext cx="3068" cy="3024"/>
              </a:xfrm>
              <a:prstGeom prst="line">
                <a:avLst/>
              </a:prstGeom>
              <a:noFill/>
              <a:ln w="9525">
                <a:solidFill>
                  <a:srgbClr val="0000CC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7180" name="Line 444"/>
              <p:cNvSpPr>
                <a:spLocks noChangeShapeType="1"/>
              </p:cNvSpPr>
              <p:nvPr/>
            </p:nvSpPr>
            <p:spPr bwMode="auto">
              <a:xfrm>
                <a:off x="2288" y="768"/>
                <a:ext cx="3692" cy="3024"/>
              </a:xfrm>
              <a:prstGeom prst="line">
                <a:avLst/>
              </a:prstGeom>
              <a:noFill/>
              <a:ln w="9525">
                <a:solidFill>
                  <a:srgbClr val="0000CC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7181" name="Line 445"/>
              <p:cNvSpPr>
                <a:spLocks noChangeShapeType="1"/>
              </p:cNvSpPr>
              <p:nvPr/>
            </p:nvSpPr>
            <p:spPr bwMode="auto">
              <a:xfrm>
                <a:off x="1664" y="768"/>
                <a:ext cx="4316" cy="3024"/>
              </a:xfrm>
              <a:prstGeom prst="line">
                <a:avLst/>
              </a:prstGeom>
              <a:noFill/>
              <a:ln w="9525">
                <a:solidFill>
                  <a:srgbClr val="0000CC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7182" name="Line 446"/>
              <p:cNvSpPr>
                <a:spLocks noChangeShapeType="1"/>
              </p:cNvSpPr>
              <p:nvPr/>
            </p:nvSpPr>
            <p:spPr bwMode="auto">
              <a:xfrm>
                <a:off x="1040" y="768"/>
                <a:ext cx="4940" cy="3024"/>
              </a:xfrm>
              <a:prstGeom prst="line">
                <a:avLst/>
              </a:prstGeom>
              <a:noFill/>
              <a:ln w="9525">
                <a:solidFill>
                  <a:srgbClr val="0000CC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7183" name="Line 447"/>
              <p:cNvSpPr>
                <a:spLocks noChangeShapeType="1"/>
              </p:cNvSpPr>
              <p:nvPr/>
            </p:nvSpPr>
            <p:spPr bwMode="auto">
              <a:xfrm>
                <a:off x="1040" y="1920"/>
                <a:ext cx="4940" cy="1872"/>
              </a:xfrm>
              <a:prstGeom prst="line">
                <a:avLst/>
              </a:prstGeom>
              <a:noFill/>
              <a:ln w="9525">
                <a:solidFill>
                  <a:srgbClr val="0000CC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7184" name="Line 448"/>
              <p:cNvSpPr>
                <a:spLocks noChangeShapeType="1"/>
              </p:cNvSpPr>
              <p:nvPr/>
            </p:nvSpPr>
            <p:spPr bwMode="auto">
              <a:xfrm>
                <a:off x="1040" y="1344"/>
                <a:ext cx="4940" cy="2448"/>
              </a:xfrm>
              <a:prstGeom prst="line">
                <a:avLst/>
              </a:prstGeom>
              <a:noFill/>
              <a:ln w="9525">
                <a:solidFill>
                  <a:srgbClr val="0000CC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7185" name="Line 449"/>
              <p:cNvSpPr>
                <a:spLocks noChangeShapeType="1"/>
              </p:cNvSpPr>
              <p:nvPr/>
            </p:nvSpPr>
            <p:spPr bwMode="auto">
              <a:xfrm>
                <a:off x="1040" y="2496"/>
                <a:ext cx="4888" cy="1344"/>
              </a:xfrm>
              <a:prstGeom prst="line">
                <a:avLst/>
              </a:prstGeom>
              <a:noFill/>
              <a:ln w="9525">
                <a:solidFill>
                  <a:srgbClr val="0000CC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7186" name="Line 450"/>
              <p:cNvSpPr>
                <a:spLocks noChangeShapeType="1"/>
              </p:cNvSpPr>
              <p:nvPr/>
            </p:nvSpPr>
            <p:spPr bwMode="auto">
              <a:xfrm>
                <a:off x="1040" y="3072"/>
                <a:ext cx="4940" cy="768"/>
              </a:xfrm>
              <a:prstGeom prst="line">
                <a:avLst/>
              </a:prstGeom>
              <a:noFill/>
              <a:ln w="9525">
                <a:solidFill>
                  <a:srgbClr val="0000CC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757187" name="Text Box 451"/>
            <p:cNvSpPr txBox="1">
              <a:spLocks noChangeArrowheads="1"/>
            </p:cNvSpPr>
            <p:nvPr/>
          </p:nvSpPr>
          <p:spPr bwMode="auto">
            <a:xfrm>
              <a:off x="5928" y="3888"/>
              <a:ext cx="2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hangingPunct="0">
                <a:spcBef>
                  <a:spcPct val="20000"/>
                </a:spcBef>
              </a:pPr>
              <a:r>
                <a:rPr lang="it-IT" sz="2400" b="1" i="1">
                  <a:latin typeface="Times New Roman" charset="0"/>
                  <a:sym typeface="Symbol" charset="0"/>
                </a:rPr>
                <a:t>t</a:t>
              </a:r>
            </a:p>
          </p:txBody>
        </p:sp>
      </p:grp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57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56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56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57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57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57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56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8786" name="Group 2"/>
          <p:cNvGrpSpPr>
            <a:grpSpLocks/>
          </p:cNvGrpSpPr>
          <p:nvPr/>
        </p:nvGrpSpPr>
        <p:grpSpPr bwMode="auto">
          <a:xfrm>
            <a:off x="1114425" y="620713"/>
            <a:ext cx="6858000" cy="5029200"/>
            <a:chOff x="780" y="720"/>
            <a:chExt cx="4680" cy="3168"/>
          </a:xfrm>
        </p:grpSpPr>
        <p:grpSp>
          <p:nvGrpSpPr>
            <p:cNvPr id="758787" name="Group 3"/>
            <p:cNvGrpSpPr>
              <a:grpSpLocks/>
            </p:cNvGrpSpPr>
            <p:nvPr/>
          </p:nvGrpSpPr>
          <p:grpSpPr bwMode="auto">
            <a:xfrm>
              <a:off x="988" y="720"/>
              <a:ext cx="4472" cy="2976"/>
              <a:chOff x="988" y="720"/>
              <a:chExt cx="4472" cy="2976"/>
            </a:xfrm>
          </p:grpSpPr>
          <p:sp>
            <p:nvSpPr>
              <p:cNvPr id="758788" name="Oval 4"/>
              <p:cNvSpPr>
                <a:spLocks noChangeArrowheads="1"/>
              </p:cNvSpPr>
              <p:nvPr/>
            </p:nvSpPr>
            <p:spPr bwMode="auto">
              <a:xfrm>
                <a:off x="2860" y="1296"/>
                <a:ext cx="104" cy="96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58789" name="Oval 5"/>
              <p:cNvSpPr>
                <a:spLocks noChangeArrowheads="1"/>
              </p:cNvSpPr>
              <p:nvPr/>
            </p:nvSpPr>
            <p:spPr bwMode="auto">
              <a:xfrm>
                <a:off x="1612" y="1296"/>
                <a:ext cx="104" cy="96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58790" name="Oval 6"/>
              <p:cNvSpPr>
                <a:spLocks noChangeArrowheads="1"/>
              </p:cNvSpPr>
              <p:nvPr/>
            </p:nvSpPr>
            <p:spPr bwMode="auto">
              <a:xfrm>
                <a:off x="988" y="1296"/>
                <a:ext cx="104" cy="96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58791" name="Oval 7"/>
              <p:cNvSpPr>
                <a:spLocks noChangeArrowheads="1"/>
              </p:cNvSpPr>
              <p:nvPr/>
            </p:nvSpPr>
            <p:spPr bwMode="auto">
              <a:xfrm>
                <a:off x="5356" y="720"/>
                <a:ext cx="104" cy="96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58792" name="Oval 8"/>
              <p:cNvSpPr>
                <a:spLocks noChangeArrowheads="1"/>
              </p:cNvSpPr>
              <p:nvPr/>
            </p:nvSpPr>
            <p:spPr bwMode="auto">
              <a:xfrm>
                <a:off x="4732" y="720"/>
                <a:ext cx="104" cy="96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58793" name="Oval 9"/>
              <p:cNvSpPr>
                <a:spLocks noChangeArrowheads="1"/>
              </p:cNvSpPr>
              <p:nvPr/>
            </p:nvSpPr>
            <p:spPr bwMode="auto">
              <a:xfrm>
                <a:off x="4108" y="720"/>
                <a:ext cx="104" cy="96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58794" name="Oval 10"/>
              <p:cNvSpPr>
                <a:spLocks noChangeArrowheads="1"/>
              </p:cNvSpPr>
              <p:nvPr/>
            </p:nvSpPr>
            <p:spPr bwMode="auto">
              <a:xfrm>
                <a:off x="3484" y="720"/>
                <a:ext cx="104" cy="96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58795" name="Oval 11"/>
              <p:cNvSpPr>
                <a:spLocks noChangeArrowheads="1"/>
              </p:cNvSpPr>
              <p:nvPr/>
            </p:nvSpPr>
            <p:spPr bwMode="auto">
              <a:xfrm>
                <a:off x="2236" y="720"/>
                <a:ext cx="104" cy="96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58796" name="Oval 12"/>
              <p:cNvSpPr>
                <a:spLocks noChangeArrowheads="1"/>
              </p:cNvSpPr>
              <p:nvPr/>
            </p:nvSpPr>
            <p:spPr bwMode="auto">
              <a:xfrm>
                <a:off x="2860" y="720"/>
                <a:ext cx="104" cy="96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58797" name="Oval 13"/>
              <p:cNvSpPr>
                <a:spLocks noChangeArrowheads="1"/>
              </p:cNvSpPr>
              <p:nvPr/>
            </p:nvSpPr>
            <p:spPr bwMode="auto">
              <a:xfrm>
                <a:off x="1612" y="720"/>
                <a:ext cx="104" cy="96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58798" name="Oval 14"/>
              <p:cNvSpPr>
                <a:spLocks noChangeArrowheads="1"/>
              </p:cNvSpPr>
              <p:nvPr/>
            </p:nvSpPr>
            <p:spPr bwMode="auto">
              <a:xfrm>
                <a:off x="988" y="720"/>
                <a:ext cx="104" cy="96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58799" name="Oval 15"/>
              <p:cNvSpPr>
                <a:spLocks noChangeArrowheads="1"/>
              </p:cNvSpPr>
              <p:nvPr/>
            </p:nvSpPr>
            <p:spPr bwMode="auto">
              <a:xfrm>
                <a:off x="4732" y="3600"/>
                <a:ext cx="104" cy="96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58800" name="Oval 16"/>
              <p:cNvSpPr>
                <a:spLocks noChangeArrowheads="1"/>
              </p:cNvSpPr>
              <p:nvPr/>
            </p:nvSpPr>
            <p:spPr bwMode="auto">
              <a:xfrm>
                <a:off x="5356" y="3600"/>
                <a:ext cx="104" cy="96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58801" name="Oval 17"/>
              <p:cNvSpPr>
                <a:spLocks noChangeArrowheads="1"/>
              </p:cNvSpPr>
              <p:nvPr/>
            </p:nvSpPr>
            <p:spPr bwMode="auto">
              <a:xfrm>
                <a:off x="4732" y="3024"/>
                <a:ext cx="104" cy="96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58802" name="Oval 18"/>
              <p:cNvSpPr>
                <a:spLocks noChangeArrowheads="1"/>
              </p:cNvSpPr>
              <p:nvPr/>
            </p:nvSpPr>
            <p:spPr bwMode="auto">
              <a:xfrm>
                <a:off x="5356" y="3024"/>
                <a:ext cx="104" cy="96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58803" name="Oval 19"/>
              <p:cNvSpPr>
                <a:spLocks noChangeArrowheads="1"/>
              </p:cNvSpPr>
              <p:nvPr/>
            </p:nvSpPr>
            <p:spPr bwMode="auto">
              <a:xfrm>
                <a:off x="5356" y="2448"/>
                <a:ext cx="104" cy="96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58804" name="Oval 20"/>
              <p:cNvSpPr>
                <a:spLocks noChangeArrowheads="1"/>
              </p:cNvSpPr>
              <p:nvPr/>
            </p:nvSpPr>
            <p:spPr bwMode="auto">
              <a:xfrm>
                <a:off x="4732" y="2448"/>
                <a:ext cx="104" cy="96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58805" name="Oval 21"/>
              <p:cNvSpPr>
                <a:spLocks noChangeArrowheads="1"/>
              </p:cNvSpPr>
              <p:nvPr/>
            </p:nvSpPr>
            <p:spPr bwMode="auto">
              <a:xfrm>
                <a:off x="4108" y="3600"/>
                <a:ext cx="104" cy="96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58806" name="Oval 22"/>
              <p:cNvSpPr>
                <a:spLocks noChangeArrowheads="1"/>
              </p:cNvSpPr>
              <p:nvPr/>
            </p:nvSpPr>
            <p:spPr bwMode="auto">
              <a:xfrm>
                <a:off x="4108" y="3024"/>
                <a:ext cx="104" cy="96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58807" name="Oval 23"/>
              <p:cNvSpPr>
                <a:spLocks noChangeArrowheads="1"/>
              </p:cNvSpPr>
              <p:nvPr/>
            </p:nvSpPr>
            <p:spPr bwMode="auto">
              <a:xfrm>
                <a:off x="4108" y="2448"/>
                <a:ext cx="104" cy="96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58808" name="Oval 24"/>
              <p:cNvSpPr>
                <a:spLocks noChangeArrowheads="1"/>
              </p:cNvSpPr>
              <p:nvPr/>
            </p:nvSpPr>
            <p:spPr bwMode="auto">
              <a:xfrm>
                <a:off x="3484" y="1872"/>
                <a:ext cx="104" cy="96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58809" name="Oval 25"/>
              <p:cNvSpPr>
                <a:spLocks noChangeArrowheads="1"/>
              </p:cNvSpPr>
              <p:nvPr/>
            </p:nvSpPr>
            <p:spPr bwMode="auto">
              <a:xfrm>
                <a:off x="2860" y="2448"/>
                <a:ext cx="104" cy="96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58810" name="Oval 26"/>
              <p:cNvSpPr>
                <a:spLocks noChangeArrowheads="1"/>
              </p:cNvSpPr>
              <p:nvPr/>
            </p:nvSpPr>
            <p:spPr bwMode="auto">
              <a:xfrm>
                <a:off x="2860" y="1872"/>
                <a:ext cx="104" cy="96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58811" name="Oval 27"/>
              <p:cNvSpPr>
                <a:spLocks noChangeArrowheads="1"/>
              </p:cNvSpPr>
              <p:nvPr/>
            </p:nvSpPr>
            <p:spPr bwMode="auto">
              <a:xfrm>
                <a:off x="2860" y="3024"/>
                <a:ext cx="104" cy="96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58812" name="Oval 28"/>
              <p:cNvSpPr>
                <a:spLocks noChangeArrowheads="1"/>
              </p:cNvSpPr>
              <p:nvPr/>
            </p:nvSpPr>
            <p:spPr bwMode="auto">
              <a:xfrm>
                <a:off x="2860" y="3600"/>
                <a:ext cx="104" cy="96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58813" name="Oval 29"/>
              <p:cNvSpPr>
                <a:spLocks noChangeArrowheads="1"/>
              </p:cNvSpPr>
              <p:nvPr/>
            </p:nvSpPr>
            <p:spPr bwMode="auto">
              <a:xfrm>
                <a:off x="2236" y="2448"/>
                <a:ext cx="104" cy="96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58814" name="Oval 30"/>
              <p:cNvSpPr>
                <a:spLocks noChangeArrowheads="1"/>
              </p:cNvSpPr>
              <p:nvPr/>
            </p:nvSpPr>
            <p:spPr bwMode="auto">
              <a:xfrm>
                <a:off x="2236" y="1872"/>
                <a:ext cx="104" cy="96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58815" name="Oval 31"/>
              <p:cNvSpPr>
                <a:spLocks noChangeArrowheads="1"/>
              </p:cNvSpPr>
              <p:nvPr/>
            </p:nvSpPr>
            <p:spPr bwMode="auto">
              <a:xfrm>
                <a:off x="2236" y="3024"/>
                <a:ext cx="104" cy="96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58816" name="Oval 32"/>
              <p:cNvSpPr>
                <a:spLocks noChangeArrowheads="1"/>
              </p:cNvSpPr>
              <p:nvPr/>
            </p:nvSpPr>
            <p:spPr bwMode="auto">
              <a:xfrm>
                <a:off x="2236" y="3600"/>
                <a:ext cx="104" cy="96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58817" name="Oval 33"/>
              <p:cNvSpPr>
                <a:spLocks noChangeArrowheads="1"/>
              </p:cNvSpPr>
              <p:nvPr/>
            </p:nvSpPr>
            <p:spPr bwMode="auto">
              <a:xfrm>
                <a:off x="3484" y="3600"/>
                <a:ext cx="104" cy="96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58818" name="Oval 34"/>
              <p:cNvSpPr>
                <a:spLocks noChangeArrowheads="1"/>
              </p:cNvSpPr>
              <p:nvPr/>
            </p:nvSpPr>
            <p:spPr bwMode="auto">
              <a:xfrm>
                <a:off x="3484" y="3024"/>
                <a:ext cx="104" cy="96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58819" name="Oval 35"/>
              <p:cNvSpPr>
                <a:spLocks noChangeArrowheads="1"/>
              </p:cNvSpPr>
              <p:nvPr/>
            </p:nvSpPr>
            <p:spPr bwMode="auto">
              <a:xfrm>
                <a:off x="3484" y="2448"/>
                <a:ext cx="104" cy="96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58820" name="Oval 36"/>
              <p:cNvSpPr>
                <a:spLocks noChangeArrowheads="1"/>
              </p:cNvSpPr>
              <p:nvPr/>
            </p:nvSpPr>
            <p:spPr bwMode="auto">
              <a:xfrm>
                <a:off x="988" y="3600"/>
                <a:ext cx="104" cy="96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58821" name="Oval 37"/>
              <p:cNvSpPr>
                <a:spLocks noChangeArrowheads="1"/>
              </p:cNvSpPr>
              <p:nvPr/>
            </p:nvSpPr>
            <p:spPr bwMode="auto">
              <a:xfrm>
                <a:off x="5356" y="1296"/>
                <a:ext cx="104" cy="96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58822" name="Oval 38"/>
              <p:cNvSpPr>
                <a:spLocks noChangeArrowheads="1"/>
              </p:cNvSpPr>
              <p:nvPr/>
            </p:nvSpPr>
            <p:spPr bwMode="auto">
              <a:xfrm>
                <a:off x="1612" y="1872"/>
                <a:ext cx="104" cy="96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58823" name="Oval 39"/>
              <p:cNvSpPr>
                <a:spLocks noChangeArrowheads="1"/>
              </p:cNvSpPr>
              <p:nvPr/>
            </p:nvSpPr>
            <p:spPr bwMode="auto">
              <a:xfrm>
                <a:off x="1612" y="3024"/>
                <a:ext cx="104" cy="96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58824" name="Oval 40"/>
              <p:cNvSpPr>
                <a:spLocks noChangeArrowheads="1"/>
              </p:cNvSpPr>
              <p:nvPr/>
            </p:nvSpPr>
            <p:spPr bwMode="auto">
              <a:xfrm>
                <a:off x="1612" y="3600"/>
                <a:ext cx="104" cy="96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58825" name="Oval 41"/>
              <p:cNvSpPr>
                <a:spLocks noChangeArrowheads="1"/>
              </p:cNvSpPr>
              <p:nvPr/>
            </p:nvSpPr>
            <p:spPr bwMode="auto">
              <a:xfrm>
                <a:off x="988" y="2448"/>
                <a:ext cx="104" cy="96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58826" name="Oval 42"/>
              <p:cNvSpPr>
                <a:spLocks noChangeArrowheads="1"/>
              </p:cNvSpPr>
              <p:nvPr/>
            </p:nvSpPr>
            <p:spPr bwMode="auto">
              <a:xfrm>
                <a:off x="988" y="3024"/>
                <a:ext cx="104" cy="96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58827" name="Oval 43"/>
              <p:cNvSpPr>
                <a:spLocks noChangeArrowheads="1"/>
              </p:cNvSpPr>
              <p:nvPr/>
            </p:nvSpPr>
            <p:spPr bwMode="auto">
              <a:xfrm>
                <a:off x="988" y="1872"/>
                <a:ext cx="104" cy="96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58828" name="Oval 44"/>
              <p:cNvSpPr>
                <a:spLocks noChangeArrowheads="1"/>
              </p:cNvSpPr>
              <p:nvPr/>
            </p:nvSpPr>
            <p:spPr bwMode="auto">
              <a:xfrm>
                <a:off x="4108" y="1872"/>
                <a:ext cx="104" cy="96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58829" name="Oval 45"/>
              <p:cNvSpPr>
                <a:spLocks noChangeArrowheads="1"/>
              </p:cNvSpPr>
              <p:nvPr/>
            </p:nvSpPr>
            <p:spPr bwMode="auto">
              <a:xfrm>
                <a:off x="4732" y="1872"/>
                <a:ext cx="104" cy="96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58830" name="Oval 46"/>
              <p:cNvSpPr>
                <a:spLocks noChangeArrowheads="1"/>
              </p:cNvSpPr>
              <p:nvPr/>
            </p:nvSpPr>
            <p:spPr bwMode="auto">
              <a:xfrm>
                <a:off x="5356" y="1872"/>
                <a:ext cx="104" cy="96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58831" name="Oval 47"/>
              <p:cNvSpPr>
                <a:spLocks noChangeArrowheads="1"/>
              </p:cNvSpPr>
              <p:nvPr/>
            </p:nvSpPr>
            <p:spPr bwMode="auto">
              <a:xfrm>
                <a:off x="4732" y="1296"/>
                <a:ext cx="104" cy="96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58832" name="Oval 48"/>
              <p:cNvSpPr>
                <a:spLocks noChangeArrowheads="1"/>
              </p:cNvSpPr>
              <p:nvPr/>
            </p:nvSpPr>
            <p:spPr bwMode="auto">
              <a:xfrm>
                <a:off x="4108" y="1296"/>
                <a:ext cx="104" cy="96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58833" name="Oval 49"/>
              <p:cNvSpPr>
                <a:spLocks noChangeArrowheads="1"/>
              </p:cNvSpPr>
              <p:nvPr/>
            </p:nvSpPr>
            <p:spPr bwMode="auto">
              <a:xfrm>
                <a:off x="3484" y="1296"/>
                <a:ext cx="104" cy="96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58834" name="Oval 50"/>
              <p:cNvSpPr>
                <a:spLocks noChangeArrowheads="1"/>
              </p:cNvSpPr>
              <p:nvPr/>
            </p:nvSpPr>
            <p:spPr bwMode="auto">
              <a:xfrm>
                <a:off x="2236" y="1296"/>
                <a:ext cx="104" cy="96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58835" name="Oval 51"/>
              <p:cNvSpPr>
                <a:spLocks noChangeArrowheads="1"/>
              </p:cNvSpPr>
              <p:nvPr/>
            </p:nvSpPr>
            <p:spPr bwMode="auto">
              <a:xfrm>
                <a:off x="1612" y="2448"/>
                <a:ext cx="104" cy="96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758836" name="Group 52"/>
            <p:cNvGrpSpPr>
              <a:grpSpLocks/>
            </p:cNvGrpSpPr>
            <p:nvPr/>
          </p:nvGrpSpPr>
          <p:grpSpPr bwMode="auto">
            <a:xfrm>
              <a:off x="780" y="912"/>
              <a:ext cx="4472" cy="2976"/>
              <a:chOff x="816" y="720"/>
              <a:chExt cx="4128" cy="2976"/>
            </a:xfrm>
          </p:grpSpPr>
          <p:sp>
            <p:nvSpPr>
              <p:cNvPr id="758837" name="Line 53"/>
              <p:cNvSpPr>
                <a:spLocks noChangeShapeType="1"/>
              </p:cNvSpPr>
              <p:nvPr/>
            </p:nvSpPr>
            <p:spPr bwMode="auto">
              <a:xfrm>
                <a:off x="864" y="768"/>
                <a:ext cx="403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8838" name="Line 54"/>
              <p:cNvSpPr>
                <a:spLocks noChangeShapeType="1"/>
              </p:cNvSpPr>
              <p:nvPr/>
            </p:nvSpPr>
            <p:spPr bwMode="auto">
              <a:xfrm>
                <a:off x="864" y="1344"/>
                <a:ext cx="403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8839" name="Line 55"/>
              <p:cNvSpPr>
                <a:spLocks noChangeShapeType="1"/>
              </p:cNvSpPr>
              <p:nvPr/>
            </p:nvSpPr>
            <p:spPr bwMode="auto">
              <a:xfrm>
                <a:off x="864" y="3648"/>
                <a:ext cx="403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8840" name="Line 56"/>
              <p:cNvSpPr>
                <a:spLocks noChangeShapeType="1"/>
              </p:cNvSpPr>
              <p:nvPr/>
            </p:nvSpPr>
            <p:spPr bwMode="auto">
              <a:xfrm>
                <a:off x="864" y="1920"/>
                <a:ext cx="403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8841" name="Line 57"/>
              <p:cNvSpPr>
                <a:spLocks noChangeShapeType="1"/>
              </p:cNvSpPr>
              <p:nvPr/>
            </p:nvSpPr>
            <p:spPr bwMode="auto">
              <a:xfrm>
                <a:off x="864" y="3072"/>
                <a:ext cx="403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8842" name="Line 58"/>
              <p:cNvSpPr>
                <a:spLocks noChangeShapeType="1"/>
              </p:cNvSpPr>
              <p:nvPr/>
            </p:nvSpPr>
            <p:spPr bwMode="auto">
              <a:xfrm>
                <a:off x="864" y="2496"/>
                <a:ext cx="403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8843" name="Line 59"/>
              <p:cNvSpPr>
                <a:spLocks noChangeShapeType="1"/>
              </p:cNvSpPr>
              <p:nvPr/>
            </p:nvSpPr>
            <p:spPr bwMode="auto">
              <a:xfrm>
                <a:off x="864" y="768"/>
                <a:ext cx="0" cy="288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8844" name="Line 60"/>
              <p:cNvSpPr>
                <a:spLocks noChangeShapeType="1"/>
              </p:cNvSpPr>
              <p:nvPr/>
            </p:nvSpPr>
            <p:spPr bwMode="auto">
              <a:xfrm>
                <a:off x="1440" y="768"/>
                <a:ext cx="0" cy="288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8845" name="Line 61"/>
              <p:cNvSpPr>
                <a:spLocks noChangeShapeType="1"/>
              </p:cNvSpPr>
              <p:nvPr/>
            </p:nvSpPr>
            <p:spPr bwMode="auto">
              <a:xfrm>
                <a:off x="4320" y="768"/>
                <a:ext cx="0" cy="288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8846" name="Line 62"/>
              <p:cNvSpPr>
                <a:spLocks noChangeShapeType="1"/>
              </p:cNvSpPr>
              <p:nvPr/>
            </p:nvSpPr>
            <p:spPr bwMode="auto">
              <a:xfrm>
                <a:off x="2016" y="768"/>
                <a:ext cx="0" cy="288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8847" name="Line 63"/>
              <p:cNvSpPr>
                <a:spLocks noChangeShapeType="1"/>
              </p:cNvSpPr>
              <p:nvPr/>
            </p:nvSpPr>
            <p:spPr bwMode="auto">
              <a:xfrm>
                <a:off x="3744" y="768"/>
                <a:ext cx="0" cy="288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8848" name="Line 64"/>
              <p:cNvSpPr>
                <a:spLocks noChangeShapeType="1"/>
              </p:cNvSpPr>
              <p:nvPr/>
            </p:nvSpPr>
            <p:spPr bwMode="auto">
              <a:xfrm>
                <a:off x="2592" y="768"/>
                <a:ext cx="0" cy="288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8849" name="Line 65"/>
              <p:cNvSpPr>
                <a:spLocks noChangeShapeType="1"/>
              </p:cNvSpPr>
              <p:nvPr/>
            </p:nvSpPr>
            <p:spPr bwMode="auto">
              <a:xfrm>
                <a:off x="3168" y="768"/>
                <a:ext cx="0" cy="288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8850" name="Line 66"/>
              <p:cNvSpPr>
                <a:spLocks noChangeShapeType="1"/>
              </p:cNvSpPr>
              <p:nvPr/>
            </p:nvSpPr>
            <p:spPr bwMode="auto">
              <a:xfrm>
                <a:off x="4896" y="768"/>
                <a:ext cx="0" cy="288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8851" name="Oval 67"/>
              <p:cNvSpPr>
                <a:spLocks noChangeArrowheads="1"/>
              </p:cNvSpPr>
              <p:nvPr/>
            </p:nvSpPr>
            <p:spPr bwMode="auto">
              <a:xfrm>
                <a:off x="2544" y="1296"/>
                <a:ext cx="96" cy="96"/>
              </a:xfrm>
              <a:prstGeom prst="ellipse">
                <a:avLst/>
              </a:prstGeom>
              <a:solidFill>
                <a:srgbClr val="FFCC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58852" name="Oval 68"/>
              <p:cNvSpPr>
                <a:spLocks noChangeArrowheads="1"/>
              </p:cNvSpPr>
              <p:nvPr/>
            </p:nvSpPr>
            <p:spPr bwMode="auto">
              <a:xfrm>
                <a:off x="1392" y="1296"/>
                <a:ext cx="96" cy="96"/>
              </a:xfrm>
              <a:prstGeom prst="ellipse">
                <a:avLst/>
              </a:prstGeom>
              <a:solidFill>
                <a:srgbClr val="FFCC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58853" name="Oval 69"/>
              <p:cNvSpPr>
                <a:spLocks noChangeArrowheads="1"/>
              </p:cNvSpPr>
              <p:nvPr/>
            </p:nvSpPr>
            <p:spPr bwMode="auto">
              <a:xfrm>
                <a:off x="816" y="1296"/>
                <a:ext cx="96" cy="96"/>
              </a:xfrm>
              <a:prstGeom prst="ellipse">
                <a:avLst/>
              </a:prstGeom>
              <a:solidFill>
                <a:srgbClr val="FFCC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58854" name="Oval 70"/>
              <p:cNvSpPr>
                <a:spLocks noChangeArrowheads="1"/>
              </p:cNvSpPr>
              <p:nvPr/>
            </p:nvSpPr>
            <p:spPr bwMode="auto">
              <a:xfrm>
                <a:off x="4848" y="720"/>
                <a:ext cx="96" cy="96"/>
              </a:xfrm>
              <a:prstGeom prst="ellipse">
                <a:avLst/>
              </a:prstGeom>
              <a:solidFill>
                <a:srgbClr val="FFCC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58855" name="Oval 71"/>
              <p:cNvSpPr>
                <a:spLocks noChangeArrowheads="1"/>
              </p:cNvSpPr>
              <p:nvPr/>
            </p:nvSpPr>
            <p:spPr bwMode="auto">
              <a:xfrm>
                <a:off x="4272" y="720"/>
                <a:ext cx="96" cy="96"/>
              </a:xfrm>
              <a:prstGeom prst="ellipse">
                <a:avLst/>
              </a:prstGeom>
              <a:solidFill>
                <a:srgbClr val="FFCC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58856" name="Oval 72"/>
              <p:cNvSpPr>
                <a:spLocks noChangeArrowheads="1"/>
              </p:cNvSpPr>
              <p:nvPr/>
            </p:nvSpPr>
            <p:spPr bwMode="auto">
              <a:xfrm>
                <a:off x="3696" y="720"/>
                <a:ext cx="96" cy="96"/>
              </a:xfrm>
              <a:prstGeom prst="ellipse">
                <a:avLst/>
              </a:prstGeom>
              <a:solidFill>
                <a:srgbClr val="FFCC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58857" name="Oval 73"/>
              <p:cNvSpPr>
                <a:spLocks noChangeArrowheads="1"/>
              </p:cNvSpPr>
              <p:nvPr/>
            </p:nvSpPr>
            <p:spPr bwMode="auto">
              <a:xfrm>
                <a:off x="3120" y="720"/>
                <a:ext cx="96" cy="96"/>
              </a:xfrm>
              <a:prstGeom prst="ellipse">
                <a:avLst/>
              </a:prstGeom>
              <a:solidFill>
                <a:srgbClr val="FFCC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58858" name="Oval 74"/>
              <p:cNvSpPr>
                <a:spLocks noChangeArrowheads="1"/>
              </p:cNvSpPr>
              <p:nvPr/>
            </p:nvSpPr>
            <p:spPr bwMode="auto">
              <a:xfrm>
                <a:off x="1968" y="720"/>
                <a:ext cx="96" cy="96"/>
              </a:xfrm>
              <a:prstGeom prst="ellipse">
                <a:avLst/>
              </a:prstGeom>
              <a:solidFill>
                <a:srgbClr val="FFCC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58859" name="Oval 75"/>
              <p:cNvSpPr>
                <a:spLocks noChangeArrowheads="1"/>
              </p:cNvSpPr>
              <p:nvPr/>
            </p:nvSpPr>
            <p:spPr bwMode="auto">
              <a:xfrm>
                <a:off x="2544" y="720"/>
                <a:ext cx="96" cy="96"/>
              </a:xfrm>
              <a:prstGeom prst="ellipse">
                <a:avLst/>
              </a:prstGeom>
              <a:solidFill>
                <a:srgbClr val="FFCC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58860" name="Oval 76"/>
              <p:cNvSpPr>
                <a:spLocks noChangeArrowheads="1"/>
              </p:cNvSpPr>
              <p:nvPr/>
            </p:nvSpPr>
            <p:spPr bwMode="auto">
              <a:xfrm>
                <a:off x="1392" y="720"/>
                <a:ext cx="96" cy="96"/>
              </a:xfrm>
              <a:prstGeom prst="ellipse">
                <a:avLst/>
              </a:prstGeom>
              <a:solidFill>
                <a:srgbClr val="FFCC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58861" name="Oval 77"/>
              <p:cNvSpPr>
                <a:spLocks noChangeArrowheads="1"/>
              </p:cNvSpPr>
              <p:nvPr/>
            </p:nvSpPr>
            <p:spPr bwMode="auto">
              <a:xfrm>
                <a:off x="816" y="720"/>
                <a:ext cx="96" cy="96"/>
              </a:xfrm>
              <a:prstGeom prst="ellipse">
                <a:avLst/>
              </a:prstGeom>
              <a:solidFill>
                <a:srgbClr val="FFCC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58862" name="Oval 78"/>
              <p:cNvSpPr>
                <a:spLocks noChangeArrowheads="1"/>
              </p:cNvSpPr>
              <p:nvPr/>
            </p:nvSpPr>
            <p:spPr bwMode="auto">
              <a:xfrm>
                <a:off x="4272" y="3600"/>
                <a:ext cx="96" cy="96"/>
              </a:xfrm>
              <a:prstGeom prst="ellipse">
                <a:avLst/>
              </a:prstGeom>
              <a:solidFill>
                <a:srgbClr val="FFCC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58863" name="Oval 79"/>
              <p:cNvSpPr>
                <a:spLocks noChangeArrowheads="1"/>
              </p:cNvSpPr>
              <p:nvPr/>
            </p:nvSpPr>
            <p:spPr bwMode="auto">
              <a:xfrm>
                <a:off x="4848" y="3600"/>
                <a:ext cx="96" cy="96"/>
              </a:xfrm>
              <a:prstGeom prst="ellipse">
                <a:avLst/>
              </a:prstGeom>
              <a:solidFill>
                <a:srgbClr val="FFCC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58864" name="Oval 80"/>
              <p:cNvSpPr>
                <a:spLocks noChangeArrowheads="1"/>
              </p:cNvSpPr>
              <p:nvPr/>
            </p:nvSpPr>
            <p:spPr bwMode="auto">
              <a:xfrm>
                <a:off x="4272" y="3024"/>
                <a:ext cx="96" cy="96"/>
              </a:xfrm>
              <a:prstGeom prst="ellipse">
                <a:avLst/>
              </a:prstGeom>
              <a:solidFill>
                <a:srgbClr val="FFCC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58865" name="Oval 81"/>
              <p:cNvSpPr>
                <a:spLocks noChangeArrowheads="1"/>
              </p:cNvSpPr>
              <p:nvPr/>
            </p:nvSpPr>
            <p:spPr bwMode="auto">
              <a:xfrm>
                <a:off x="4848" y="3024"/>
                <a:ext cx="96" cy="96"/>
              </a:xfrm>
              <a:prstGeom prst="ellipse">
                <a:avLst/>
              </a:prstGeom>
              <a:solidFill>
                <a:srgbClr val="FFCC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58866" name="Oval 82"/>
              <p:cNvSpPr>
                <a:spLocks noChangeArrowheads="1"/>
              </p:cNvSpPr>
              <p:nvPr/>
            </p:nvSpPr>
            <p:spPr bwMode="auto">
              <a:xfrm>
                <a:off x="4848" y="2448"/>
                <a:ext cx="96" cy="96"/>
              </a:xfrm>
              <a:prstGeom prst="ellipse">
                <a:avLst/>
              </a:prstGeom>
              <a:solidFill>
                <a:srgbClr val="FFCC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58867" name="Oval 83"/>
              <p:cNvSpPr>
                <a:spLocks noChangeArrowheads="1"/>
              </p:cNvSpPr>
              <p:nvPr/>
            </p:nvSpPr>
            <p:spPr bwMode="auto">
              <a:xfrm>
                <a:off x="4272" y="2448"/>
                <a:ext cx="96" cy="96"/>
              </a:xfrm>
              <a:prstGeom prst="ellipse">
                <a:avLst/>
              </a:prstGeom>
              <a:solidFill>
                <a:srgbClr val="FFCC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58868" name="Oval 84"/>
              <p:cNvSpPr>
                <a:spLocks noChangeArrowheads="1"/>
              </p:cNvSpPr>
              <p:nvPr/>
            </p:nvSpPr>
            <p:spPr bwMode="auto">
              <a:xfrm>
                <a:off x="3696" y="3600"/>
                <a:ext cx="96" cy="96"/>
              </a:xfrm>
              <a:prstGeom prst="ellipse">
                <a:avLst/>
              </a:prstGeom>
              <a:solidFill>
                <a:srgbClr val="FFCC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58869" name="Oval 85"/>
              <p:cNvSpPr>
                <a:spLocks noChangeArrowheads="1"/>
              </p:cNvSpPr>
              <p:nvPr/>
            </p:nvSpPr>
            <p:spPr bwMode="auto">
              <a:xfrm>
                <a:off x="3696" y="3024"/>
                <a:ext cx="96" cy="96"/>
              </a:xfrm>
              <a:prstGeom prst="ellipse">
                <a:avLst/>
              </a:prstGeom>
              <a:solidFill>
                <a:srgbClr val="FFCC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58870" name="Oval 86"/>
              <p:cNvSpPr>
                <a:spLocks noChangeArrowheads="1"/>
              </p:cNvSpPr>
              <p:nvPr/>
            </p:nvSpPr>
            <p:spPr bwMode="auto">
              <a:xfrm>
                <a:off x="3696" y="2448"/>
                <a:ext cx="96" cy="96"/>
              </a:xfrm>
              <a:prstGeom prst="ellipse">
                <a:avLst/>
              </a:prstGeom>
              <a:solidFill>
                <a:srgbClr val="FFCC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58871" name="Oval 87"/>
              <p:cNvSpPr>
                <a:spLocks noChangeArrowheads="1"/>
              </p:cNvSpPr>
              <p:nvPr/>
            </p:nvSpPr>
            <p:spPr bwMode="auto">
              <a:xfrm>
                <a:off x="3120" y="1872"/>
                <a:ext cx="96" cy="96"/>
              </a:xfrm>
              <a:prstGeom prst="ellipse">
                <a:avLst/>
              </a:prstGeom>
              <a:solidFill>
                <a:srgbClr val="FFCC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58872" name="Oval 88"/>
              <p:cNvSpPr>
                <a:spLocks noChangeArrowheads="1"/>
              </p:cNvSpPr>
              <p:nvPr/>
            </p:nvSpPr>
            <p:spPr bwMode="auto">
              <a:xfrm>
                <a:off x="2544" y="2448"/>
                <a:ext cx="96" cy="96"/>
              </a:xfrm>
              <a:prstGeom prst="ellipse">
                <a:avLst/>
              </a:prstGeom>
              <a:solidFill>
                <a:srgbClr val="FFCC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58873" name="Oval 89"/>
              <p:cNvSpPr>
                <a:spLocks noChangeArrowheads="1"/>
              </p:cNvSpPr>
              <p:nvPr/>
            </p:nvSpPr>
            <p:spPr bwMode="auto">
              <a:xfrm>
                <a:off x="2544" y="1872"/>
                <a:ext cx="96" cy="96"/>
              </a:xfrm>
              <a:prstGeom prst="ellipse">
                <a:avLst/>
              </a:prstGeom>
              <a:solidFill>
                <a:srgbClr val="FFCC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58874" name="Oval 90"/>
              <p:cNvSpPr>
                <a:spLocks noChangeArrowheads="1"/>
              </p:cNvSpPr>
              <p:nvPr/>
            </p:nvSpPr>
            <p:spPr bwMode="auto">
              <a:xfrm>
                <a:off x="2544" y="3024"/>
                <a:ext cx="96" cy="96"/>
              </a:xfrm>
              <a:prstGeom prst="ellipse">
                <a:avLst/>
              </a:prstGeom>
              <a:solidFill>
                <a:srgbClr val="FFCC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58875" name="Oval 91"/>
              <p:cNvSpPr>
                <a:spLocks noChangeArrowheads="1"/>
              </p:cNvSpPr>
              <p:nvPr/>
            </p:nvSpPr>
            <p:spPr bwMode="auto">
              <a:xfrm>
                <a:off x="2544" y="3600"/>
                <a:ext cx="96" cy="96"/>
              </a:xfrm>
              <a:prstGeom prst="ellipse">
                <a:avLst/>
              </a:prstGeom>
              <a:solidFill>
                <a:srgbClr val="FFCC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58876" name="Oval 92"/>
              <p:cNvSpPr>
                <a:spLocks noChangeArrowheads="1"/>
              </p:cNvSpPr>
              <p:nvPr/>
            </p:nvSpPr>
            <p:spPr bwMode="auto">
              <a:xfrm>
                <a:off x="1968" y="2448"/>
                <a:ext cx="96" cy="96"/>
              </a:xfrm>
              <a:prstGeom prst="ellipse">
                <a:avLst/>
              </a:prstGeom>
              <a:solidFill>
                <a:srgbClr val="FFCC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58877" name="Oval 93"/>
              <p:cNvSpPr>
                <a:spLocks noChangeArrowheads="1"/>
              </p:cNvSpPr>
              <p:nvPr/>
            </p:nvSpPr>
            <p:spPr bwMode="auto">
              <a:xfrm>
                <a:off x="1968" y="1872"/>
                <a:ext cx="96" cy="96"/>
              </a:xfrm>
              <a:prstGeom prst="ellipse">
                <a:avLst/>
              </a:prstGeom>
              <a:solidFill>
                <a:srgbClr val="FFCC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58878" name="Oval 94"/>
              <p:cNvSpPr>
                <a:spLocks noChangeArrowheads="1"/>
              </p:cNvSpPr>
              <p:nvPr/>
            </p:nvSpPr>
            <p:spPr bwMode="auto">
              <a:xfrm>
                <a:off x="1968" y="3024"/>
                <a:ext cx="96" cy="96"/>
              </a:xfrm>
              <a:prstGeom prst="ellipse">
                <a:avLst/>
              </a:prstGeom>
              <a:solidFill>
                <a:srgbClr val="FFCC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58879" name="Oval 95"/>
              <p:cNvSpPr>
                <a:spLocks noChangeArrowheads="1"/>
              </p:cNvSpPr>
              <p:nvPr/>
            </p:nvSpPr>
            <p:spPr bwMode="auto">
              <a:xfrm>
                <a:off x="1968" y="3600"/>
                <a:ext cx="96" cy="96"/>
              </a:xfrm>
              <a:prstGeom prst="ellipse">
                <a:avLst/>
              </a:prstGeom>
              <a:solidFill>
                <a:srgbClr val="FFCC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58880" name="Oval 96"/>
              <p:cNvSpPr>
                <a:spLocks noChangeArrowheads="1"/>
              </p:cNvSpPr>
              <p:nvPr/>
            </p:nvSpPr>
            <p:spPr bwMode="auto">
              <a:xfrm>
                <a:off x="3120" y="3600"/>
                <a:ext cx="96" cy="96"/>
              </a:xfrm>
              <a:prstGeom prst="ellipse">
                <a:avLst/>
              </a:prstGeom>
              <a:solidFill>
                <a:srgbClr val="FFCC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58881" name="Oval 97"/>
              <p:cNvSpPr>
                <a:spLocks noChangeArrowheads="1"/>
              </p:cNvSpPr>
              <p:nvPr/>
            </p:nvSpPr>
            <p:spPr bwMode="auto">
              <a:xfrm>
                <a:off x="3120" y="3024"/>
                <a:ext cx="96" cy="96"/>
              </a:xfrm>
              <a:prstGeom prst="ellipse">
                <a:avLst/>
              </a:prstGeom>
              <a:solidFill>
                <a:srgbClr val="FFCC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58882" name="Oval 98"/>
              <p:cNvSpPr>
                <a:spLocks noChangeArrowheads="1"/>
              </p:cNvSpPr>
              <p:nvPr/>
            </p:nvSpPr>
            <p:spPr bwMode="auto">
              <a:xfrm>
                <a:off x="3120" y="2448"/>
                <a:ext cx="96" cy="96"/>
              </a:xfrm>
              <a:prstGeom prst="ellipse">
                <a:avLst/>
              </a:prstGeom>
              <a:solidFill>
                <a:srgbClr val="FFCC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58883" name="Oval 99"/>
              <p:cNvSpPr>
                <a:spLocks noChangeArrowheads="1"/>
              </p:cNvSpPr>
              <p:nvPr/>
            </p:nvSpPr>
            <p:spPr bwMode="auto">
              <a:xfrm>
                <a:off x="816" y="3600"/>
                <a:ext cx="96" cy="96"/>
              </a:xfrm>
              <a:prstGeom prst="ellipse">
                <a:avLst/>
              </a:prstGeom>
              <a:solidFill>
                <a:srgbClr val="FFCC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58884" name="Oval 100"/>
              <p:cNvSpPr>
                <a:spLocks noChangeArrowheads="1"/>
              </p:cNvSpPr>
              <p:nvPr/>
            </p:nvSpPr>
            <p:spPr bwMode="auto">
              <a:xfrm>
                <a:off x="4848" y="1296"/>
                <a:ext cx="96" cy="96"/>
              </a:xfrm>
              <a:prstGeom prst="ellipse">
                <a:avLst/>
              </a:prstGeom>
              <a:solidFill>
                <a:srgbClr val="FFCC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58885" name="Oval 101"/>
              <p:cNvSpPr>
                <a:spLocks noChangeArrowheads="1"/>
              </p:cNvSpPr>
              <p:nvPr/>
            </p:nvSpPr>
            <p:spPr bwMode="auto">
              <a:xfrm>
                <a:off x="1392" y="1872"/>
                <a:ext cx="96" cy="96"/>
              </a:xfrm>
              <a:prstGeom prst="ellipse">
                <a:avLst/>
              </a:prstGeom>
              <a:solidFill>
                <a:srgbClr val="FFCC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58886" name="Oval 102"/>
              <p:cNvSpPr>
                <a:spLocks noChangeArrowheads="1"/>
              </p:cNvSpPr>
              <p:nvPr/>
            </p:nvSpPr>
            <p:spPr bwMode="auto">
              <a:xfrm>
                <a:off x="1392" y="3024"/>
                <a:ext cx="96" cy="96"/>
              </a:xfrm>
              <a:prstGeom prst="ellipse">
                <a:avLst/>
              </a:prstGeom>
              <a:solidFill>
                <a:srgbClr val="FFCC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58887" name="Oval 103"/>
              <p:cNvSpPr>
                <a:spLocks noChangeArrowheads="1"/>
              </p:cNvSpPr>
              <p:nvPr/>
            </p:nvSpPr>
            <p:spPr bwMode="auto">
              <a:xfrm>
                <a:off x="1392" y="3600"/>
                <a:ext cx="96" cy="96"/>
              </a:xfrm>
              <a:prstGeom prst="ellipse">
                <a:avLst/>
              </a:prstGeom>
              <a:solidFill>
                <a:srgbClr val="FFCC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58888" name="Oval 104"/>
              <p:cNvSpPr>
                <a:spLocks noChangeArrowheads="1"/>
              </p:cNvSpPr>
              <p:nvPr/>
            </p:nvSpPr>
            <p:spPr bwMode="auto">
              <a:xfrm>
                <a:off x="816" y="2448"/>
                <a:ext cx="96" cy="96"/>
              </a:xfrm>
              <a:prstGeom prst="ellipse">
                <a:avLst/>
              </a:prstGeom>
              <a:solidFill>
                <a:srgbClr val="FFCC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58889" name="Oval 105"/>
              <p:cNvSpPr>
                <a:spLocks noChangeArrowheads="1"/>
              </p:cNvSpPr>
              <p:nvPr/>
            </p:nvSpPr>
            <p:spPr bwMode="auto">
              <a:xfrm>
                <a:off x="816" y="3024"/>
                <a:ext cx="96" cy="96"/>
              </a:xfrm>
              <a:prstGeom prst="ellipse">
                <a:avLst/>
              </a:prstGeom>
              <a:solidFill>
                <a:srgbClr val="FFCC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58890" name="Oval 106"/>
              <p:cNvSpPr>
                <a:spLocks noChangeArrowheads="1"/>
              </p:cNvSpPr>
              <p:nvPr/>
            </p:nvSpPr>
            <p:spPr bwMode="auto">
              <a:xfrm>
                <a:off x="816" y="1872"/>
                <a:ext cx="96" cy="96"/>
              </a:xfrm>
              <a:prstGeom prst="ellipse">
                <a:avLst/>
              </a:prstGeom>
              <a:solidFill>
                <a:srgbClr val="FFCC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58891" name="Oval 107"/>
              <p:cNvSpPr>
                <a:spLocks noChangeArrowheads="1"/>
              </p:cNvSpPr>
              <p:nvPr/>
            </p:nvSpPr>
            <p:spPr bwMode="auto">
              <a:xfrm>
                <a:off x="3696" y="1872"/>
                <a:ext cx="96" cy="96"/>
              </a:xfrm>
              <a:prstGeom prst="ellipse">
                <a:avLst/>
              </a:prstGeom>
              <a:solidFill>
                <a:srgbClr val="FFCC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58892" name="Oval 108"/>
              <p:cNvSpPr>
                <a:spLocks noChangeArrowheads="1"/>
              </p:cNvSpPr>
              <p:nvPr/>
            </p:nvSpPr>
            <p:spPr bwMode="auto">
              <a:xfrm>
                <a:off x="4272" y="1872"/>
                <a:ext cx="96" cy="96"/>
              </a:xfrm>
              <a:prstGeom prst="ellipse">
                <a:avLst/>
              </a:prstGeom>
              <a:solidFill>
                <a:srgbClr val="FFCC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58893" name="Oval 109"/>
              <p:cNvSpPr>
                <a:spLocks noChangeArrowheads="1"/>
              </p:cNvSpPr>
              <p:nvPr/>
            </p:nvSpPr>
            <p:spPr bwMode="auto">
              <a:xfrm>
                <a:off x="4848" y="1872"/>
                <a:ext cx="96" cy="96"/>
              </a:xfrm>
              <a:prstGeom prst="ellipse">
                <a:avLst/>
              </a:prstGeom>
              <a:solidFill>
                <a:srgbClr val="FFCC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58894" name="Oval 110"/>
              <p:cNvSpPr>
                <a:spLocks noChangeArrowheads="1"/>
              </p:cNvSpPr>
              <p:nvPr/>
            </p:nvSpPr>
            <p:spPr bwMode="auto">
              <a:xfrm>
                <a:off x="4272" y="1296"/>
                <a:ext cx="96" cy="96"/>
              </a:xfrm>
              <a:prstGeom prst="ellipse">
                <a:avLst/>
              </a:prstGeom>
              <a:solidFill>
                <a:srgbClr val="FFCC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58895" name="Oval 111"/>
              <p:cNvSpPr>
                <a:spLocks noChangeArrowheads="1"/>
              </p:cNvSpPr>
              <p:nvPr/>
            </p:nvSpPr>
            <p:spPr bwMode="auto">
              <a:xfrm>
                <a:off x="3696" y="1296"/>
                <a:ext cx="96" cy="96"/>
              </a:xfrm>
              <a:prstGeom prst="ellipse">
                <a:avLst/>
              </a:prstGeom>
              <a:solidFill>
                <a:srgbClr val="FFCC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58896" name="Oval 112"/>
              <p:cNvSpPr>
                <a:spLocks noChangeArrowheads="1"/>
              </p:cNvSpPr>
              <p:nvPr/>
            </p:nvSpPr>
            <p:spPr bwMode="auto">
              <a:xfrm>
                <a:off x="3120" y="1296"/>
                <a:ext cx="96" cy="96"/>
              </a:xfrm>
              <a:prstGeom prst="ellipse">
                <a:avLst/>
              </a:prstGeom>
              <a:solidFill>
                <a:srgbClr val="FFCC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58897" name="Oval 113"/>
              <p:cNvSpPr>
                <a:spLocks noChangeArrowheads="1"/>
              </p:cNvSpPr>
              <p:nvPr/>
            </p:nvSpPr>
            <p:spPr bwMode="auto">
              <a:xfrm>
                <a:off x="1968" y="1296"/>
                <a:ext cx="96" cy="96"/>
              </a:xfrm>
              <a:prstGeom prst="ellipse">
                <a:avLst/>
              </a:prstGeom>
              <a:solidFill>
                <a:srgbClr val="FFCC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58898" name="Oval 114"/>
              <p:cNvSpPr>
                <a:spLocks noChangeArrowheads="1"/>
              </p:cNvSpPr>
              <p:nvPr/>
            </p:nvSpPr>
            <p:spPr bwMode="auto">
              <a:xfrm>
                <a:off x="1392" y="2448"/>
                <a:ext cx="96" cy="96"/>
              </a:xfrm>
              <a:prstGeom prst="ellipse">
                <a:avLst/>
              </a:prstGeom>
              <a:solidFill>
                <a:srgbClr val="FFCC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758899" name="Group 115"/>
            <p:cNvGrpSpPr>
              <a:grpSpLocks/>
            </p:cNvGrpSpPr>
            <p:nvPr/>
          </p:nvGrpSpPr>
          <p:grpSpPr bwMode="auto">
            <a:xfrm>
              <a:off x="780" y="1488"/>
              <a:ext cx="4472" cy="1248"/>
              <a:chOff x="780" y="1488"/>
              <a:chExt cx="4472" cy="1248"/>
            </a:xfrm>
          </p:grpSpPr>
          <p:sp>
            <p:nvSpPr>
              <p:cNvPr id="758900" name="Oval 116"/>
              <p:cNvSpPr>
                <a:spLocks noChangeArrowheads="1"/>
              </p:cNvSpPr>
              <p:nvPr/>
            </p:nvSpPr>
            <p:spPr bwMode="auto">
              <a:xfrm>
                <a:off x="3900" y="2640"/>
                <a:ext cx="104" cy="9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58901" name="Oval 117"/>
              <p:cNvSpPr>
                <a:spLocks noChangeArrowheads="1"/>
              </p:cNvSpPr>
              <p:nvPr/>
            </p:nvSpPr>
            <p:spPr bwMode="auto">
              <a:xfrm>
                <a:off x="3900" y="2064"/>
                <a:ext cx="104" cy="9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58902" name="Oval 118"/>
              <p:cNvSpPr>
                <a:spLocks noChangeArrowheads="1"/>
              </p:cNvSpPr>
              <p:nvPr/>
            </p:nvSpPr>
            <p:spPr bwMode="auto">
              <a:xfrm>
                <a:off x="3900" y="1488"/>
                <a:ext cx="104" cy="9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58903" name="Oval 119"/>
              <p:cNvSpPr>
                <a:spLocks noChangeArrowheads="1"/>
              </p:cNvSpPr>
              <p:nvPr/>
            </p:nvSpPr>
            <p:spPr bwMode="auto">
              <a:xfrm>
                <a:off x="2652" y="2640"/>
                <a:ext cx="104" cy="9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58904" name="Oval 120"/>
              <p:cNvSpPr>
                <a:spLocks noChangeArrowheads="1"/>
              </p:cNvSpPr>
              <p:nvPr/>
            </p:nvSpPr>
            <p:spPr bwMode="auto">
              <a:xfrm>
                <a:off x="2652" y="2064"/>
                <a:ext cx="104" cy="9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58905" name="Oval 121"/>
              <p:cNvSpPr>
                <a:spLocks noChangeArrowheads="1"/>
              </p:cNvSpPr>
              <p:nvPr/>
            </p:nvSpPr>
            <p:spPr bwMode="auto">
              <a:xfrm>
                <a:off x="2652" y="1488"/>
                <a:ext cx="104" cy="9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58906" name="Oval 122"/>
              <p:cNvSpPr>
                <a:spLocks noChangeArrowheads="1"/>
              </p:cNvSpPr>
              <p:nvPr/>
            </p:nvSpPr>
            <p:spPr bwMode="auto">
              <a:xfrm>
                <a:off x="1404" y="2640"/>
                <a:ext cx="104" cy="9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58907" name="Oval 123"/>
              <p:cNvSpPr>
                <a:spLocks noChangeArrowheads="1"/>
              </p:cNvSpPr>
              <p:nvPr/>
            </p:nvSpPr>
            <p:spPr bwMode="auto">
              <a:xfrm>
                <a:off x="1404" y="2064"/>
                <a:ext cx="104" cy="9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58908" name="Oval 124"/>
              <p:cNvSpPr>
                <a:spLocks noChangeArrowheads="1"/>
              </p:cNvSpPr>
              <p:nvPr/>
            </p:nvSpPr>
            <p:spPr bwMode="auto">
              <a:xfrm>
                <a:off x="1404" y="1488"/>
                <a:ext cx="104" cy="9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58909" name="Oval 125"/>
              <p:cNvSpPr>
                <a:spLocks noChangeArrowheads="1"/>
              </p:cNvSpPr>
              <p:nvPr/>
            </p:nvSpPr>
            <p:spPr bwMode="auto">
              <a:xfrm>
                <a:off x="780" y="2064"/>
                <a:ext cx="104" cy="9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58910" name="Oval 126"/>
              <p:cNvSpPr>
                <a:spLocks noChangeArrowheads="1"/>
              </p:cNvSpPr>
              <p:nvPr/>
            </p:nvSpPr>
            <p:spPr bwMode="auto">
              <a:xfrm>
                <a:off x="5148" y="2640"/>
                <a:ext cx="104" cy="9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58911" name="Oval 127"/>
              <p:cNvSpPr>
                <a:spLocks noChangeArrowheads="1"/>
              </p:cNvSpPr>
              <p:nvPr/>
            </p:nvSpPr>
            <p:spPr bwMode="auto">
              <a:xfrm>
                <a:off x="5148" y="2064"/>
                <a:ext cx="104" cy="9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58912" name="Oval 128"/>
              <p:cNvSpPr>
                <a:spLocks noChangeArrowheads="1"/>
              </p:cNvSpPr>
              <p:nvPr/>
            </p:nvSpPr>
            <p:spPr bwMode="auto">
              <a:xfrm>
                <a:off x="5148" y="1488"/>
                <a:ext cx="104" cy="9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758913" name="Group 129"/>
            <p:cNvGrpSpPr>
              <a:grpSpLocks/>
            </p:cNvGrpSpPr>
            <p:nvPr/>
          </p:nvGrpSpPr>
          <p:grpSpPr bwMode="auto">
            <a:xfrm>
              <a:off x="832" y="768"/>
              <a:ext cx="4576" cy="3072"/>
              <a:chOff x="832" y="768"/>
              <a:chExt cx="4576" cy="3072"/>
            </a:xfrm>
          </p:grpSpPr>
          <p:sp>
            <p:nvSpPr>
              <p:cNvPr id="758914" name="Line 130"/>
              <p:cNvSpPr>
                <a:spLocks noChangeShapeType="1"/>
              </p:cNvSpPr>
              <p:nvPr/>
            </p:nvSpPr>
            <p:spPr bwMode="auto">
              <a:xfrm flipV="1">
                <a:off x="3952" y="3648"/>
                <a:ext cx="208" cy="192"/>
              </a:xfrm>
              <a:prstGeom prst="line">
                <a:avLst/>
              </a:prstGeom>
              <a:noFill/>
              <a:ln w="50800">
                <a:solidFill>
                  <a:srgbClr val="00FF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8915" name="Line 131"/>
              <p:cNvSpPr>
                <a:spLocks noChangeShapeType="1"/>
              </p:cNvSpPr>
              <p:nvPr/>
            </p:nvSpPr>
            <p:spPr bwMode="auto">
              <a:xfrm flipH="1">
                <a:off x="3952" y="3072"/>
                <a:ext cx="208" cy="720"/>
              </a:xfrm>
              <a:prstGeom prst="line">
                <a:avLst/>
              </a:prstGeom>
              <a:noFill/>
              <a:ln w="50800">
                <a:solidFill>
                  <a:srgbClr val="00FF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8916" name="Line 132"/>
              <p:cNvSpPr>
                <a:spLocks noChangeShapeType="1"/>
              </p:cNvSpPr>
              <p:nvPr/>
            </p:nvSpPr>
            <p:spPr bwMode="auto">
              <a:xfrm flipH="1">
                <a:off x="3952" y="2496"/>
                <a:ext cx="208" cy="768"/>
              </a:xfrm>
              <a:prstGeom prst="line">
                <a:avLst/>
              </a:prstGeom>
              <a:noFill/>
              <a:ln w="50800">
                <a:solidFill>
                  <a:srgbClr val="00FF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8917" name="Line 133"/>
              <p:cNvSpPr>
                <a:spLocks noChangeShapeType="1"/>
              </p:cNvSpPr>
              <p:nvPr/>
            </p:nvSpPr>
            <p:spPr bwMode="auto">
              <a:xfrm flipV="1">
                <a:off x="3952" y="2496"/>
                <a:ext cx="208" cy="192"/>
              </a:xfrm>
              <a:prstGeom prst="line">
                <a:avLst/>
              </a:prstGeom>
              <a:noFill/>
              <a:ln w="50800">
                <a:solidFill>
                  <a:srgbClr val="00FF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8918" name="Line 134"/>
              <p:cNvSpPr>
                <a:spLocks noChangeShapeType="1"/>
              </p:cNvSpPr>
              <p:nvPr/>
            </p:nvSpPr>
            <p:spPr bwMode="auto">
              <a:xfrm flipV="1">
                <a:off x="3952" y="3072"/>
                <a:ext cx="208" cy="192"/>
              </a:xfrm>
              <a:prstGeom prst="line">
                <a:avLst/>
              </a:prstGeom>
              <a:noFill/>
              <a:ln w="50800">
                <a:solidFill>
                  <a:srgbClr val="00FF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8919" name="Line 135"/>
              <p:cNvSpPr>
                <a:spLocks noChangeShapeType="1"/>
              </p:cNvSpPr>
              <p:nvPr/>
            </p:nvSpPr>
            <p:spPr bwMode="auto">
              <a:xfrm flipV="1">
                <a:off x="3952" y="768"/>
                <a:ext cx="208" cy="192"/>
              </a:xfrm>
              <a:prstGeom prst="line">
                <a:avLst/>
              </a:prstGeom>
              <a:noFill/>
              <a:ln w="50800">
                <a:solidFill>
                  <a:srgbClr val="00FF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8920" name="Line 136"/>
              <p:cNvSpPr>
                <a:spLocks noChangeShapeType="1"/>
              </p:cNvSpPr>
              <p:nvPr/>
            </p:nvSpPr>
            <p:spPr bwMode="auto">
              <a:xfrm>
                <a:off x="4160" y="1920"/>
                <a:ext cx="364" cy="144"/>
              </a:xfrm>
              <a:prstGeom prst="line">
                <a:avLst/>
              </a:prstGeom>
              <a:noFill/>
              <a:ln w="50800">
                <a:solidFill>
                  <a:srgbClr val="00FF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8921" name="Line 137"/>
              <p:cNvSpPr>
                <a:spLocks noChangeShapeType="1"/>
              </p:cNvSpPr>
              <p:nvPr/>
            </p:nvSpPr>
            <p:spPr bwMode="auto">
              <a:xfrm flipV="1">
                <a:off x="4576" y="768"/>
                <a:ext cx="208" cy="192"/>
              </a:xfrm>
              <a:prstGeom prst="line">
                <a:avLst/>
              </a:prstGeom>
              <a:noFill/>
              <a:ln w="50800">
                <a:solidFill>
                  <a:srgbClr val="00FF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8922" name="Line 138"/>
              <p:cNvSpPr>
                <a:spLocks noChangeShapeType="1"/>
              </p:cNvSpPr>
              <p:nvPr/>
            </p:nvSpPr>
            <p:spPr bwMode="auto">
              <a:xfrm flipV="1">
                <a:off x="3952" y="1920"/>
                <a:ext cx="208" cy="192"/>
              </a:xfrm>
              <a:prstGeom prst="line">
                <a:avLst/>
              </a:prstGeom>
              <a:noFill/>
              <a:ln w="50800">
                <a:solidFill>
                  <a:srgbClr val="00FF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8923" name="Line 139"/>
              <p:cNvSpPr>
                <a:spLocks noChangeShapeType="1"/>
              </p:cNvSpPr>
              <p:nvPr/>
            </p:nvSpPr>
            <p:spPr bwMode="auto">
              <a:xfrm flipV="1">
                <a:off x="3952" y="1344"/>
                <a:ext cx="208" cy="192"/>
              </a:xfrm>
              <a:prstGeom prst="line">
                <a:avLst/>
              </a:prstGeom>
              <a:noFill/>
              <a:ln w="50800">
                <a:solidFill>
                  <a:srgbClr val="00FF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8924" name="Line 140"/>
              <p:cNvSpPr>
                <a:spLocks noChangeShapeType="1"/>
              </p:cNvSpPr>
              <p:nvPr/>
            </p:nvSpPr>
            <p:spPr bwMode="auto">
              <a:xfrm flipV="1">
                <a:off x="4576" y="1344"/>
                <a:ext cx="208" cy="192"/>
              </a:xfrm>
              <a:prstGeom prst="line">
                <a:avLst/>
              </a:prstGeom>
              <a:noFill/>
              <a:ln w="50800">
                <a:solidFill>
                  <a:srgbClr val="00FF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8925" name="Line 141"/>
              <p:cNvSpPr>
                <a:spLocks noChangeShapeType="1"/>
              </p:cNvSpPr>
              <p:nvPr/>
            </p:nvSpPr>
            <p:spPr bwMode="auto">
              <a:xfrm flipV="1">
                <a:off x="4576" y="1920"/>
                <a:ext cx="208" cy="192"/>
              </a:xfrm>
              <a:prstGeom prst="line">
                <a:avLst/>
              </a:prstGeom>
              <a:noFill/>
              <a:ln w="50800">
                <a:solidFill>
                  <a:srgbClr val="00FF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8926" name="Line 142"/>
              <p:cNvSpPr>
                <a:spLocks noChangeShapeType="1"/>
              </p:cNvSpPr>
              <p:nvPr/>
            </p:nvSpPr>
            <p:spPr bwMode="auto">
              <a:xfrm flipH="1" flipV="1">
                <a:off x="4576" y="1584"/>
                <a:ext cx="208" cy="336"/>
              </a:xfrm>
              <a:prstGeom prst="line">
                <a:avLst/>
              </a:prstGeom>
              <a:noFill/>
              <a:ln w="50800">
                <a:solidFill>
                  <a:srgbClr val="00FF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8927" name="Line 143"/>
              <p:cNvSpPr>
                <a:spLocks noChangeShapeType="1"/>
              </p:cNvSpPr>
              <p:nvPr/>
            </p:nvSpPr>
            <p:spPr bwMode="auto">
              <a:xfrm flipH="1" flipV="1">
                <a:off x="4576" y="1008"/>
                <a:ext cx="208" cy="336"/>
              </a:xfrm>
              <a:prstGeom prst="line">
                <a:avLst/>
              </a:prstGeom>
              <a:noFill/>
              <a:ln w="50800">
                <a:solidFill>
                  <a:srgbClr val="00FF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8928" name="Line 144"/>
              <p:cNvSpPr>
                <a:spLocks noChangeShapeType="1"/>
              </p:cNvSpPr>
              <p:nvPr/>
            </p:nvSpPr>
            <p:spPr bwMode="auto">
              <a:xfrm flipH="1" flipV="1">
                <a:off x="3952" y="1008"/>
                <a:ext cx="208" cy="336"/>
              </a:xfrm>
              <a:prstGeom prst="line">
                <a:avLst/>
              </a:prstGeom>
              <a:noFill/>
              <a:ln w="50800">
                <a:solidFill>
                  <a:srgbClr val="00FF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8929" name="Line 145"/>
              <p:cNvSpPr>
                <a:spLocks noChangeShapeType="1"/>
              </p:cNvSpPr>
              <p:nvPr/>
            </p:nvSpPr>
            <p:spPr bwMode="auto">
              <a:xfrm flipV="1">
                <a:off x="1456" y="3648"/>
                <a:ext cx="208" cy="192"/>
              </a:xfrm>
              <a:prstGeom prst="line">
                <a:avLst/>
              </a:prstGeom>
              <a:noFill/>
              <a:ln w="50800">
                <a:solidFill>
                  <a:srgbClr val="00FF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8930" name="Line 146"/>
              <p:cNvSpPr>
                <a:spLocks noChangeShapeType="1"/>
              </p:cNvSpPr>
              <p:nvPr/>
            </p:nvSpPr>
            <p:spPr bwMode="auto">
              <a:xfrm flipH="1">
                <a:off x="1456" y="3072"/>
                <a:ext cx="208" cy="720"/>
              </a:xfrm>
              <a:prstGeom prst="line">
                <a:avLst/>
              </a:prstGeom>
              <a:noFill/>
              <a:ln w="50800">
                <a:solidFill>
                  <a:srgbClr val="00FF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8931" name="Line 147"/>
              <p:cNvSpPr>
                <a:spLocks noChangeShapeType="1"/>
              </p:cNvSpPr>
              <p:nvPr/>
            </p:nvSpPr>
            <p:spPr bwMode="auto">
              <a:xfrm flipH="1">
                <a:off x="1456" y="2496"/>
                <a:ext cx="208" cy="768"/>
              </a:xfrm>
              <a:prstGeom prst="line">
                <a:avLst/>
              </a:prstGeom>
              <a:noFill/>
              <a:ln w="50800">
                <a:solidFill>
                  <a:srgbClr val="00FF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8932" name="Line 148"/>
              <p:cNvSpPr>
                <a:spLocks noChangeShapeType="1"/>
              </p:cNvSpPr>
              <p:nvPr/>
            </p:nvSpPr>
            <p:spPr bwMode="auto">
              <a:xfrm flipV="1">
                <a:off x="1456" y="2496"/>
                <a:ext cx="208" cy="192"/>
              </a:xfrm>
              <a:prstGeom prst="line">
                <a:avLst/>
              </a:prstGeom>
              <a:noFill/>
              <a:ln w="50800">
                <a:solidFill>
                  <a:srgbClr val="00FF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8933" name="Line 149"/>
              <p:cNvSpPr>
                <a:spLocks noChangeShapeType="1"/>
              </p:cNvSpPr>
              <p:nvPr/>
            </p:nvSpPr>
            <p:spPr bwMode="auto">
              <a:xfrm flipV="1">
                <a:off x="1456" y="3072"/>
                <a:ext cx="208" cy="192"/>
              </a:xfrm>
              <a:prstGeom prst="line">
                <a:avLst/>
              </a:prstGeom>
              <a:noFill/>
              <a:ln w="50800">
                <a:solidFill>
                  <a:srgbClr val="00FF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8934" name="Line 150"/>
              <p:cNvSpPr>
                <a:spLocks noChangeShapeType="1"/>
              </p:cNvSpPr>
              <p:nvPr/>
            </p:nvSpPr>
            <p:spPr bwMode="auto">
              <a:xfrm flipV="1">
                <a:off x="1456" y="768"/>
                <a:ext cx="208" cy="192"/>
              </a:xfrm>
              <a:prstGeom prst="line">
                <a:avLst/>
              </a:prstGeom>
              <a:noFill/>
              <a:ln w="50800">
                <a:solidFill>
                  <a:srgbClr val="00FF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8935" name="Line 151"/>
              <p:cNvSpPr>
                <a:spLocks noChangeShapeType="1"/>
              </p:cNvSpPr>
              <p:nvPr/>
            </p:nvSpPr>
            <p:spPr bwMode="auto">
              <a:xfrm>
                <a:off x="1664" y="1920"/>
                <a:ext cx="364" cy="144"/>
              </a:xfrm>
              <a:prstGeom prst="line">
                <a:avLst/>
              </a:prstGeom>
              <a:noFill/>
              <a:ln w="50800">
                <a:solidFill>
                  <a:srgbClr val="00FF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8936" name="Line 152"/>
              <p:cNvSpPr>
                <a:spLocks noChangeShapeType="1"/>
              </p:cNvSpPr>
              <p:nvPr/>
            </p:nvSpPr>
            <p:spPr bwMode="auto">
              <a:xfrm flipV="1">
                <a:off x="2080" y="768"/>
                <a:ext cx="208" cy="192"/>
              </a:xfrm>
              <a:prstGeom prst="line">
                <a:avLst/>
              </a:prstGeom>
              <a:noFill/>
              <a:ln w="50800">
                <a:solidFill>
                  <a:srgbClr val="00FF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8937" name="Line 153"/>
              <p:cNvSpPr>
                <a:spLocks noChangeShapeType="1"/>
              </p:cNvSpPr>
              <p:nvPr/>
            </p:nvSpPr>
            <p:spPr bwMode="auto">
              <a:xfrm flipV="1">
                <a:off x="1456" y="1920"/>
                <a:ext cx="208" cy="192"/>
              </a:xfrm>
              <a:prstGeom prst="line">
                <a:avLst/>
              </a:prstGeom>
              <a:noFill/>
              <a:ln w="50800">
                <a:solidFill>
                  <a:srgbClr val="00FF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8938" name="Line 154"/>
              <p:cNvSpPr>
                <a:spLocks noChangeShapeType="1"/>
              </p:cNvSpPr>
              <p:nvPr/>
            </p:nvSpPr>
            <p:spPr bwMode="auto">
              <a:xfrm flipV="1">
                <a:off x="1456" y="1344"/>
                <a:ext cx="208" cy="192"/>
              </a:xfrm>
              <a:prstGeom prst="line">
                <a:avLst/>
              </a:prstGeom>
              <a:noFill/>
              <a:ln w="50800">
                <a:solidFill>
                  <a:srgbClr val="00FF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8939" name="Line 155"/>
              <p:cNvSpPr>
                <a:spLocks noChangeShapeType="1"/>
              </p:cNvSpPr>
              <p:nvPr/>
            </p:nvSpPr>
            <p:spPr bwMode="auto">
              <a:xfrm flipV="1">
                <a:off x="2080" y="1344"/>
                <a:ext cx="208" cy="192"/>
              </a:xfrm>
              <a:prstGeom prst="line">
                <a:avLst/>
              </a:prstGeom>
              <a:noFill/>
              <a:ln w="50800">
                <a:solidFill>
                  <a:srgbClr val="00FF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8940" name="Line 156"/>
              <p:cNvSpPr>
                <a:spLocks noChangeShapeType="1"/>
              </p:cNvSpPr>
              <p:nvPr/>
            </p:nvSpPr>
            <p:spPr bwMode="auto">
              <a:xfrm flipV="1">
                <a:off x="2080" y="1920"/>
                <a:ext cx="208" cy="192"/>
              </a:xfrm>
              <a:prstGeom prst="line">
                <a:avLst/>
              </a:prstGeom>
              <a:noFill/>
              <a:ln w="50800">
                <a:solidFill>
                  <a:srgbClr val="00FF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8941" name="Line 157"/>
              <p:cNvSpPr>
                <a:spLocks noChangeShapeType="1"/>
              </p:cNvSpPr>
              <p:nvPr/>
            </p:nvSpPr>
            <p:spPr bwMode="auto">
              <a:xfrm flipH="1" flipV="1">
                <a:off x="2080" y="1584"/>
                <a:ext cx="208" cy="336"/>
              </a:xfrm>
              <a:prstGeom prst="line">
                <a:avLst/>
              </a:prstGeom>
              <a:noFill/>
              <a:ln w="50800">
                <a:solidFill>
                  <a:srgbClr val="00FF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8942" name="Line 158"/>
              <p:cNvSpPr>
                <a:spLocks noChangeShapeType="1"/>
              </p:cNvSpPr>
              <p:nvPr/>
            </p:nvSpPr>
            <p:spPr bwMode="auto">
              <a:xfrm flipH="1" flipV="1">
                <a:off x="2080" y="1008"/>
                <a:ext cx="208" cy="336"/>
              </a:xfrm>
              <a:prstGeom prst="line">
                <a:avLst/>
              </a:prstGeom>
              <a:noFill/>
              <a:ln w="50800">
                <a:solidFill>
                  <a:srgbClr val="00FF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8943" name="Line 159"/>
              <p:cNvSpPr>
                <a:spLocks noChangeShapeType="1"/>
              </p:cNvSpPr>
              <p:nvPr/>
            </p:nvSpPr>
            <p:spPr bwMode="auto">
              <a:xfrm flipH="1" flipV="1">
                <a:off x="1456" y="1008"/>
                <a:ext cx="208" cy="336"/>
              </a:xfrm>
              <a:prstGeom prst="line">
                <a:avLst/>
              </a:prstGeom>
              <a:noFill/>
              <a:ln w="50800">
                <a:solidFill>
                  <a:srgbClr val="00FF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8944" name="Line 160"/>
              <p:cNvSpPr>
                <a:spLocks noChangeShapeType="1"/>
              </p:cNvSpPr>
              <p:nvPr/>
            </p:nvSpPr>
            <p:spPr bwMode="auto">
              <a:xfrm flipV="1">
                <a:off x="832" y="1920"/>
                <a:ext cx="208" cy="192"/>
              </a:xfrm>
              <a:prstGeom prst="line">
                <a:avLst/>
              </a:prstGeom>
              <a:noFill/>
              <a:ln w="50800">
                <a:solidFill>
                  <a:srgbClr val="00FF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8945" name="Line 161"/>
              <p:cNvSpPr>
                <a:spLocks noChangeShapeType="1"/>
              </p:cNvSpPr>
              <p:nvPr/>
            </p:nvSpPr>
            <p:spPr bwMode="auto">
              <a:xfrm flipV="1">
                <a:off x="2704" y="1344"/>
                <a:ext cx="208" cy="192"/>
              </a:xfrm>
              <a:prstGeom prst="line">
                <a:avLst/>
              </a:prstGeom>
              <a:noFill/>
              <a:ln w="50800">
                <a:solidFill>
                  <a:srgbClr val="00FF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8946" name="Line 162"/>
              <p:cNvSpPr>
                <a:spLocks noChangeShapeType="1"/>
              </p:cNvSpPr>
              <p:nvPr/>
            </p:nvSpPr>
            <p:spPr bwMode="auto">
              <a:xfrm flipH="1" flipV="1">
                <a:off x="2704" y="1008"/>
                <a:ext cx="208" cy="336"/>
              </a:xfrm>
              <a:prstGeom prst="line">
                <a:avLst/>
              </a:prstGeom>
              <a:noFill/>
              <a:ln w="50800">
                <a:solidFill>
                  <a:srgbClr val="00FF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8947" name="Line 163"/>
              <p:cNvSpPr>
                <a:spLocks noChangeShapeType="1"/>
              </p:cNvSpPr>
              <p:nvPr/>
            </p:nvSpPr>
            <p:spPr bwMode="auto">
              <a:xfrm flipV="1">
                <a:off x="2704" y="768"/>
                <a:ext cx="208" cy="192"/>
              </a:xfrm>
              <a:prstGeom prst="line">
                <a:avLst/>
              </a:prstGeom>
              <a:noFill/>
              <a:ln w="50800">
                <a:solidFill>
                  <a:srgbClr val="00FF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8948" name="Line 164"/>
              <p:cNvSpPr>
                <a:spLocks noChangeShapeType="1"/>
              </p:cNvSpPr>
              <p:nvPr/>
            </p:nvSpPr>
            <p:spPr bwMode="auto">
              <a:xfrm flipV="1">
                <a:off x="2704" y="1920"/>
                <a:ext cx="208" cy="192"/>
              </a:xfrm>
              <a:prstGeom prst="line">
                <a:avLst/>
              </a:prstGeom>
              <a:noFill/>
              <a:ln w="50800">
                <a:solidFill>
                  <a:srgbClr val="00FF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8949" name="Line 165"/>
              <p:cNvSpPr>
                <a:spLocks noChangeShapeType="1"/>
              </p:cNvSpPr>
              <p:nvPr/>
            </p:nvSpPr>
            <p:spPr bwMode="auto">
              <a:xfrm>
                <a:off x="2912" y="1920"/>
                <a:ext cx="364" cy="144"/>
              </a:xfrm>
              <a:prstGeom prst="line">
                <a:avLst/>
              </a:prstGeom>
              <a:noFill/>
              <a:ln w="50800">
                <a:solidFill>
                  <a:srgbClr val="00FF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8950" name="Line 166"/>
              <p:cNvSpPr>
                <a:spLocks noChangeShapeType="1"/>
              </p:cNvSpPr>
              <p:nvPr/>
            </p:nvSpPr>
            <p:spPr bwMode="auto">
              <a:xfrm flipV="1">
                <a:off x="3328" y="1920"/>
                <a:ext cx="208" cy="192"/>
              </a:xfrm>
              <a:prstGeom prst="line">
                <a:avLst/>
              </a:prstGeom>
              <a:noFill/>
              <a:ln w="50800">
                <a:solidFill>
                  <a:srgbClr val="00FF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8951" name="Line 167"/>
              <p:cNvSpPr>
                <a:spLocks noChangeShapeType="1"/>
              </p:cNvSpPr>
              <p:nvPr/>
            </p:nvSpPr>
            <p:spPr bwMode="auto">
              <a:xfrm flipH="1">
                <a:off x="3328" y="1920"/>
                <a:ext cx="208" cy="720"/>
              </a:xfrm>
              <a:prstGeom prst="line">
                <a:avLst/>
              </a:prstGeom>
              <a:noFill/>
              <a:ln w="50800">
                <a:solidFill>
                  <a:srgbClr val="00FF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8952" name="Line 168"/>
              <p:cNvSpPr>
                <a:spLocks noChangeShapeType="1"/>
              </p:cNvSpPr>
              <p:nvPr/>
            </p:nvSpPr>
            <p:spPr bwMode="auto">
              <a:xfrm flipV="1">
                <a:off x="3328" y="2496"/>
                <a:ext cx="208" cy="192"/>
              </a:xfrm>
              <a:prstGeom prst="line">
                <a:avLst/>
              </a:prstGeom>
              <a:noFill/>
              <a:ln w="50800">
                <a:solidFill>
                  <a:srgbClr val="00FF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8953" name="Line 169"/>
              <p:cNvSpPr>
                <a:spLocks noChangeShapeType="1"/>
              </p:cNvSpPr>
              <p:nvPr/>
            </p:nvSpPr>
            <p:spPr bwMode="auto">
              <a:xfrm flipH="1">
                <a:off x="3328" y="2496"/>
                <a:ext cx="208" cy="720"/>
              </a:xfrm>
              <a:prstGeom prst="line">
                <a:avLst/>
              </a:prstGeom>
              <a:noFill/>
              <a:ln w="50800">
                <a:solidFill>
                  <a:srgbClr val="00FF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8954" name="Line 170"/>
              <p:cNvSpPr>
                <a:spLocks noChangeShapeType="1"/>
              </p:cNvSpPr>
              <p:nvPr/>
            </p:nvSpPr>
            <p:spPr bwMode="auto">
              <a:xfrm flipV="1">
                <a:off x="3328" y="3072"/>
                <a:ext cx="208" cy="192"/>
              </a:xfrm>
              <a:prstGeom prst="line">
                <a:avLst/>
              </a:prstGeom>
              <a:noFill/>
              <a:ln w="50800">
                <a:solidFill>
                  <a:srgbClr val="00FF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8955" name="Line 171"/>
              <p:cNvSpPr>
                <a:spLocks noChangeShapeType="1"/>
              </p:cNvSpPr>
              <p:nvPr/>
            </p:nvSpPr>
            <p:spPr bwMode="auto">
              <a:xfrm flipH="1">
                <a:off x="3328" y="3072"/>
                <a:ext cx="208" cy="720"/>
              </a:xfrm>
              <a:prstGeom prst="line">
                <a:avLst/>
              </a:prstGeom>
              <a:noFill/>
              <a:ln w="50800">
                <a:solidFill>
                  <a:srgbClr val="00FF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8956" name="Line 172"/>
              <p:cNvSpPr>
                <a:spLocks noChangeShapeType="1"/>
              </p:cNvSpPr>
              <p:nvPr/>
            </p:nvSpPr>
            <p:spPr bwMode="auto">
              <a:xfrm flipV="1">
                <a:off x="3328" y="3648"/>
                <a:ext cx="208" cy="192"/>
              </a:xfrm>
              <a:prstGeom prst="line">
                <a:avLst/>
              </a:prstGeom>
              <a:noFill/>
              <a:ln w="50800">
                <a:solidFill>
                  <a:srgbClr val="00FF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8957" name="Line 173"/>
              <p:cNvSpPr>
                <a:spLocks noChangeShapeType="1"/>
              </p:cNvSpPr>
              <p:nvPr/>
            </p:nvSpPr>
            <p:spPr bwMode="auto">
              <a:xfrm flipV="1">
                <a:off x="5200" y="1344"/>
                <a:ext cx="208" cy="192"/>
              </a:xfrm>
              <a:prstGeom prst="line">
                <a:avLst/>
              </a:prstGeom>
              <a:noFill/>
              <a:ln w="50800">
                <a:solidFill>
                  <a:srgbClr val="00FF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8958" name="Line 174"/>
              <p:cNvSpPr>
                <a:spLocks noChangeShapeType="1"/>
              </p:cNvSpPr>
              <p:nvPr/>
            </p:nvSpPr>
            <p:spPr bwMode="auto">
              <a:xfrm flipV="1">
                <a:off x="5200" y="1920"/>
                <a:ext cx="208" cy="192"/>
              </a:xfrm>
              <a:prstGeom prst="line">
                <a:avLst/>
              </a:prstGeom>
              <a:noFill/>
              <a:ln w="50800">
                <a:solidFill>
                  <a:srgbClr val="00FF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8959" name="Line 175"/>
              <p:cNvSpPr>
                <a:spLocks noChangeShapeType="1"/>
              </p:cNvSpPr>
              <p:nvPr/>
            </p:nvSpPr>
            <p:spPr bwMode="auto">
              <a:xfrm flipV="1">
                <a:off x="5200" y="2496"/>
                <a:ext cx="208" cy="192"/>
              </a:xfrm>
              <a:prstGeom prst="line">
                <a:avLst/>
              </a:prstGeom>
              <a:noFill/>
              <a:ln w="50800">
                <a:solidFill>
                  <a:srgbClr val="00FF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8960" name="Line 176"/>
              <p:cNvSpPr>
                <a:spLocks noChangeShapeType="1"/>
              </p:cNvSpPr>
              <p:nvPr/>
            </p:nvSpPr>
            <p:spPr bwMode="auto">
              <a:xfrm flipV="1">
                <a:off x="2704" y="3648"/>
                <a:ext cx="208" cy="192"/>
              </a:xfrm>
              <a:prstGeom prst="line">
                <a:avLst/>
              </a:prstGeom>
              <a:noFill/>
              <a:ln w="50800">
                <a:solidFill>
                  <a:srgbClr val="00FF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8961" name="Line 177"/>
              <p:cNvSpPr>
                <a:spLocks noChangeShapeType="1"/>
              </p:cNvSpPr>
              <p:nvPr/>
            </p:nvSpPr>
            <p:spPr bwMode="auto">
              <a:xfrm flipH="1">
                <a:off x="2704" y="3072"/>
                <a:ext cx="208" cy="720"/>
              </a:xfrm>
              <a:prstGeom prst="line">
                <a:avLst/>
              </a:prstGeom>
              <a:noFill/>
              <a:ln w="50800">
                <a:solidFill>
                  <a:srgbClr val="00FF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8962" name="Line 178"/>
              <p:cNvSpPr>
                <a:spLocks noChangeShapeType="1"/>
              </p:cNvSpPr>
              <p:nvPr/>
            </p:nvSpPr>
            <p:spPr bwMode="auto">
              <a:xfrm flipH="1">
                <a:off x="2704" y="2496"/>
                <a:ext cx="208" cy="768"/>
              </a:xfrm>
              <a:prstGeom prst="line">
                <a:avLst/>
              </a:prstGeom>
              <a:noFill/>
              <a:ln w="50800">
                <a:solidFill>
                  <a:srgbClr val="00FF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8963" name="Line 179"/>
              <p:cNvSpPr>
                <a:spLocks noChangeShapeType="1"/>
              </p:cNvSpPr>
              <p:nvPr/>
            </p:nvSpPr>
            <p:spPr bwMode="auto">
              <a:xfrm flipV="1">
                <a:off x="2704" y="2496"/>
                <a:ext cx="208" cy="192"/>
              </a:xfrm>
              <a:prstGeom prst="line">
                <a:avLst/>
              </a:prstGeom>
              <a:noFill/>
              <a:ln w="50800">
                <a:solidFill>
                  <a:srgbClr val="00FF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8964" name="Line 180"/>
              <p:cNvSpPr>
                <a:spLocks noChangeShapeType="1"/>
              </p:cNvSpPr>
              <p:nvPr/>
            </p:nvSpPr>
            <p:spPr bwMode="auto">
              <a:xfrm flipV="1">
                <a:off x="2704" y="3072"/>
                <a:ext cx="208" cy="192"/>
              </a:xfrm>
              <a:prstGeom prst="line">
                <a:avLst/>
              </a:prstGeom>
              <a:noFill/>
              <a:ln w="50800">
                <a:solidFill>
                  <a:srgbClr val="00FF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0834" name="Group 2"/>
          <p:cNvGrpSpPr>
            <a:grpSpLocks/>
          </p:cNvGrpSpPr>
          <p:nvPr/>
        </p:nvGrpSpPr>
        <p:grpSpPr bwMode="auto">
          <a:xfrm>
            <a:off x="1182688" y="692150"/>
            <a:ext cx="6580187" cy="5184775"/>
            <a:chOff x="807" y="527"/>
            <a:chExt cx="4491" cy="3266"/>
          </a:xfrm>
        </p:grpSpPr>
        <p:grpSp>
          <p:nvGrpSpPr>
            <p:cNvPr id="760835" name="Group 3"/>
            <p:cNvGrpSpPr>
              <a:grpSpLocks/>
            </p:cNvGrpSpPr>
            <p:nvPr/>
          </p:nvGrpSpPr>
          <p:grpSpPr bwMode="auto">
            <a:xfrm>
              <a:off x="1487" y="618"/>
              <a:ext cx="3176" cy="3084"/>
              <a:chOff x="1487" y="618"/>
              <a:chExt cx="3176" cy="3084"/>
            </a:xfrm>
          </p:grpSpPr>
          <p:sp>
            <p:nvSpPr>
              <p:cNvPr id="760836" name="Line 4"/>
              <p:cNvSpPr>
                <a:spLocks noChangeShapeType="1"/>
              </p:cNvSpPr>
              <p:nvPr/>
            </p:nvSpPr>
            <p:spPr bwMode="auto">
              <a:xfrm flipH="1" flipV="1">
                <a:off x="1487" y="618"/>
                <a:ext cx="1" cy="590"/>
              </a:xfrm>
              <a:prstGeom prst="line">
                <a:avLst/>
              </a:prstGeom>
              <a:noFill/>
              <a:ln w="76200">
                <a:solidFill>
                  <a:srgbClr val="00FF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0837" name="Line 5"/>
              <p:cNvSpPr>
                <a:spLocks noChangeShapeType="1"/>
              </p:cNvSpPr>
              <p:nvPr/>
            </p:nvSpPr>
            <p:spPr bwMode="auto">
              <a:xfrm flipH="1" flipV="1">
                <a:off x="2122" y="618"/>
                <a:ext cx="1" cy="590"/>
              </a:xfrm>
              <a:prstGeom prst="line">
                <a:avLst/>
              </a:prstGeom>
              <a:noFill/>
              <a:ln w="76200">
                <a:solidFill>
                  <a:srgbClr val="00FF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0838" name="Line 6"/>
              <p:cNvSpPr>
                <a:spLocks noChangeShapeType="1"/>
              </p:cNvSpPr>
              <p:nvPr/>
            </p:nvSpPr>
            <p:spPr bwMode="auto">
              <a:xfrm flipH="1" flipV="1">
                <a:off x="2122" y="1253"/>
                <a:ext cx="1" cy="590"/>
              </a:xfrm>
              <a:prstGeom prst="line">
                <a:avLst/>
              </a:prstGeom>
              <a:noFill/>
              <a:ln w="76200">
                <a:solidFill>
                  <a:srgbClr val="00FF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0839" name="Line 7"/>
              <p:cNvSpPr>
                <a:spLocks noChangeShapeType="1"/>
              </p:cNvSpPr>
              <p:nvPr/>
            </p:nvSpPr>
            <p:spPr bwMode="auto">
              <a:xfrm flipV="1">
                <a:off x="1487" y="1842"/>
                <a:ext cx="590" cy="1"/>
              </a:xfrm>
              <a:prstGeom prst="line">
                <a:avLst/>
              </a:prstGeom>
              <a:noFill/>
              <a:ln w="76200">
                <a:solidFill>
                  <a:srgbClr val="00FF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0840" name="Line 8"/>
              <p:cNvSpPr>
                <a:spLocks noChangeShapeType="1"/>
              </p:cNvSpPr>
              <p:nvPr/>
            </p:nvSpPr>
            <p:spPr bwMode="auto">
              <a:xfrm>
                <a:off x="1487" y="2479"/>
                <a:ext cx="1" cy="588"/>
              </a:xfrm>
              <a:prstGeom prst="line">
                <a:avLst/>
              </a:prstGeom>
              <a:noFill/>
              <a:ln w="76200">
                <a:solidFill>
                  <a:srgbClr val="00FF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0841" name="Line 9"/>
              <p:cNvSpPr>
                <a:spLocks noChangeShapeType="1"/>
              </p:cNvSpPr>
              <p:nvPr/>
            </p:nvSpPr>
            <p:spPr bwMode="auto">
              <a:xfrm>
                <a:off x="1487" y="3113"/>
                <a:ext cx="1" cy="589"/>
              </a:xfrm>
              <a:prstGeom prst="line">
                <a:avLst/>
              </a:prstGeom>
              <a:noFill/>
              <a:ln w="76200">
                <a:solidFill>
                  <a:srgbClr val="00FF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0842" name="Line 10"/>
              <p:cNvSpPr>
                <a:spLocks noChangeShapeType="1"/>
              </p:cNvSpPr>
              <p:nvPr/>
            </p:nvSpPr>
            <p:spPr bwMode="auto">
              <a:xfrm>
                <a:off x="2757" y="2478"/>
                <a:ext cx="1" cy="588"/>
              </a:xfrm>
              <a:prstGeom prst="line">
                <a:avLst/>
              </a:prstGeom>
              <a:noFill/>
              <a:ln w="76200">
                <a:solidFill>
                  <a:srgbClr val="00FF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0843" name="Line 11"/>
              <p:cNvSpPr>
                <a:spLocks noChangeShapeType="1"/>
              </p:cNvSpPr>
              <p:nvPr/>
            </p:nvSpPr>
            <p:spPr bwMode="auto">
              <a:xfrm>
                <a:off x="2757" y="3112"/>
                <a:ext cx="1" cy="589"/>
              </a:xfrm>
              <a:prstGeom prst="line">
                <a:avLst/>
              </a:prstGeom>
              <a:noFill/>
              <a:ln w="76200">
                <a:solidFill>
                  <a:srgbClr val="00FF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0844" name="Line 12"/>
              <p:cNvSpPr>
                <a:spLocks noChangeShapeType="1"/>
              </p:cNvSpPr>
              <p:nvPr/>
            </p:nvSpPr>
            <p:spPr bwMode="auto">
              <a:xfrm>
                <a:off x="4027" y="2478"/>
                <a:ext cx="1" cy="588"/>
              </a:xfrm>
              <a:prstGeom prst="line">
                <a:avLst/>
              </a:prstGeom>
              <a:noFill/>
              <a:ln w="76200">
                <a:solidFill>
                  <a:srgbClr val="00FF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0845" name="Line 13"/>
              <p:cNvSpPr>
                <a:spLocks noChangeShapeType="1"/>
              </p:cNvSpPr>
              <p:nvPr/>
            </p:nvSpPr>
            <p:spPr bwMode="auto">
              <a:xfrm>
                <a:off x="4027" y="3112"/>
                <a:ext cx="1" cy="589"/>
              </a:xfrm>
              <a:prstGeom prst="line">
                <a:avLst/>
              </a:prstGeom>
              <a:noFill/>
              <a:ln w="76200">
                <a:solidFill>
                  <a:srgbClr val="00FF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0846" name="Line 14"/>
              <p:cNvSpPr>
                <a:spLocks noChangeShapeType="1"/>
              </p:cNvSpPr>
              <p:nvPr/>
            </p:nvSpPr>
            <p:spPr bwMode="auto">
              <a:xfrm>
                <a:off x="3392" y="2478"/>
                <a:ext cx="1" cy="588"/>
              </a:xfrm>
              <a:prstGeom prst="line">
                <a:avLst/>
              </a:prstGeom>
              <a:noFill/>
              <a:ln w="76200">
                <a:solidFill>
                  <a:srgbClr val="00FF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0847" name="Line 15"/>
              <p:cNvSpPr>
                <a:spLocks noChangeShapeType="1"/>
              </p:cNvSpPr>
              <p:nvPr/>
            </p:nvSpPr>
            <p:spPr bwMode="auto">
              <a:xfrm>
                <a:off x="3392" y="3112"/>
                <a:ext cx="1" cy="589"/>
              </a:xfrm>
              <a:prstGeom prst="line">
                <a:avLst/>
              </a:prstGeom>
              <a:noFill/>
              <a:ln w="76200">
                <a:solidFill>
                  <a:srgbClr val="00FF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0848" name="Line 16"/>
              <p:cNvSpPr>
                <a:spLocks noChangeShapeType="1"/>
              </p:cNvSpPr>
              <p:nvPr/>
            </p:nvSpPr>
            <p:spPr bwMode="auto">
              <a:xfrm>
                <a:off x="3392" y="1842"/>
                <a:ext cx="1" cy="588"/>
              </a:xfrm>
              <a:prstGeom prst="line">
                <a:avLst/>
              </a:prstGeom>
              <a:noFill/>
              <a:ln w="76200">
                <a:solidFill>
                  <a:srgbClr val="00FF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0849" name="Line 17"/>
              <p:cNvSpPr>
                <a:spLocks noChangeShapeType="1"/>
              </p:cNvSpPr>
              <p:nvPr/>
            </p:nvSpPr>
            <p:spPr bwMode="auto">
              <a:xfrm flipV="1">
                <a:off x="2757" y="1842"/>
                <a:ext cx="590" cy="1"/>
              </a:xfrm>
              <a:prstGeom prst="line">
                <a:avLst/>
              </a:prstGeom>
              <a:noFill/>
              <a:ln w="76200">
                <a:solidFill>
                  <a:srgbClr val="00FF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0850" name="Line 18"/>
              <p:cNvSpPr>
                <a:spLocks noChangeShapeType="1"/>
              </p:cNvSpPr>
              <p:nvPr/>
            </p:nvSpPr>
            <p:spPr bwMode="auto">
              <a:xfrm flipH="1" flipV="1">
                <a:off x="2757" y="618"/>
                <a:ext cx="1" cy="590"/>
              </a:xfrm>
              <a:prstGeom prst="line">
                <a:avLst/>
              </a:prstGeom>
              <a:noFill/>
              <a:ln w="76200">
                <a:solidFill>
                  <a:srgbClr val="00FF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0851" name="Line 19"/>
              <p:cNvSpPr>
                <a:spLocks noChangeShapeType="1"/>
              </p:cNvSpPr>
              <p:nvPr/>
            </p:nvSpPr>
            <p:spPr bwMode="auto">
              <a:xfrm flipH="1" flipV="1">
                <a:off x="4027" y="618"/>
                <a:ext cx="1" cy="590"/>
              </a:xfrm>
              <a:prstGeom prst="line">
                <a:avLst/>
              </a:prstGeom>
              <a:noFill/>
              <a:ln w="76200">
                <a:solidFill>
                  <a:srgbClr val="00FF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0852" name="Line 20"/>
              <p:cNvSpPr>
                <a:spLocks noChangeShapeType="1"/>
              </p:cNvSpPr>
              <p:nvPr/>
            </p:nvSpPr>
            <p:spPr bwMode="auto">
              <a:xfrm flipV="1">
                <a:off x="4027" y="1842"/>
                <a:ext cx="590" cy="1"/>
              </a:xfrm>
              <a:prstGeom prst="line">
                <a:avLst/>
              </a:prstGeom>
              <a:noFill/>
              <a:ln w="76200">
                <a:solidFill>
                  <a:srgbClr val="00FF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0853" name="Line 21"/>
              <p:cNvSpPr>
                <a:spLocks noChangeShapeType="1"/>
              </p:cNvSpPr>
              <p:nvPr/>
            </p:nvSpPr>
            <p:spPr bwMode="auto">
              <a:xfrm flipH="1" flipV="1">
                <a:off x="4662" y="618"/>
                <a:ext cx="1" cy="590"/>
              </a:xfrm>
              <a:prstGeom prst="line">
                <a:avLst/>
              </a:prstGeom>
              <a:noFill/>
              <a:ln w="76200">
                <a:solidFill>
                  <a:srgbClr val="00FF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0854" name="Line 22"/>
              <p:cNvSpPr>
                <a:spLocks noChangeShapeType="1"/>
              </p:cNvSpPr>
              <p:nvPr/>
            </p:nvSpPr>
            <p:spPr bwMode="auto">
              <a:xfrm flipH="1" flipV="1">
                <a:off x="4662" y="1253"/>
                <a:ext cx="0" cy="589"/>
              </a:xfrm>
              <a:prstGeom prst="line">
                <a:avLst/>
              </a:prstGeom>
              <a:noFill/>
              <a:ln w="76200">
                <a:solidFill>
                  <a:srgbClr val="00FF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760855" name="Group 23"/>
            <p:cNvGrpSpPr>
              <a:grpSpLocks/>
            </p:cNvGrpSpPr>
            <p:nvPr/>
          </p:nvGrpSpPr>
          <p:grpSpPr bwMode="auto">
            <a:xfrm>
              <a:off x="807" y="527"/>
              <a:ext cx="4491" cy="3266"/>
              <a:chOff x="807" y="527"/>
              <a:chExt cx="4491" cy="3266"/>
            </a:xfrm>
          </p:grpSpPr>
          <p:grpSp>
            <p:nvGrpSpPr>
              <p:cNvPr id="760856" name="Group 24"/>
              <p:cNvGrpSpPr>
                <a:grpSpLocks/>
              </p:cNvGrpSpPr>
              <p:nvPr/>
            </p:nvGrpSpPr>
            <p:grpSpPr bwMode="auto">
              <a:xfrm>
                <a:off x="807" y="527"/>
                <a:ext cx="4490" cy="3266"/>
                <a:chOff x="308" y="799"/>
                <a:chExt cx="4490" cy="3266"/>
              </a:xfrm>
            </p:grpSpPr>
            <p:sp>
              <p:nvSpPr>
                <p:cNvPr id="760857" name="Line 25"/>
                <p:cNvSpPr>
                  <a:spLocks noChangeShapeType="1"/>
                </p:cNvSpPr>
                <p:nvPr/>
              </p:nvSpPr>
              <p:spPr bwMode="auto">
                <a:xfrm flipV="1">
                  <a:off x="353" y="1480"/>
                  <a:ext cx="440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60858" name="Line 26"/>
                <p:cNvSpPr>
                  <a:spLocks noChangeShapeType="1"/>
                </p:cNvSpPr>
                <p:nvPr/>
              </p:nvSpPr>
              <p:spPr bwMode="auto">
                <a:xfrm flipV="1">
                  <a:off x="353" y="2115"/>
                  <a:ext cx="440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60859" name="Line 27"/>
                <p:cNvSpPr>
                  <a:spLocks noChangeShapeType="1"/>
                </p:cNvSpPr>
                <p:nvPr/>
              </p:nvSpPr>
              <p:spPr bwMode="auto">
                <a:xfrm flipV="1">
                  <a:off x="353" y="2750"/>
                  <a:ext cx="440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60860" name="Line 28"/>
                <p:cNvSpPr>
                  <a:spLocks noChangeShapeType="1"/>
                </p:cNvSpPr>
                <p:nvPr/>
              </p:nvSpPr>
              <p:spPr bwMode="auto">
                <a:xfrm flipV="1">
                  <a:off x="353" y="3385"/>
                  <a:ext cx="440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60861" name="Line 29"/>
                <p:cNvSpPr>
                  <a:spLocks noChangeShapeType="1"/>
                </p:cNvSpPr>
                <p:nvPr/>
              </p:nvSpPr>
              <p:spPr bwMode="auto">
                <a:xfrm flipV="1">
                  <a:off x="353" y="4020"/>
                  <a:ext cx="440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60862" name="Line 30"/>
                <p:cNvSpPr>
                  <a:spLocks noChangeShapeType="1"/>
                </p:cNvSpPr>
                <p:nvPr/>
              </p:nvSpPr>
              <p:spPr bwMode="auto">
                <a:xfrm flipV="1">
                  <a:off x="353" y="845"/>
                  <a:ext cx="440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60863" name="Line 31"/>
                <p:cNvSpPr>
                  <a:spLocks noChangeShapeType="1"/>
                </p:cNvSpPr>
                <p:nvPr/>
              </p:nvSpPr>
              <p:spPr bwMode="auto">
                <a:xfrm>
                  <a:off x="353" y="845"/>
                  <a:ext cx="0" cy="317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60864" name="Oval 32"/>
                <p:cNvSpPr>
                  <a:spLocks noChangeArrowheads="1"/>
                </p:cNvSpPr>
                <p:nvPr/>
              </p:nvSpPr>
              <p:spPr bwMode="auto">
                <a:xfrm>
                  <a:off x="308" y="799"/>
                  <a:ext cx="90" cy="91"/>
                </a:xfrm>
                <a:prstGeom prst="ellipse">
                  <a:avLst/>
                </a:prstGeom>
                <a:solidFill>
                  <a:srgbClr val="FFCC00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60865" name="Oval 33"/>
                <p:cNvSpPr>
                  <a:spLocks noChangeArrowheads="1"/>
                </p:cNvSpPr>
                <p:nvPr/>
              </p:nvSpPr>
              <p:spPr bwMode="auto">
                <a:xfrm>
                  <a:off x="308" y="1434"/>
                  <a:ext cx="90" cy="91"/>
                </a:xfrm>
                <a:prstGeom prst="ellipse">
                  <a:avLst/>
                </a:prstGeom>
                <a:solidFill>
                  <a:srgbClr val="FFCC00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60866" name="Oval 34"/>
                <p:cNvSpPr>
                  <a:spLocks noChangeArrowheads="1"/>
                </p:cNvSpPr>
                <p:nvPr/>
              </p:nvSpPr>
              <p:spPr bwMode="auto">
                <a:xfrm>
                  <a:off x="308" y="2069"/>
                  <a:ext cx="90" cy="91"/>
                </a:xfrm>
                <a:prstGeom prst="ellipse">
                  <a:avLst/>
                </a:prstGeom>
                <a:solidFill>
                  <a:srgbClr val="FFCC00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60867" name="Oval 35"/>
                <p:cNvSpPr>
                  <a:spLocks noChangeArrowheads="1"/>
                </p:cNvSpPr>
                <p:nvPr/>
              </p:nvSpPr>
              <p:spPr bwMode="auto">
                <a:xfrm>
                  <a:off x="308" y="3339"/>
                  <a:ext cx="90" cy="91"/>
                </a:xfrm>
                <a:prstGeom prst="ellipse">
                  <a:avLst/>
                </a:prstGeom>
                <a:solidFill>
                  <a:srgbClr val="FFCC00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60868" name="Oval 36"/>
                <p:cNvSpPr>
                  <a:spLocks noChangeArrowheads="1"/>
                </p:cNvSpPr>
                <p:nvPr/>
              </p:nvSpPr>
              <p:spPr bwMode="auto">
                <a:xfrm>
                  <a:off x="308" y="2704"/>
                  <a:ext cx="90" cy="91"/>
                </a:xfrm>
                <a:prstGeom prst="ellipse">
                  <a:avLst/>
                </a:prstGeom>
                <a:solidFill>
                  <a:srgbClr val="FFCC00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60869" name="Oval 37"/>
                <p:cNvSpPr>
                  <a:spLocks noChangeArrowheads="1"/>
                </p:cNvSpPr>
                <p:nvPr/>
              </p:nvSpPr>
              <p:spPr bwMode="auto">
                <a:xfrm>
                  <a:off x="308" y="3974"/>
                  <a:ext cx="90" cy="91"/>
                </a:xfrm>
                <a:prstGeom prst="ellipse">
                  <a:avLst/>
                </a:prstGeom>
                <a:solidFill>
                  <a:srgbClr val="FFCC00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60870" name="Line 38"/>
                <p:cNvSpPr>
                  <a:spLocks noChangeShapeType="1"/>
                </p:cNvSpPr>
                <p:nvPr/>
              </p:nvSpPr>
              <p:spPr bwMode="auto">
                <a:xfrm>
                  <a:off x="988" y="845"/>
                  <a:ext cx="0" cy="317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60871" name="Oval 39"/>
                <p:cNvSpPr>
                  <a:spLocks noChangeArrowheads="1"/>
                </p:cNvSpPr>
                <p:nvPr/>
              </p:nvSpPr>
              <p:spPr bwMode="auto">
                <a:xfrm>
                  <a:off x="943" y="799"/>
                  <a:ext cx="90" cy="91"/>
                </a:xfrm>
                <a:prstGeom prst="ellipse">
                  <a:avLst/>
                </a:prstGeom>
                <a:solidFill>
                  <a:srgbClr val="FFCC00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60872" name="Oval 40"/>
                <p:cNvSpPr>
                  <a:spLocks noChangeArrowheads="1"/>
                </p:cNvSpPr>
                <p:nvPr/>
              </p:nvSpPr>
              <p:spPr bwMode="auto">
                <a:xfrm>
                  <a:off x="943" y="1434"/>
                  <a:ext cx="90" cy="91"/>
                </a:xfrm>
                <a:prstGeom prst="ellipse">
                  <a:avLst/>
                </a:prstGeom>
                <a:solidFill>
                  <a:srgbClr val="FFCC00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60873" name="Oval 41"/>
                <p:cNvSpPr>
                  <a:spLocks noChangeArrowheads="1"/>
                </p:cNvSpPr>
                <p:nvPr/>
              </p:nvSpPr>
              <p:spPr bwMode="auto">
                <a:xfrm>
                  <a:off x="943" y="2069"/>
                  <a:ext cx="90" cy="91"/>
                </a:xfrm>
                <a:prstGeom prst="ellipse">
                  <a:avLst/>
                </a:prstGeom>
                <a:solidFill>
                  <a:srgbClr val="FFCC00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60874" name="Oval 42"/>
                <p:cNvSpPr>
                  <a:spLocks noChangeArrowheads="1"/>
                </p:cNvSpPr>
                <p:nvPr/>
              </p:nvSpPr>
              <p:spPr bwMode="auto">
                <a:xfrm>
                  <a:off x="943" y="3339"/>
                  <a:ext cx="90" cy="91"/>
                </a:xfrm>
                <a:prstGeom prst="ellipse">
                  <a:avLst/>
                </a:prstGeom>
                <a:solidFill>
                  <a:srgbClr val="FFCC00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60875" name="Oval 43"/>
                <p:cNvSpPr>
                  <a:spLocks noChangeArrowheads="1"/>
                </p:cNvSpPr>
                <p:nvPr/>
              </p:nvSpPr>
              <p:spPr bwMode="auto">
                <a:xfrm>
                  <a:off x="943" y="2704"/>
                  <a:ext cx="90" cy="91"/>
                </a:xfrm>
                <a:prstGeom prst="ellipse">
                  <a:avLst/>
                </a:prstGeom>
                <a:solidFill>
                  <a:srgbClr val="FFCC00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60876" name="Oval 44"/>
                <p:cNvSpPr>
                  <a:spLocks noChangeArrowheads="1"/>
                </p:cNvSpPr>
                <p:nvPr/>
              </p:nvSpPr>
              <p:spPr bwMode="auto">
                <a:xfrm>
                  <a:off x="943" y="3974"/>
                  <a:ext cx="90" cy="91"/>
                </a:xfrm>
                <a:prstGeom prst="ellipse">
                  <a:avLst/>
                </a:prstGeom>
                <a:solidFill>
                  <a:srgbClr val="FFCC00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60877" name="Line 45"/>
                <p:cNvSpPr>
                  <a:spLocks noChangeShapeType="1"/>
                </p:cNvSpPr>
                <p:nvPr/>
              </p:nvSpPr>
              <p:spPr bwMode="auto">
                <a:xfrm>
                  <a:off x="1623" y="845"/>
                  <a:ext cx="0" cy="317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60878" name="Oval 46"/>
                <p:cNvSpPr>
                  <a:spLocks noChangeArrowheads="1"/>
                </p:cNvSpPr>
                <p:nvPr/>
              </p:nvSpPr>
              <p:spPr bwMode="auto">
                <a:xfrm>
                  <a:off x="1578" y="799"/>
                  <a:ext cx="90" cy="91"/>
                </a:xfrm>
                <a:prstGeom prst="ellipse">
                  <a:avLst/>
                </a:prstGeom>
                <a:solidFill>
                  <a:srgbClr val="FFCC00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60879" name="Oval 47"/>
                <p:cNvSpPr>
                  <a:spLocks noChangeArrowheads="1"/>
                </p:cNvSpPr>
                <p:nvPr/>
              </p:nvSpPr>
              <p:spPr bwMode="auto">
                <a:xfrm>
                  <a:off x="1578" y="1434"/>
                  <a:ext cx="90" cy="91"/>
                </a:xfrm>
                <a:prstGeom prst="ellipse">
                  <a:avLst/>
                </a:prstGeom>
                <a:solidFill>
                  <a:srgbClr val="FFCC00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60880" name="Oval 48"/>
                <p:cNvSpPr>
                  <a:spLocks noChangeArrowheads="1"/>
                </p:cNvSpPr>
                <p:nvPr/>
              </p:nvSpPr>
              <p:spPr bwMode="auto">
                <a:xfrm>
                  <a:off x="1578" y="2069"/>
                  <a:ext cx="90" cy="91"/>
                </a:xfrm>
                <a:prstGeom prst="ellipse">
                  <a:avLst/>
                </a:prstGeom>
                <a:solidFill>
                  <a:srgbClr val="FFCC00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60881" name="Oval 49"/>
                <p:cNvSpPr>
                  <a:spLocks noChangeArrowheads="1"/>
                </p:cNvSpPr>
                <p:nvPr/>
              </p:nvSpPr>
              <p:spPr bwMode="auto">
                <a:xfrm>
                  <a:off x="1578" y="3339"/>
                  <a:ext cx="90" cy="91"/>
                </a:xfrm>
                <a:prstGeom prst="ellipse">
                  <a:avLst/>
                </a:prstGeom>
                <a:solidFill>
                  <a:srgbClr val="FFCC00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60882" name="Oval 50"/>
                <p:cNvSpPr>
                  <a:spLocks noChangeArrowheads="1"/>
                </p:cNvSpPr>
                <p:nvPr/>
              </p:nvSpPr>
              <p:spPr bwMode="auto">
                <a:xfrm>
                  <a:off x="1578" y="2704"/>
                  <a:ext cx="90" cy="91"/>
                </a:xfrm>
                <a:prstGeom prst="ellipse">
                  <a:avLst/>
                </a:prstGeom>
                <a:solidFill>
                  <a:srgbClr val="FFCC00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60883" name="Oval 51"/>
                <p:cNvSpPr>
                  <a:spLocks noChangeArrowheads="1"/>
                </p:cNvSpPr>
                <p:nvPr/>
              </p:nvSpPr>
              <p:spPr bwMode="auto">
                <a:xfrm>
                  <a:off x="1578" y="3974"/>
                  <a:ext cx="90" cy="91"/>
                </a:xfrm>
                <a:prstGeom prst="ellipse">
                  <a:avLst/>
                </a:prstGeom>
                <a:solidFill>
                  <a:srgbClr val="FFCC00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60884" name="Line 52"/>
                <p:cNvSpPr>
                  <a:spLocks noChangeShapeType="1"/>
                </p:cNvSpPr>
                <p:nvPr/>
              </p:nvSpPr>
              <p:spPr bwMode="auto">
                <a:xfrm>
                  <a:off x="2258" y="845"/>
                  <a:ext cx="0" cy="317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60885" name="Oval 53"/>
                <p:cNvSpPr>
                  <a:spLocks noChangeArrowheads="1"/>
                </p:cNvSpPr>
                <p:nvPr/>
              </p:nvSpPr>
              <p:spPr bwMode="auto">
                <a:xfrm>
                  <a:off x="2213" y="799"/>
                  <a:ext cx="90" cy="91"/>
                </a:xfrm>
                <a:prstGeom prst="ellipse">
                  <a:avLst/>
                </a:prstGeom>
                <a:solidFill>
                  <a:srgbClr val="FFCC00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60886" name="Oval 54"/>
                <p:cNvSpPr>
                  <a:spLocks noChangeArrowheads="1"/>
                </p:cNvSpPr>
                <p:nvPr/>
              </p:nvSpPr>
              <p:spPr bwMode="auto">
                <a:xfrm>
                  <a:off x="2213" y="1434"/>
                  <a:ext cx="90" cy="91"/>
                </a:xfrm>
                <a:prstGeom prst="ellipse">
                  <a:avLst/>
                </a:prstGeom>
                <a:solidFill>
                  <a:srgbClr val="FFCC00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60887" name="Oval 55"/>
                <p:cNvSpPr>
                  <a:spLocks noChangeArrowheads="1"/>
                </p:cNvSpPr>
                <p:nvPr/>
              </p:nvSpPr>
              <p:spPr bwMode="auto">
                <a:xfrm>
                  <a:off x="2213" y="2069"/>
                  <a:ext cx="90" cy="91"/>
                </a:xfrm>
                <a:prstGeom prst="ellipse">
                  <a:avLst/>
                </a:prstGeom>
                <a:solidFill>
                  <a:srgbClr val="FFCC00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60888" name="Oval 56"/>
                <p:cNvSpPr>
                  <a:spLocks noChangeArrowheads="1"/>
                </p:cNvSpPr>
                <p:nvPr/>
              </p:nvSpPr>
              <p:spPr bwMode="auto">
                <a:xfrm>
                  <a:off x="2213" y="3339"/>
                  <a:ext cx="90" cy="91"/>
                </a:xfrm>
                <a:prstGeom prst="ellipse">
                  <a:avLst/>
                </a:prstGeom>
                <a:solidFill>
                  <a:srgbClr val="FFCC00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60889" name="Oval 57"/>
                <p:cNvSpPr>
                  <a:spLocks noChangeArrowheads="1"/>
                </p:cNvSpPr>
                <p:nvPr/>
              </p:nvSpPr>
              <p:spPr bwMode="auto">
                <a:xfrm>
                  <a:off x="2213" y="2704"/>
                  <a:ext cx="90" cy="91"/>
                </a:xfrm>
                <a:prstGeom prst="ellipse">
                  <a:avLst/>
                </a:prstGeom>
                <a:solidFill>
                  <a:srgbClr val="FFCC00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60890" name="Oval 58"/>
                <p:cNvSpPr>
                  <a:spLocks noChangeArrowheads="1"/>
                </p:cNvSpPr>
                <p:nvPr/>
              </p:nvSpPr>
              <p:spPr bwMode="auto">
                <a:xfrm>
                  <a:off x="2213" y="3974"/>
                  <a:ext cx="90" cy="91"/>
                </a:xfrm>
                <a:prstGeom prst="ellipse">
                  <a:avLst/>
                </a:prstGeom>
                <a:solidFill>
                  <a:srgbClr val="FFCC00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60891" name="Line 59"/>
                <p:cNvSpPr>
                  <a:spLocks noChangeShapeType="1"/>
                </p:cNvSpPr>
                <p:nvPr/>
              </p:nvSpPr>
              <p:spPr bwMode="auto">
                <a:xfrm>
                  <a:off x="2893" y="845"/>
                  <a:ext cx="0" cy="317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60892" name="Oval 60"/>
                <p:cNvSpPr>
                  <a:spLocks noChangeArrowheads="1"/>
                </p:cNvSpPr>
                <p:nvPr/>
              </p:nvSpPr>
              <p:spPr bwMode="auto">
                <a:xfrm>
                  <a:off x="2848" y="799"/>
                  <a:ext cx="90" cy="91"/>
                </a:xfrm>
                <a:prstGeom prst="ellipse">
                  <a:avLst/>
                </a:prstGeom>
                <a:solidFill>
                  <a:srgbClr val="FFCC00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60893" name="Oval 61"/>
                <p:cNvSpPr>
                  <a:spLocks noChangeArrowheads="1"/>
                </p:cNvSpPr>
                <p:nvPr/>
              </p:nvSpPr>
              <p:spPr bwMode="auto">
                <a:xfrm>
                  <a:off x="2848" y="1434"/>
                  <a:ext cx="90" cy="91"/>
                </a:xfrm>
                <a:prstGeom prst="ellipse">
                  <a:avLst/>
                </a:prstGeom>
                <a:solidFill>
                  <a:srgbClr val="FFCC00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60894" name="Oval 62"/>
                <p:cNvSpPr>
                  <a:spLocks noChangeArrowheads="1"/>
                </p:cNvSpPr>
                <p:nvPr/>
              </p:nvSpPr>
              <p:spPr bwMode="auto">
                <a:xfrm>
                  <a:off x="2848" y="2069"/>
                  <a:ext cx="90" cy="91"/>
                </a:xfrm>
                <a:prstGeom prst="ellipse">
                  <a:avLst/>
                </a:prstGeom>
                <a:solidFill>
                  <a:srgbClr val="FFCC00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60895" name="Oval 63"/>
                <p:cNvSpPr>
                  <a:spLocks noChangeArrowheads="1"/>
                </p:cNvSpPr>
                <p:nvPr/>
              </p:nvSpPr>
              <p:spPr bwMode="auto">
                <a:xfrm>
                  <a:off x="2848" y="3339"/>
                  <a:ext cx="90" cy="91"/>
                </a:xfrm>
                <a:prstGeom prst="ellipse">
                  <a:avLst/>
                </a:prstGeom>
                <a:solidFill>
                  <a:srgbClr val="FFCC00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60896" name="Oval 64"/>
                <p:cNvSpPr>
                  <a:spLocks noChangeArrowheads="1"/>
                </p:cNvSpPr>
                <p:nvPr/>
              </p:nvSpPr>
              <p:spPr bwMode="auto">
                <a:xfrm>
                  <a:off x="2848" y="2704"/>
                  <a:ext cx="90" cy="91"/>
                </a:xfrm>
                <a:prstGeom prst="ellipse">
                  <a:avLst/>
                </a:prstGeom>
                <a:solidFill>
                  <a:srgbClr val="FFCC00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60897" name="Oval 65"/>
                <p:cNvSpPr>
                  <a:spLocks noChangeArrowheads="1"/>
                </p:cNvSpPr>
                <p:nvPr/>
              </p:nvSpPr>
              <p:spPr bwMode="auto">
                <a:xfrm>
                  <a:off x="2848" y="3974"/>
                  <a:ext cx="90" cy="91"/>
                </a:xfrm>
                <a:prstGeom prst="ellipse">
                  <a:avLst/>
                </a:prstGeom>
                <a:solidFill>
                  <a:srgbClr val="FFCC00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60898" name="Line 66"/>
                <p:cNvSpPr>
                  <a:spLocks noChangeShapeType="1"/>
                </p:cNvSpPr>
                <p:nvPr/>
              </p:nvSpPr>
              <p:spPr bwMode="auto">
                <a:xfrm>
                  <a:off x="3528" y="845"/>
                  <a:ext cx="0" cy="317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60899" name="Oval 67"/>
                <p:cNvSpPr>
                  <a:spLocks noChangeArrowheads="1"/>
                </p:cNvSpPr>
                <p:nvPr/>
              </p:nvSpPr>
              <p:spPr bwMode="auto">
                <a:xfrm>
                  <a:off x="3483" y="799"/>
                  <a:ext cx="90" cy="91"/>
                </a:xfrm>
                <a:prstGeom prst="ellipse">
                  <a:avLst/>
                </a:prstGeom>
                <a:solidFill>
                  <a:srgbClr val="FFCC00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60900" name="Oval 68"/>
                <p:cNvSpPr>
                  <a:spLocks noChangeArrowheads="1"/>
                </p:cNvSpPr>
                <p:nvPr/>
              </p:nvSpPr>
              <p:spPr bwMode="auto">
                <a:xfrm>
                  <a:off x="3483" y="1434"/>
                  <a:ext cx="90" cy="91"/>
                </a:xfrm>
                <a:prstGeom prst="ellipse">
                  <a:avLst/>
                </a:prstGeom>
                <a:solidFill>
                  <a:srgbClr val="FFCC00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60901" name="Oval 69"/>
                <p:cNvSpPr>
                  <a:spLocks noChangeArrowheads="1"/>
                </p:cNvSpPr>
                <p:nvPr/>
              </p:nvSpPr>
              <p:spPr bwMode="auto">
                <a:xfrm>
                  <a:off x="3483" y="2069"/>
                  <a:ext cx="90" cy="91"/>
                </a:xfrm>
                <a:prstGeom prst="ellipse">
                  <a:avLst/>
                </a:prstGeom>
                <a:solidFill>
                  <a:srgbClr val="FFCC00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60902" name="Oval 70"/>
                <p:cNvSpPr>
                  <a:spLocks noChangeArrowheads="1"/>
                </p:cNvSpPr>
                <p:nvPr/>
              </p:nvSpPr>
              <p:spPr bwMode="auto">
                <a:xfrm>
                  <a:off x="3483" y="3339"/>
                  <a:ext cx="90" cy="91"/>
                </a:xfrm>
                <a:prstGeom prst="ellipse">
                  <a:avLst/>
                </a:prstGeom>
                <a:solidFill>
                  <a:srgbClr val="FFCC00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60903" name="Oval 71"/>
                <p:cNvSpPr>
                  <a:spLocks noChangeArrowheads="1"/>
                </p:cNvSpPr>
                <p:nvPr/>
              </p:nvSpPr>
              <p:spPr bwMode="auto">
                <a:xfrm>
                  <a:off x="3483" y="2704"/>
                  <a:ext cx="90" cy="91"/>
                </a:xfrm>
                <a:prstGeom prst="ellipse">
                  <a:avLst/>
                </a:prstGeom>
                <a:solidFill>
                  <a:srgbClr val="FFCC00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60904" name="Oval 72"/>
                <p:cNvSpPr>
                  <a:spLocks noChangeArrowheads="1"/>
                </p:cNvSpPr>
                <p:nvPr/>
              </p:nvSpPr>
              <p:spPr bwMode="auto">
                <a:xfrm>
                  <a:off x="3483" y="3974"/>
                  <a:ext cx="90" cy="91"/>
                </a:xfrm>
                <a:prstGeom prst="ellipse">
                  <a:avLst/>
                </a:prstGeom>
                <a:solidFill>
                  <a:srgbClr val="FFCC00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60905" name="Line 73"/>
                <p:cNvSpPr>
                  <a:spLocks noChangeShapeType="1"/>
                </p:cNvSpPr>
                <p:nvPr/>
              </p:nvSpPr>
              <p:spPr bwMode="auto">
                <a:xfrm>
                  <a:off x="4163" y="845"/>
                  <a:ext cx="0" cy="317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60906" name="Oval 74"/>
                <p:cNvSpPr>
                  <a:spLocks noChangeArrowheads="1"/>
                </p:cNvSpPr>
                <p:nvPr/>
              </p:nvSpPr>
              <p:spPr bwMode="auto">
                <a:xfrm>
                  <a:off x="4118" y="799"/>
                  <a:ext cx="90" cy="91"/>
                </a:xfrm>
                <a:prstGeom prst="ellipse">
                  <a:avLst/>
                </a:prstGeom>
                <a:solidFill>
                  <a:srgbClr val="FFCC00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60907" name="Oval 75"/>
                <p:cNvSpPr>
                  <a:spLocks noChangeArrowheads="1"/>
                </p:cNvSpPr>
                <p:nvPr/>
              </p:nvSpPr>
              <p:spPr bwMode="auto">
                <a:xfrm>
                  <a:off x="4118" y="1434"/>
                  <a:ext cx="90" cy="91"/>
                </a:xfrm>
                <a:prstGeom prst="ellipse">
                  <a:avLst/>
                </a:prstGeom>
                <a:solidFill>
                  <a:srgbClr val="FFCC00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60908" name="Oval 76"/>
                <p:cNvSpPr>
                  <a:spLocks noChangeArrowheads="1"/>
                </p:cNvSpPr>
                <p:nvPr/>
              </p:nvSpPr>
              <p:spPr bwMode="auto">
                <a:xfrm>
                  <a:off x="4118" y="2069"/>
                  <a:ext cx="90" cy="91"/>
                </a:xfrm>
                <a:prstGeom prst="ellipse">
                  <a:avLst/>
                </a:prstGeom>
                <a:solidFill>
                  <a:srgbClr val="FFCC00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60909" name="Oval 77"/>
                <p:cNvSpPr>
                  <a:spLocks noChangeArrowheads="1"/>
                </p:cNvSpPr>
                <p:nvPr/>
              </p:nvSpPr>
              <p:spPr bwMode="auto">
                <a:xfrm>
                  <a:off x="4118" y="3339"/>
                  <a:ext cx="90" cy="91"/>
                </a:xfrm>
                <a:prstGeom prst="ellipse">
                  <a:avLst/>
                </a:prstGeom>
                <a:solidFill>
                  <a:srgbClr val="FFCC00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60910" name="Oval 78"/>
                <p:cNvSpPr>
                  <a:spLocks noChangeArrowheads="1"/>
                </p:cNvSpPr>
                <p:nvPr/>
              </p:nvSpPr>
              <p:spPr bwMode="auto">
                <a:xfrm>
                  <a:off x="4118" y="2704"/>
                  <a:ext cx="90" cy="91"/>
                </a:xfrm>
                <a:prstGeom prst="ellipse">
                  <a:avLst/>
                </a:prstGeom>
                <a:solidFill>
                  <a:srgbClr val="FFCC00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60911" name="Oval 79"/>
                <p:cNvSpPr>
                  <a:spLocks noChangeArrowheads="1"/>
                </p:cNvSpPr>
                <p:nvPr/>
              </p:nvSpPr>
              <p:spPr bwMode="auto">
                <a:xfrm>
                  <a:off x="4118" y="3974"/>
                  <a:ext cx="90" cy="91"/>
                </a:xfrm>
                <a:prstGeom prst="ellipse">
                  <a:avLst/>
                </a:prstGeom>
                <a:solidFill>
                  <a:srgbClr val="FFCC00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60912" name="Line 80"/>
                <p:cNvSpPr>
                  <a:spLocks noChangeShapeType="1"/>
                </p:cNvSpPr>
                <p:nvPr/>
              </p:nvSpPr>
              <p:spPr bwMode="auto">
                <a:xfrm>
                  <a:off x="4753" y="845"/>
                  <a:ext cx="0" cy="317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60913" name="Oval 81"/>
                <p:cNvSpPr>
                  <a:spLocks noChangeArrowheads="1"/>
                </p:cNvSpPr>
                <p:nvPr/>
              </p:nvSpPr>
              <p:spPr bwMode="auto">
                <a:xfrm>
                  <a:off x="4708" y="799"/>
                  <a:ext cx="90" cy="91"/>
                </a:xfrm>
                <a:prstGeom prst="ellipse">
                  <a:avLst/>
                </a:prstGeom>
                <a:solidFill>
                  <a:srgbClr val="FFCC00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60914" name="Oval 82"/>
                <p:cNvSpPr>
                  <a:spLocks noChangeArrowheads="1"/>
                </p:cNvSpPr>
                <p:nvPr/>
              </p:nvSpPr>
              <p:spPr bwMode="auto">
                <a:xfrm>
                  <a:off x="4708" y="1434"/>
                  <a:ext cx="90" cy="91"/>
                </a:xfrm>
                <a:prstGeom prst="ellipse">
                  <a:avLst/>
                </a:prstGeom>
                <a:solidFill>
                  <a:srgbClr val="FFCC00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60915" name="Oval 83"/>
                <p:cNvSpPr>
                  <a:spLocks noChangeArrowheads="1"/>
                </p:cNvSpPr>
                <p:nvPr/>
              </p:nvSpPr>
              <p:spPr bwMode="auto">
                <a:xfrm>
                  <a:off x="4708" y="2069"/>
                  <a:ext cx="90" cy="91"/>
                </a:xfrm>
                <a:prstGeom prst="ellipse">
                  <a:avLst/>
                </a:prstGeom>
                <a:solidFill>
                  <a:srgbClr val="FFCC00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60916" name="Oval 84"/>
                <p:cNvSpPr>
                  <a:spLocks noChangeArrowheads="1"/>
                </p:cNvSpPr>
                <p:nvPr/>
              </p:nvSpPr>
              <p:spPr bwMode="auto">
                <a:xfrm>
                  <a:off x="4708" y="3339"/>
                  <a:ext cx="90" cy="91"/>
                </a:xfrm>
                <a:prstGeom prst="ellipse">
                  <a:avLst/>
                </a:prstGeom>
                <a:solidFill>
                  <a:srgbClr val="FFCC00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60917" name="Oval 85"/>
                <p:cNvSpPr>
                  <a:spLocks noChangeArrowheads="1"/>
                </p:cNvSpPr>
                <p:nvPr/>
              </p:nvSpPr>
              <p:spPr bwMode="auto">
                <a:xfrm>
                  <a:off x="4708" y="2704"/>
                  <a:ext cx="90" cy="91"/>
                </a:xfrm>
                <a:prstGeom prst="ellipse">
                  <a:avLst/>
                </a:prstGeom>
                <a:solidFill>
                  <a:srgbClr val="FFCC00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60918" name="Oval 86"/>
                <p:cNvSpPr>
                  <a:spLocks noChangeArrowheads="1"/>
                </p:cNvSpPr>
                <p:nvPr/>
              </p:nvSpPr>
              <p:spPr bwMode="auto">
                <a:xfrm>
                  <a:off x="4708" y="3974"/>
                  <a:ext cx="90" cy="91"/>
                </a:xfrm>
                <a:prstGeom prst="ellipse">
                  <a:avLst/>
                </a:prstGeom>
                <a:solidFill>
                  <a:srgbClr val="FFCC00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760919" name="Group 87"/>
              <p:cNvGrpSpPr>
                <a:grpSpLocks/>
              </p:cNvGrpSpPr>
              <p:nvPr/>
            </p:nvGrpSpPr>
            <p:grpSpPr bwMode="auto">
              <a:xfrm>
                <a:off x="807" y="1162"/>
                <a:ext cx="4491" cy="1361"/>
                <a:chOff x="807" y="1162"/>
                <a:chExt cx="4491" cy="1361"/>
              </a:xfrm>
            </p:grpSpPr>
            <p:sp>
              <p:nvSpPr>
                <p:cNvPr id="760920" name="Oval 88"/>
                <p:cNvSpPr>
                  <a:spLocks noChangeArrowheads="1"/>
                </p:cNvSpPr>
                <p:nvPr/>
              </p:nvSpPr>
              <p:spPr bwMode="auto">
                <a:xfrm>
                  <a:off x="1442" y="1162"/>
                  <a:ext cx="91" cy="91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60921" name="Oval 89"/>
                <p:cNvSpPr>
                  <a:spLocks noChangeArrowheads="1"/>
                </p:cNvSpPr>
                <p:nvPr/>
              </p:nvSpPr>
              <p:spPr bwMode="auto">
                <a:xfrm>
                  <a:off x="807" y="1797"/>
                  <a:ext cx="91" cy="91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60922" name="Oval 90"/>
                <p:cNvSpPr>
                  <a:spLocks noChangeArrowheads="1"/>
                </p:cNvSpPr>
                <p:nvPr/>
              </p:nvSpPr>
              <p:spPr bwMode="auto">
                <a:xfrm>
                  <a:off x="1442" y="1797"/>
                  <a:ext cx="91" cy="91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60923" name="Oval 91"/>
                <p:cNvSpPr>
                  <a:spLocks noChangeArrowheads="1"/>
                </p:cNvSpPr>
                <p:nvPr/>
              </p:nvSpPr>
              <p:spPr bwMode="auto">
                <a:xfrm>
                  <a:off x="2712" y="1162"/>
                  <a:ext cx="91" cy="91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60924" name="Oval 92"/>
                <p:cNvSpPr>
                  <a:spLocks noChangeArrowheads="1"/>
                </p:cNvSpPr>
                <p:nvPr/>
              </p:nvSpPr>
              <p:spPr bwMode="auto">
                <a:xfrm>
                  <a:off x="3982" y="1162"/>
                  <a:ext cx="91" cy="91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60925" name="Oval 93"/>
                <p:cNvSpPr>
                  <a:spLocks noChangeArrowheads="1"/>
                </p:cNvSpPr>
                <p:nvPr/>
              </p:nvSpPr>
              <p:spPr bwMode="auto">
                <a:xfrm>
                  <a:off x="5207" y="1162"/>
                  <a:ext cx="91" cy="91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60926" name="Oval 94"/>
                <p:cNvSpPr>
                  <a:spLocks noChangeArrowheads="1"/>
                </p:cNvSpPr>
                <p:nvPr/>
              </p:nvSpPr>
              <p:spPr bwMode="auto">
                <a:xfrm>
                  <a:off x="2712" y="1797"/>
                  <a:ext cx="91" cy="91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60927" name="Oval 95"/>
                <p:cNvSpPr>
                  <a:spLocks noChangeArrowheads="1"/>
                </p:cNvSpPr>
                <p:nvPr/>
              </p:nvSpPr>
              <p:spPr bwMode="auto">
                <a:xfrm>
                  <a:off x="3982" y="1797"/>
                  <a:ext cx="91" cy="91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60928" name="Oval 96"/>
                <p:cNvSpPr>
                  <a:spLocks noChangeArrowheads="1"/>
                </p:cNvSpPr>
                <p:nvPr/>
              </p:nvSpPr>
              <p:spPr bwMode="auto">
                <a:xfrm>
                  <a:off x="5207" y="1797"/>
                  <a:ext cx="91" cy="91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60929" name="Oval 97"/>
                <p:cNvSpPr>
                  <a:spLocks noChangeArrowheads="1"/>
                </p:cNvSpPr>
                <p:nvPr/>
              </p:nvSpPr>
              <p:spPr bwMode="auto">
                <a:xfrm>
                  <a:off x="5207" y="2432"/>
                  <a:ext cx="91" cy="91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60930" name="Oval 98"/>
                <p:cNvSpPr>
                  <a:spLocks noChangeArrowheads="1"/>
                </p:cNvSpPr>
                <p:nvPr/>
              </p:nvSpPr>
              <p:spPr bwMode="auto">
                <a:xfrm>
                  <a:off x="3982" y="2432"/>
                  <a:ext cx="91" cy="91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60931" name="Oval 99"/>
                <p:cNvSpPr>
                  <a:spLocks noChangeArrowheads="1"/>
                </p:cNvSpPr>
                <p:nvPr/>
              </p:nvSpPr>
              <p:spPr bwMode="auto">
                <a:xfrm>
                  <a:off x="2712" y="2432"/>
                  <a:ext cx="91" cy="91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60932" name="Oval 100"/>
                <p:cNvSpPr>
                  <a:spLocks noChangeArrowheads="1"/>
                </p:cNvSpPr>
                <p:nvPr/>
              </p:nvSpPr>
              <p:spPr bwMode="auto">
                <a:xfrm>
                  <a:off x="1442" y="2432"/>
                  <a:ext cx="91" cy="91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</p:grp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Presentazione">
  <a:themeElements>
    <a:clrScheme name="Presentazione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Presentazione">
      <a:majorFont>
        <a:latin typeface="Times New Roman"/>
        <a:ea typeface=""/>
        <a:cs typeface=""/>
      </a:majorFont>
      <a:minorFont>
        <a:latin typeface="Comic Sans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32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Tahoma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32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Tahoma" charset="0"/>
          </a:defRPr>
        </a:defPPr>
      </a:lstStyle>
    </a:lnDef>
  </a:objectDefaults>
  <a:extraClrSchemeLst>
    <a:extraClrScheme>
      <a:clrScheme name="Presentazione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esentazione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zione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zione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esentazione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zione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zione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Macintosh HD:Applications:Microsoft Office 2004:Templates:My Templates:Presentazione.pot</Template>
  <TotalTime>1434</TotalTime>
  <Words>3576</Words>
  <Application>Microsoft Macintosh PowerPoint</Application>
  <PresentationFormat>On-screen Show (4:3)</PresentationFormat>
  <Paragraphs>855</Paragraphs>
  <Slides>65</Slides>
  <Notes>64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65</vt:i4>
      </vt:variant>
    </vt:vector>
  </HeadingPairs>
  <TitlesOfParts>
    <vt:vector size="67" baseType="lpstr">
      <vt:lpstr>Presentazione</vt:lpstr>
      <vt:lpstr>Equation</vt:lpstr>
      <vt:lpstr>UNIVERSITA’ DI MILANO-BICOCCA CdL IN INFORMATICA</vt:lpstr>
      <vt:lpstr>Reti di flusso</vt:lpstr>
      <vt:lpstr>Flusso in G</vt:lpstr>
      <vt:lpstr>Problema del flusso massimo</vt:lpstr>
      <vt:lpstr>Problema del flusso massimo</vt:lpstr>
      <vt:lpstr>Esempio</vt:lpstr>
      <vt:lpstr>Proprietà del flusso</vt:lpstr>
      <vt:lpstr>Proprietà del flusso</vt:lpstr>
      <vt:lpstr>Il metodo del cammino aumentante</vt:lpstr>
      <vt:lpstr>Il metodo del cammino aumentante</vt:lpstr>
      <vt:lpstr>La rete residua</vt:lpstr>
      <vt:lpstr>Un esempio</vt:lpstr>
      <vt:lpstr>Proprietà additiva dei flussi</vt:lpstr>
      <vt:lpstr>Dimostrazione</vt:lpstr>
      <vt:lpstr>Dimostrazione</vt:lpstr>
      <vt:lpstr>Cammini aumentanti</vt:lpstr>
      <vt:lpstr>Flusso associato a un cammino aumentante</vt:lpstr>
      <vt:lpstr>Cammini aumentanti</vt:lpstr>
      <vt:lpstr>Cammini aumentanti</vt:lpstr>
      <vt:lpstr>Esempio</vt:lpstr>
      <vt:lpstr>Proprietà dei tagli</vt:lpstr>
      <vt:lpstr>PowerPoint Presentation</vt:lpstr>
      <vt:lpstr>Massimo flusso – minimo taglio</vt:lpstr>
      <vt:lpstr>PowerPoint Presentation</vt:lpstr>
      <vt:lpstr>PowerPoint Presentation</vt:lpstr>
      <vt:lpstr>PowerPoint Presentation</vt:lpstr>
      <vt:lpstr>Algoritmo di Ford-Fulkerson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Edmond Karp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Problema del massimo numero di coppie</vt:lpstr>
      <vt:lpstr>PowerPoint Presentation</vt:lpstr>
      <vt:lpstr>PowerPoint Presentation</vt:lpstr>
      <vt:lpstr>Problema delle vie di fuga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DISCo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UNIVERSITA’ DI MILANO-BICOCCA CdL IN INFORMATICA</dc:title>
  <dc:subject>Bioinformatics</dc:subject>
  <dc:creator>Giancarlo Mauri</dc:creator>
  <cp:lastModifiedBy>Giancarlo Mauri</cp:lastModifiedBy>
  <cp:revision>65</cp:revision>
  <cp:lastPrinted>2002-02-01T12:39:25Z</cp:lastPrinted>
  <dcterms:created xsi:type="dcterms:W3CDTF">2010-03-03T07:29:28Z</dcterms:created>
  <dcterms:modified xsi:type="dcterms:W3CDTF">2015-12-21T22:41:09Z</dcterms:modified>
</cp:coreProperties>
</file>